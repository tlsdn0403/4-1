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6"/>
  </p:notesMasterIdLst>
  <p:sldIdLst>
    <p:sldId id="256" r:id="rId2"/>
    <p:sldId id="523" r:id="rId3"/>
    <p:sldId id="524" r:id="rId4"/>
    <p:sldId id="525" r:id="rId5"/>
    <p:sldId id="526" r:id="rId6"/>
    <p:sldId id="527" r:id="rId7"/>
    <p:sldId id="531" r:id="rId8"/>
    <p:sldId id="532" r:id="rId9"/>
    <p:sldId id="535" r:id="rId10"/>
    <p:sldId id="536" r:id="rId11"/>
    <p:sldId id="530" r:id="rId12"/>
    <p:sldId id="533" r:id="rId13"/>
    <p:sldId id="547" r:id="rId14"/>
    <p:sldId id="534" r:id="rId15"/>
    <p:sldId id="537" r:id="rId16"/>
    <p:sldId id="538" r:id="rId17"/>
    <p:sldId id="539" r:id="rId18"/>
    <p:sldId id="541" r:id="rId19"/>
    <p:sldId id="540" r:id="rId20"/>
    <p:sldId id="529" r:id="rId21"/>
    <p:sldId id="542" r:id="rId22"/>
    <p:sldId id="543" r:id="rId23"/>
    <p:sldId id="545" r:id="rId24"/>
    <p:sldId id="54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843" autoAdjust="0"/>
    <p:restoredTop sz="94660"/>
  </p:normalViewPr>
  <p:slideViewPr>
    <p:cSldViewPr>
      <p:cViewPr varScale="1">
        <p:scale>
          <a:sx n="132" d="100"/>
          <a:sy n="132" d="100"/>
        </p:scale>
        <p:origin x="700" y="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21" d="100"/>
          <a:sy n="121" d="100"/>
        </p:scale>
        <p:origin x="5020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37.0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183 48 874 0 0,'0'0'2228'0'0,"-17"-6"-310"0"0,-7-1 575 0 0,-58-17 5552 0 0,61 23-6016 0 0,17 1-1821 0 0,0 0-1 0 0,1 0 0 0 0,-1-1 0 0 0,1 1 1 0 0,-1-1-1 0 0,1 0 0 0 0,-1 1 1 0 0,1-2-1 0 0,-4 0 0 0 0,30 0-207 0 0,74 1-1606 0 0,116 3-4846 0 0,-202-1 5712 0 0,0 0 1 0 0,1 0-1 0 0,-1 1 1 0 0,0 1-1 0 0,-1 0 1 0 0,21 8 0 0 0,-27-9 687 0 0,-1 0 0 0 0,1-1 0 0 0,-1 2 1 0 0,0-1-1 0 0,0 0 0 0 0,0 1 0 0 0,0-1 1 0 0,0 1-1 0 0,0 0 0 0 0,-1 0 0 0 0,1 0 1 0 0,-1 0-1 0 0,0 0 0 0 0,0 1 0 0 0,0-1 1 0 0,0 1-1 0 0,-1-1 0 0 0,1 1 0 0 0,-1 0 1 0 0,0-1-1 0 0,0 1 0 0 0,-1 0 1 0 0,1 4-1 0 0,0 0 64 0 0,-1-1 0 0 0,0 0 0 0 0,-1 1 0 0 0,0-1 0 0 0,0 1 0 0 0,0-1 0 0 0,-1 0 0 0 0,0 0 0 0 0,-1 0 0 0 0,1 0 0 0 0,-5 7 0 0 0,-2 1 51 0 0,0-1 0 0 0,-1 0-1 0 0,-22 23 1 0 0,-127 122 267 0 0,1-3-62 0 0,157-154-303 0 0,-2 0-73 0 0,0 0 0 0 0,1 1-1 0 0,0 0 1 0 0,-1-1-1 0 0,1 1 1 0 0,0 0 0 0 0,1 0-1 0 0,-1 0 1 0 0,0 0 0 0 0,1 1-1 0 0,0-1 1 0 0,6 9 4422 0 0,5-17-2590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37.4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1098 0 0,'0'0'2474'0'0,"7"20"303"0"0,3 3 136 0 0,-3-7-1191 0 0,-1 0 1 0 0,0 0 0 0 0,-2 1-1 0 0,1-1 1 0 0,2 32-1 0 0,8 152-3646 0 0,-7 272-10718 0 0,0-359 17858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37.7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1696 0 0,'0'0'1722'0'0,"-1"19"-214"0"0,-2 116 6956 0 0,3-106-6014 0 0,1 49 1033 0 0,0-47-3466 0 0,9 55 1 0 0,-5-58-118 0 0,-1 3-3447 0 0,-18-69-11091 0 0,7 13 15376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37.9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75 320 0 0,'0'0'2438'0'0,"17"-13"497"0"0,54-37 8245 0 0,-69 48-10911 0 0,0 1 0 0 0,1 0 0 0 0,-1-1 0 0 0,0 1 0 0 0,1 0 0 0 0,-1 0 0 0 0,1 1 0 0 0,0-1 1 0 0,-1 0-1 0 0,1 1 0 0 0,4-1 0 0 0,-5 2-289 0 0,0-1 0 0 0,0 0 1 0 0,0 1-1 0 0,0 0 0 0 0,0-1 0 0 0,-1 1 0 0 0,1 0 1 0 0,0 0-1 0 0,0 0 0 0 0,-1 0 0 0 0,1 0 0 0 0,0 0 1 0 0,-1 0-1 0 0,3 3 0 0 0,3 2-125 0 0,-2-2 14 0 0,1 1 1 0 0,-1 0-1 0 0,0 0 0 0 0,0 1 1 0 0,-1-1-1 0 0,0 1 0 0 0,0 0 1 0 0,0 0-1 0 0,0 1 0 0 0,-1-1 0 0 0,0 1 1 0 0,-1 0-1 0 0,1 0 0 0 0,-2 0 1 0 0,1 0-1 0 0,0 0 0 0 0,-1 0 1 0 0,-1 0-1 0 0,1 0 0 0 0,-1 0 0 0 0,0 1 1 0 0,-1-1-1 0 0,0 0 0 0 0,0 0 1 0 0,0 0-1 0 0,-1 0 0 0 0,0 0 0 0 0,0 0 1 0 0,-1 0-1 0 0,0-1 0 0 0,0 1 1 0 0,-1-1-1 0 0,1 0 0 0 0,-1 0 1 0 0,-1 0-1 0 0,-6 7 0 0 0,5-6-262 0 0,-8 9-1952 0 0,0-2 0 0 0,-20 17 1 0 0,29-28 2066 0 0,0 1 0 0 0,1-1 0 0 0,-1 0 0 0 0,-1 0 0 0 0,1 0 1 0 0,0-1-1 0 0,-1 0 0 0 0,1 0 0 0 0,-1 0 0 0 0,0-1 0 0 0,1 0 1 0 0,-1 0-1 0 0,-6 0 0 0 0,12-1 285 0 0,0 0-1 0 0,0 0 1 0 0,0-1 0 0 0,0 1-1 0 0,0 0 1 0 0,0 0 0 0 0,0-1 0 0 0,0 1-1 0 0,0 0 1 0 0,0 0 0 0 0,0 0-1 0 0,0-1 1 0 0,0 1 0 0 0,0 0 0 0 0,0 0-1 0 0,0 0 1 0 0,0-1 0 0 0,0 1-1 0 0,0 0 1 0 0,0 0 0 0 0,1 0-1 0 0,-1-1 1 0 0,0 1 0 0 0,0 0 0 0 0,0 0-1 0 0,0 0 1 0 0,1 0 0 0 0,-1-1-1 0 0,0 1 1 0 0,0 0 0 0 0,0 0-1 0 0,0 0 1 0 0,1 0 0 0 0,-1 0 0 0 0,0 0-1 0 0,0 0 1 0 0,0 0 0 0 0,1 0-1 0 0,-1 0 1 0 0,0-1 0 0 0,72-18 5533 0 0,30-11-6706 0 0,-90 26 71 0 0,-1-1 0 0 0,0 0 1 0 0,0 0-1 0 0,0-2 0 0 0,0 1 0 0 0,10-10 0 0 0,-9 5 615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38.2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1 756 0 0,'0'0'2493'0'0,"3"20"408"0"0,0 6 1339 0 0,4 32 3100 0 0,-1 2-5410 0 0,55 319-13679 0 0,-53-353 9297 0 0,-6-22 1773 0 0,0 1-1 0 0,0 0 1 0 0,-1 0 0 0 0,0 0 0 0 0,1 8-1 0 0,-9-17-703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38.3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33 212 0 0,'0'0'3670'0'0,"15"-6"-957"0"0,49-17 7743 0 0,-36 20-7623 0 0,0 9-2695 0 0,-13-1-500 0 0,-12-5 363 0 0,4 1 5 0 0,0 1 0 0 0,1 0 0 0 0,-1 0 1 0 0,10 5-1 0 0,-15-7-12 0 0,-1 1-1 0 0,1 0 1 0 0,-1 0 0 0 0,0 0-1 0 0,1 0 1 0 0,-1 0-1 0 0,0 0 1 0 0,0 0 0 0 0,1 1-1 0 0,-1-1 1 0 0,0 0-1 0 0,0 1 1 0 0,0-1-1 0 0,-1 0 1 0 0,1 1 0 0 0,0-1-1 0 0,0 1 1 0 0,-1 0-1 0 0,1-1 1 0 0,-1 1 0 0 0,0-1-1 0 0,1 1 1 0 0,-1 0-1 0 0,0 3 1 0 0,0 6-635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38.6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1 380 0 0,'0'0'3582'0'0,"11"4"-916"0"0,42 12 7285 0 0,-4-9-6870 0 0,-45-7-3084 0 0,0 0 1 0 0,0 0-1 0 0,1 1 0 0 0,-1-1 0 0 0,0 1 1 0 0,0 0-1 0 0,0 1 0 0 0,1-1 0 0 0,-2 1 1 0 0,1-1-1 0 0,7 5 0 0 0,-10-5 3 0 0,0 1 1 0 0,0-1-1 0 0,0 0 0 0 0,0 1 0 0 0,0-1 0 0 0,0 0 1 0 0,0 1-1 0 0,0-1 0 0 0,-1 1 0 0 0,1 0 0 0 0,0-1 1 0 0,-1 1-1 0 0,0-1 0 0 0,1 1 0 0 0,-1 0 0 0 0,0-1 1 0 0,0 1-1 0 0,0 0 0 0 0,0-1 0 0 0,0 1 0 0 0,0 0 1 0 0,0-1-1 0 0,-1 1 0 0 0,1 0 0 0 0,-1-1 0 0 0,1 1 1 0 0,-1-1-1 0 0,1 1 0 0 0,-1-1 0 0 0,0 1 0 0 0,0-1 1 0 0,-1 3-1 0 0,-31 51-493 0 0,20-34-1131 0 0,-13 28 0 0 0,22-41 1088 0 0,1 0 0 0 0,1 0 0 0 0,-1 0-1 0 0,1 0 1 0 0,1 0 0 0 0,0 1 0 0 0,-1 13 0 0 0,2-21 540 0 0,0 1 1 0 0,0-1-1 0 0,0 0 0 0 0,1 0 0 0 0,-1 0 0 0 0,0 0 1 0 0,1 0-1 0 0,-1 0 0 0 0,0 0 0 0 0,1 0 1 0 0,-1 0-1 0 0,1 0 0 0 0,-1-1 0 0 0,1 1 1 0 0,0 0-1 0 0,-1 0 0 0 0,1 0 0 0 0,0 0 1 0 0,0-1-1 0 0,0 1 0 0 0,0 0 0 0 0,0 0 1 0 0,2 0 79 0 0,0 1 0 0 0,0-1 0 0 0,0 0 0 0 0,1 0 0 0 0,-1 0 1 0 0,0 0-1 0 0,5 0 0 0 0,2 0 576 0 0,1 0 0 0 0,0-1 1 0 0,17-2-1 0 0,-13 0-626 0 0,0-2-1 0 0,0 1 1 0 0,0-2 0 0 0,-1 0 0 0 0,17-9 0 0 0,67-40-4665 0 0,-86 47 3922 0 0,21-13-1966 0 0,-2 3-398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39.4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0 504 0 0,'-5'16'18243'0'0,"10"16"-17553"0"0,-1-10-563 0 0,22 687-13605 0 0,-28-679 13559 0 0,-1 0 0 0 0,-1 0 1 0 0,-12 42-1 0 0,14-61 212 0 0,2-10-187 0 0,0 1 0 0 0,0-1-1 0 0,0 0 1 0 0,0 1-1 0 0,-1-1 1 0 0,1 0-1 0 0,0 1 1 0 0,-1-1 0 0 0,1 0-1 0 0,0 1 1 0 0,-1-1-1 0 0,0 0 1 0 0,1 0-1 0 0,-1 0 1 0 0,0 0 0 0 0,1 1-1 0 0,-1-1 1 0 0,0 0-1 0 0,-1 1 1 0 0,7-18 5735 0 0,-4 13-5081 0 0,14-70 3431 0 0,-14 63-4176 0 0,3-10-200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39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1 658 0 0,'0'0'2636'0'0,"-2"16"-1052"0"0,0 4 20 0 0,-14 87 5020 0 0,4-48-8112 0 0,2 0-1 0 0,2 0 0 0 0,4 1 0 0 0,2 61 0 0 0,2-113 1499 0 0,1-1 0 0 0,0 0 0 0 0,1 0 0 0 0,-1 1 0 0 0,1-1 0 0 0,1 0 0 0 0,-1-1 0 0 0,1 1 0 0 0,0 0 0 0 0,1-1 0 0 0,0 0 0 0 0,0 1 0 0 0,0-1 0 0 0,1-1 0 0 0,0 1 0 0 0,0-1 0 0 0,6 5 0 0 0,7 4 719 0 0,0-1 0 0 0,1-1 1 0 0,1-1-1 0 0,23 10 0 0 0,18 10 3705 0 0,-58-30-4346 0 0,0 1 0 0 0,-1-1 0 0 0,1 1 0 0 0,-1 0 0 0 0,1 0 0 0 0,-1 0 1 0 0,0 0-1 0 0,1 0 0 0 0,-1 0 0 0 0,0 1 0 0 0,-1-1 0 0 0,1 1 0 0 0,0-1 0 0 0,-1 1 1 0 0,1 0-1 0 0,-1-1 0 0 0,0 1 0 0 0,2 5 0 0 0,-3-5 108 0 0,0 0 0 0 0,0 0 0 0 0,0 0 0 0 0,-1-1-1 0 0,1 1 1 0 0,-1 0 0 0 0,0 0 0 0 0,1 0 0 0 0,-1-1 0 0 0,0 1 0 0 0,0-1 0 0 0,-1 1-1 0 0,1-1 1 0 0,-1 1 0 0 0,1-1 0 0 0,-1 0 0 0 0,0 1 0 0 0,0-1 0 0 0,-3 3 0 0 0,-10 10-141 0 0,1-2 1 0 0,-31 21 0 0 0,38-30-67 0 0,1 1 0 0 0,-1-1 0 0 0,-1-1 0 0 0,1 0-1 0 0,0 0 1 0 0,-1 0 0 0 0,0-1 0 0 0,0 0 0 0 0,-15 2 0 0 0,21-4-132 0 0,-1 0 0 0 0,1 0-1 0 0,0 0 1 0 0,0 0 0 0 0,0 0 0 0 0,-1 0 0 0 0,1-1 0 0 0,0 1 0 0 0,0-1-1 0 0,0 0 1 0 0,0 0 0 0 0,0 1 0 0 0,-3-3 0 0 0,-11-10-2327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0.0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43 678 0 0,'0'0'3890'0'0,"124"-15"10435"0"0,-90 15-13558 0 0,8-3-1228 0 0,3 1-511 0 0,4 1 322 0 0,4-4-1114 0 0,0 0-498 0 0,-4 2 831 0 0,0 0-1532 0 0,-8 0-564 0 0,-7 1 304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0.6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145 187 190 0 0,'0'0'2995'0'0,"-17"5"-1120"0"0,-53 16 5617 0 0,67-20-7116 0 0,0 1-1 0 0,0-1 1 0 0,1 1-1 0 0,-1-1 1 0 0,1 1-1 0 0,-1 0 1 0 0,1 0-1 0 0,-1 0 1 0 0,1 0-1 0 0,0 0 1 0 0,0 1-1 0 0,0-1 0 0 0,1 1 1 0 0,-3 2-1 0 0,2 1-84 0 0,-1-1-1 0 0,1 1 0 0 0,0-1 0 0 0,-1 11 0 0 0,1-7-331 0 0,0-2-199 0 0,1 0 0 0 0,-1 1 0 0 0,1-1 0 0 0,1 0 0 0 0,0 1 0 0 0,0-1 0 0 0,0 1 0 0 0,1-1 0 0 0,0 1 0 0 0,0-1 0 0 0,1 1 0 0 0,0-1 0 0 0,1 0 1 0 0,4 10-1 0 0,-5-12-169 0 0,1 0 0 0 0,1-1 0 0 0,-1 1 0 0 0,1-1 0 0 0,-1 0 0 0 0,1 0 0 0 0,0 0 0 0 0,1-1 0 0 0,-1 1 0 0 0,1-1 0 0 0,-1 0 0 0 0,1 0 0 0 0,0 0 0 0 0,0-1 0 0 0,0 0 0 0 0,1 0 0 0 0,-1 0 0 0 0,0-1 0 0 0,11 2 0 0 0,-6-1 183 0 0,0-1 0 0 0,0-1 0 0 0,0 1 0 0 0,0-2 0 0 0,0 1 0 0 0,0-1 0 0 0,0-1 0 0 0,0 0 0 0 0,0 0 0 0 0,-1-1 0 0 0,1 0 0 0 0,-1-1 0 0 0,0 0 0 0 0,10-6 0 0 0,-13 6 223 0 0,0 0 0 0 0,0 0 0 0 0,0-1 0 0 0,-1 0-1 0 0,0 0 1 0 0,0 0 0 0 0,0 0 0 0 0,-1-1 0 0 0,0 0 0 0 0,0 0 0 0 0,0 0 0 0 0,-1-1 0 0 0,1 1 0 0 0,-2-1 0 0 0,1 0 0 0 0,-1 1-1 0 0,0-1 1 0 0,0 0 0 0 0,-1 0 0 0 0,1-11 0 0 0,-2 10 9 0 0,0 0 0 0 0,0 1 0 0 0,-1-1 0 0 0,0 0-1 0 0,-1 1 1 0 0,0-1 0 0 0,0 1 0 0 0,0-1 0 0 0,-1 1 0 0 0,-6-13 0 0 0,-4-1 59 0 0,-1 0 0 0 0,-16-20 0 0 0,1 2 677 0 0,28 39-583 0 0,1-1 1 0 0,0 1-1 0 0,0 0 1 0 0,-1-1-1 0 0,1 1 1 0 0,0-1-1 0 0,0 1 1 0 0,0-1-1 0 0,0 1 1 0 0,-1-1-1 0 0,1 1 1 0 0,0-1-1 0 0,0 0 1 0 0,0 1-1 0 0,0-1 1 0 0,0 1-1 0 0,0-1 1 0 0,0 1-1 0 0,1-1 1 0 0,-1 1-1 0 0,0-1 1 0 0,0 1-1 0 0,0-1 1 0 0,0 1-1 0 0,1-1 1 0 0,-1 1-1 0 0,0-1 1 0 0,0 1-1 0 0,1 0 1 0 0,-1-1-1 0 0,0 1 1 0 0,1-1-1 0 0,-1 1 1 0 0,1 0-1 0 0,-1-1 1 0 0,0 1-1 0 0,1 0 1 0 0,0-1-1 0 0,25-12 3925 0 0,-8 5-699 0 0,5-10-2760 0 0,-17 13-626 0 0,0 0-1 0 0,0 0 0 0 0,0 1 0 0 0,1 0 0 0 0,-1 0 1 0 0,1 1-1 0 0,0-1 0 0 0,13-3 0 0 0,-16 7 2 0 0,-2 0 2 0 0,0 0-1 0 0,0 1 1 0 0,0-1-1 0 0,0 1 0 0 0,0 0 1 0 0,-1-1-1 0 0,1 1 1 0 0,0 0-1 0 0,0 0 1 0 0,-1 0-1 0 0,1 0 1 0 0,0 0-1 0 0,-1 0 0 0 0,1 1 1 0 0,1 2-1 0 0,19 24-61 0 0,-17-22 0 0 0,7 13-948 0 0,0 0 0 0 0,-2 1-1 0 0,0 0 1 0 0,-1 1 0 0 0,-1 0-1 0 0,10 42 1 0 0,-7-4-2535 0 0,7 79 0 0 0,-16-37 3094 0 0,-3-58 49 0 0,1-36 139 0 0,0 1 0 0 0,-1-1 0 0 0,1 0 1 0 0,-1 0-1 0 0,-1 0 0 0 0,0 0 0 0 0,0 0 1 0 0,0 0-1 0 0,-1-1 0 0 0,1 1 0 0 0,-2-1 0 0 0,1 0 1 0 0,-1 1-1 0 0,0-2 0 0 0,-5 7 0 0 0,-9 5-136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0.9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 1384 0 0,'0'0'2200'0'0,"18"0"545"0"0,-7-1-1314 0 0,79-4 9748 0 0,-43 1-10666 0 0,36 0-4402 0 0,-83 4 3914 0 0,1 0 0 0 0,0 0 1 0 0,-1 0-1 0 0,1 0 0 0 0,0 0 1 0 0,-1 0-1 0 0,1 0 0 0 0,0 0 1 0 0,-1 0-1 0 0,1 1 0 0 0,0-1 1 0 0,-1 0-1 0 0,1 0 0 0 0,-1 1 1 0 0,1-1-1 0 0,-1 0 0 0 0,1 1 1 0 0,-1-1-1 0 0,1 1 0 0 0,-1-1 1 0 0,1 0-1 0 0,-1 1 0 0 0,1-1 1 0 0,-1 1-1 0 0,1 0 0 0 0,-1-1 1 0 0,0 1-1 0 0,1-1 0 0 0,-1 1 1 0 0,0-1-1 0 0,0 1 0 0 0,0 0 1 0 0,1-1-1 0 0,-1 1 0 0 0,0 0 1 0 0,0-1-1 0 0,0 1 0 0 0,0 0 1 0 0,0-1-1 0 0,0 1 0 0 0,0-1 1 0 0,0 1-1 0 0,0 0 0 0 0,0-1 1 0 0,-1 1-1 0 0,1 0 0 0 0,0-1 1 0 0,0 1-1 0 0,-1 0 0 0 0,-2 7 566 0 0,1-1 1 0 0,-2 1-1 0 0,-5 9 0 0 0,2-3-125 0 0,3-4-465 0 0,0 0-1 0 0,1 1 0 0 0,0-1 0 0 0,1 1 1 0 0,0 0-1 0 0,1 0 0 0 0,0 0 1 0 0,1 0-1 0 0,1 16 0 0 0,0-22-9 0 0,0 1-1 0 0,0-1 1 0 0,0 0 0 0 0,1 0-1 0 0,0-1 1 0 0,0 1-1 0 0,0 0 1 0 0,1 0 0 0 0,-1-1-1 0 0,1 0 1 0 0,0 1-1 0 0,0-1 1 0 0,0 0 0 0 0,1-1-1 0 0,0 1 1 0 0,0 0-1 0 0,0-1 1 0 0,0 0 0 0 0,0 0-1 0 0,0 0 1 0 0,10 4-1 0 0,-7-4-316 0 0,-1-1-1 0 0,1 1 0 0 0,0-1 0 0 0,0-1 0 0 0,0 1 1 0 0,0-1-1 0 0,1 0 0 0 0,-1-1 0 0 0,0 0 1 0 0,0 0-1 0 0,1 0 0 0 0,8-3 0 0 0,-4 1-488 0 0,-1-2-1 0 0,1 1 1 0 0,0-1 0 0 0,-1-1-1 0 0,0 0 1 0 0,17-11-1 0 0,0-4-622 0 0,-1-1 0 0 0,0-1 0 0 0,-2-2 0 0 0,26-29 0 0 0,-30 26-161 0 0,5-10 888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1.9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152 1 544 0 0,'0'0'3020'0'0,"-11"13"-219"0"0,-9 14 2192 0 0,-13 19 2238 0 0,6-11-6262 0 0,23-30-998 0 0,-34 46-13 0 0,36-46 49 0 0,-1-1 0 0 0,1 0-1 0 0,0 1 1 0 0,0 0 0 0 0,0-1 0 0 0,1 1-1 0 0,0 0 1 0 0,0 0 0 0 0,0 0 0 0 0,0 6 0 0 0,1-10-9 0 0,0 0 1 0 0,0-1 0 0 0,0 1 0 0 0,0-1 0 0 0,1 1-1 0 0,-1-1 1 0 0,0 1 0 0 0,1 0 0 0 0,-1-1 0 0 0,0 1 0 0 0,1-1-1 0 0,-1 0 1 0 0,0 1 0 0 0,1-1 0 0 0,-1 1 0 0 0,1-1 0 0 0,-1 1-1 0 0,1-1 1 0 0,-1 0 0 0 0,1 1 0 0 0,-1-1 0 0 0,1 0 0 0 0,-1 0-1 0 0,1 1 1 0 0,0-1 0 0 0,-1 0 0 0 0,1 0 0 0 0,-1 0 0 0 0,1 0-1 0 0,-1 0 1 0 0,1 0 0 0 0,0 0 0 0 0,-1 0 0 0 0,1 0 0 0 0,0 0-1 0 0,-1 0 1 0 0,1 0 0 0 0,0 0 0 0 0,3 0-721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2.0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88 0 384 0 0,'0'0'2586'0'0,"-46"87"6443"0"0,35-62-7726 0 0,0-2 1356 0 0,3-1 746 0 0,4-4-3111 0 0,1 0-294 0 0,-1-1 0 0 0,4-2 0 0 0,4-2 0 0 0,7-2 0 0 0,4-3 0 0 0,-4-3-1191 0 0,8-5-662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2.7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87 1 1130 0 0,'0'0'1856'0'0,"-45"85"10938"0"0,34-68-10084 0 0,-1-2-1540 0 0,5-1-1170 0 0,3-3 0 0 0,-4 1 0 0 0,8-6 0 0 0,0-1-140 0 0,0 0 280 0 0,4-5-1090 0 0,0-7 1900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2.9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1 1520 0 0,'0'0'1782'0'0,"-19"88"4845"0"0,12-69-4065 0 0,-1 0-1711 0 0,1-3 1712 0 0,3 0 278 0 0,-3 0-1927 0 0,3 0-914 0 0,4-3 0 0 0,0-3-492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4.3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15 528 0 0,'5'-1'6332'0'0,"16"-2"1286"0"0,1 4-3304 0 0,49 8-3370 0 0,7 2-1081 0 0,-45-10-869 0 0,1-2 0 0 0,44-6 0 0 0,16-13-5990 0 0,-91 20 6327 0 0,13-4-1653 0 0,-5 4 4007 0 0,-10 0-1494 0 0,0 0 1 0 0,-1 1-1 0 0,1-1 1 0 0,0 1-1 0 0,-1-1 1 0 0,1 1-1 0 0,-1-1 1 0 0,1 1-1 0 0,-1 0 1 0 0,1-1-1 0 0,-1 1 1 0 0,1-1-1 0 0,-1 1 0 0 0,0 0 1 0 0,1 0-1 0 0,-1-1 1 0 0,0 1-1 0 0,0 0 1 0 0,1 0-1 0 0,-1-1 1 0 0,0 1-1 0 0,0 0 1 0 0,0 0-1 0 0,0-1 1 0 0,0 1-1 0 0,0 0 1 0 0,0 0-1 0 0,0 0 1 0 0,-1 1-1 0 0,2 8 749 0 0,-2 1-1 0 0,1 0 1 0 0,-2 0-1 0 0,1-1 1 0 0,-6 18-1 0 0,-17 66-939 0 0,-8 2 0 0 0,26-73-286 0 0,-1-15-1144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4.6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91 0 1110 0 0,'0'0'1886'0'0,"-2"15"-45"0"0,-3 10 936 0 0,-14 92 9230 0 0,18-87-11995 0 0,1-19-2 0 0,-1 0 0 0 0,0 0 1 0 0,0 0-1 0 0,-4 11 1 0 0,5-19-25 0 0,-1 0 1 0 0,0-1-1 0 0,-1 1 1 0 0,1 0 0 0 0,-1 0-1 0 0,1-1 1 0 0,-1 1-1 0 0,0-1 1 0 0,0 1 0 0 0,0-1-1 0 0,0 0 1 0 0,0 1 0 0 0,0-1-1 0 0,-1 0 1 0 0,1-1-1 0 0,-1 1 1 0 0,1 0 0 0 0,-1-1-1 0 0,-3 2 1 0 0,-8 2-1204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4.8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 23 58 0 0,'0'0'2612'0'0,"-14"-1"372"0"0,-44-6 8229 0 0,49 4-8420 0 0,14 0-2094 0 0,11 0-1398 0 0,214 1-3245 0 0,-17 0-571 0 0,-88 1-3341 0 0,-122 1 7781 0 0,-1 0-1 0 0,1 0 0 0 0,0 0 1 0 0,0 1-1 0 0,0-1 0 0 0,-1 1 1 0 0,1 0-1 0 0,0 0 1 0 0,0 0-1 0 0,2 1 0 0 0,4 5-1280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5.1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12 182 1520 0 0,'0'0'1105'0'0,"-2"16"-107"0"0,-1 5-25 0 0,0-3 478 0 0,1 1 0 0 0,1 27 0 0 0,1-44-1164 0 0,0 1-1 0 0,0-1 1 0 0,0 1 0 0 0,0-1 0 0 0,1 1 0 0 0,-1-1-1 0 0,1 1 1 0 0,0-1 0 0 0,0 0 0 0 0,0 1-1 0 0,0-1 1 0 0,0 0 0 0 0,0 0 0 0 0,1 0 0 0 0,-1 1-1 0 0,1-2 1 0 0,-1 1 0 0 0,1 0 0 0 0,3 3-1 0 0,-1-3-45 0 0,-1 0-1 0 0,1 0 0 0 0,0 0 1 0 0,-1 0-1 0 0,1-1 0 0 0,0 1 0 0 0,0-1 1 0 0,0 0-1 0 0,0 0 0 0 0,0-1 0 0 0,6 1 1 0 0,-1-1-411 0 0,1 0 1 0 0,0 0 0 0 0,-1-1 0 0 0,1-1 0 0 0,-1 0 0 0 0,0 0-1 0 0,1 0 1 0 0,-1-1 0 0 0,0-1 0 0 0,8-4 0 0 0,-5 1-644 0 0,-1 0-1 0 0,-1 0 1 0 0,1-1 0 0 0,-1-1 0 0 0,-1 0-1 0 0,1 0 1 0 0,-2-1 0 0 0,13-17 0 0 0,-17 21 528 0 0,0 0 0 0 0,-1-1 0 0 0,1 0 0 0 0,-1 1 0 0 0,0-1 1 0 0,-1 0-1 0 0,0-1 0 0 0,0 1 0 0 0,0 0 0 0 0,-1-1 0 0 0,0 1 0 0 0,-1 0 1 0 0,1-1-1 0 0,-2 1 0 0 0,1-1 0 0 0,-2-10 0 0 0,0 12 293 0 0,0 1-1 0 0,0 0 1 0 0,-1 0-1 0 0,1-1 0 0 0,-1 2 1 0 0,0-1-1 0 0,0 0 0 0 0,-1 1 1 0 0,0-1-1 0 0,1 1 1 0 0,-1 0-1 0 0,-1 0 0 0 0,1 0 1 0 0,-1 1-1 0 0,1 0 1 0 0,-1 0-1 0 0,0 0 0 0 0,0 0 1 0 0,-8-3-1 0 0,-1 1-13 0 0,0 0 0 0 0,0 0 0 0 0,-1 1 0 0 0,1 1 0 0 0,-1 1 0 0 0,-20-2 0 0 0,24 5-3 0 0,9-1 132 0 0,-1 0-1 0 0,1 1 0 0 0,0-1 0 0 0,-1 0 1 0 0,1 0-1 0 0,-1-1 0 0 0,1 1 1 0 0,-5-2-1 0 0,6 0 389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5.5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84 368 0 0,'0'0'3275'0'0,"18"-7"-514"0"0,-5 2-68 0 0,53-20 5579 0 0,-8 8-5981 0 0,-23 7-2291 0 0,-18 5 0 0 0,-1 1 0 0 0,1 0 0 0 0,0 2 0 0 0,20-2 0 0 0,-36 5 0 0 0,-1-1 0 0 0,1 1 0 0 0,0-1 0 0 0,-1 1 0 0 0,1 0 0 0 0,-1 0 0 0 0,0-1 0 0 0,1 1 0 0 0,-1 0 0 0 0,1 0 0 0 0,-1 0 0 0 0,0-1 0 0 0,0 1 0 0 0,1 0 0 0 0,-1 0 0 0 0,0 0 0 0 0,0 0 0 0 0,0 1 0 0 0,0-1 0 0 0,1 12-494 0 0,0 0-1 0 0,-1 1 1 0 0,-1-1-1 0 0,0 0 1 0 0,-1 0-1 0 0,0 0 1 0 0,-1 0 0 0 0,0 0-1 0 0,-1 0 1 0 0,-1-1-1 0 0,0 1 1 0 0,0-1-1 0 0,-1-1 1 0 0,-1 1-1 0 0,-9 12 1 0 0,-11 13-1509 0 0,-2-2 0 0 0,-1-1 0 0 0,-36 32 1 0 0,64-65 1956 0 0,0 2-65 0 0,0-1 0 0 0,-1 1 0 0 0,1-1-1 0 0,-1 0 1 0 0,1 0 0 0 0,-1 0 0 0 0,1-1 0 0 0,-1 1 0 0 0,0-1 0 0 0,0 1 0 0 0,0-1-1 0 0,0 0 1 0 0,0 0 0 0 0,-4 1 0 0 0,-4-2-1384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5.6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1 394 0 0,'0'0'3172'0'0,"109"89"12922"0"0,-94-74-16094 0 0,0-1 0 0 0,0 1 0 0 0,0-1 0 0 0,8 1 0 0 0,-8-1 0 0 0,0-3 0 0 0,4-3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5.8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1 686 0 0,'0'0'2637'0'0,"5"16"-1288"0"0,-4-10-983 0 0,31 122 7698 0 0,-12-5-7822 0 0,42 374-9345 0 0,-54-361 7853 0 0,-8-97-5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6.6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92 106 0 0,'0'0'4226'0'0,"5"11"-1585"0"0,-2-2-63 0 0,-2-5-1447 0 0,0 1 0 0 0,1 0 0 0 0,0 0 0 0 0,0-1 0 0 0,1 1 0 0 0,4 5 0 0 0,-6-7-932 0 0,1-1 1 0 0,0 0-1 0 0,0 0 0 0 0,0-1 1 0 0,0 1-1 0 0,1 0 0 0 0,-1-1 0 0 0,0 1 1 0 0,1-1-1 0 0,4 3 0 0 0,14 2-199 0 0,-1-1 0 0 0,1 0 0 0 0,0-2 0 0 0,0 0 0 0 0,0-2 0 0 0,0 0 0 0 0,35-3 0 0 0,-52 1 0 0 0,1 1 0 0 0,-1-1 0 0 0,0 0 0 0 0,0-1 0 0 0,1 1 0 0 0,-1-1 0 0 0,0 1 0 0 0,0-1 0 0 0,-1 0 0 0 0,1-1 0 0 0,0 1 0 0 0,-1-1 0 0 0,1 1 0 0 0,-1-1 0 0 0,0 0 0 0 0,0 0 0 0 0,0-1 0 0 0,4-5 0 0 0,-5 7 0 0 0,-1-1 0 0 0,0 1 0 0 0,0-1 0 0 0,0 1 0 0 0,0-1 0 0 0,0 1 0 0 0,0-1 0 0 0,-1 0 0 0 0,1 1 0 0 0,-1-1 0 0 0,0 0 0 0 0,0 0 0 0 0,0 1 0 0 0,0-1 0 0 0,0 0 0 0 0,-1 1 0 0 0,1-1 0 0 0,-1 0 0 0 0,0 1 0 0 0,1-1 0 0 0,-1 0 0 0 0,0 1 0 0 0,-1-1 0 0 0,1 1 0 0 0,0 0 0 0 0,-1-1 0 0 0,1 1 0 0 0,-1 0 0 0 0,0 0 0 0 0,-4-4 0 0 0,-1-1-560 0 0,0 0 0 0 0,-1 1-1 0 0,0 0 1 0 0,-1 0 0 0 0,1 0 0 0 0,-1 1-1 0 0,0 1 1 0 0,-1-1 0 0 0,-10-2 0 0 0,14 5 189 0 0,1 0 1 0 0,-1 1-1 0 0,0 0 1 0 0,0 0 0 0 0,0 1-1 0 0,0 0 1 0 0,0 0-1 0 0,1 0 1 0 0,-1 1 0 0 0,0-1-1 0 0,0 1 1 0 0,0 1-1 0 0,1-1 1 0 0,-1 1-1 0 0,0 0 1 0 0,1 0 0 0 0,-8 5-1 0 0,1 1-262 0 0,0 0 1 0 0,1 0-1 0 0,0 1 0 0 0,-18 19 0 0 0,20-18 653 0 0,1 0 1 0 0,0 1-1 0 0,0 0 0 0 0,1 0 0 0 0,0 1 1 0 0,1 0-1 0 0,1 0 0 0 0,0 1 0 0 0,0-1 1 0 0,1 1-1 0 0,1 0 0 0 0,0 0 0 0 0,1 0 1 0 0,-1 25-1 0 0,3-24 26 0 0,1 1 0 0 0,0-1 0 0 0,1 0 1 0 0,7 27-1 0 0,-6-33-19 0 0,0 0 1 0 0,0-1 0 0 0,1 1-1 0 0,0-1 1 0 0,0 1 0 0 0,1-1-1 0 0,0 0 1 0 0,0-1 0 0 0,10 11-1 0 0,-7-10-23 0 0,1 0 0 0 0,0 0-1 0 0,0-1 1 0 0,0-1-1 0 0,1 1 1 0 0,0-2 0 0 0,0 1-1 0 0,0-1 1 0 0,0-1-1 0 0,1 1 1 0 0,-1-2 0 0 0,1 0-1 0 0,0 0 1 0 0,0-1-1 0 0,0 0 1 0 0,13-1 0 0 0,-11-1-197 0 0,-1 0 0 0 0,1 0 0 0 0,-1-2 0 0 0,1 1 0 0 0,-1-2 1 0 0,0 0-1 0 0,-1 0 0 0 0,1-1 0 0 0,-1 0 0 0 0,1-1 0 0 0,-2 0 1 0 0,1-1-1 0 0,16-13 0 0 0,-10 3-1920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7.8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188 170 324 0 0,'0'0'245'0'0,"-9"4"2948"0"0,4-2-1075 0 0,-43 15 8586 0 0,8-11-7628 0 0,-9-6-3076 0 0,48-1 2 0 0,4 0 0 0 0,6-2-20 0 0,26 1-281 0 0,-28 1-1691 0 0,1 1 0 0 0,-1 1-1 0 0,0-1 1 0 0,0 1-1 0 0,0 1 1 0 0,0-1 0 0 0,0 1-1 0 0,11 5 1 0 0,-15-6 2008 0 0,0 0 0 0 0,0 0-1 0 0,0 0 1 0 0,0 0 0 0 0,0-1 0 0 0,0 1-1 0 0,1-1 1 0 0,-1 0 0 0 0,0 0 0 0 0,0 0 0 0 0,0 0-1 0 0,0-1 1 0 0,0 1 0 0 0,1-1 0 0 0,-1 0-1 0 0,0 0 1 0 0,0 0 0 0 0,0 0 0 0 0,-1 0-1 0 0,1-1 1 0 0,0 1 0 0 0,0-1 0 0 0,3-3 0 0 0,-3 2-1 0 0,0 1 0 0 0,0-1 0 0 0,0 0 0 0 0,-1 0 0 0 0,0 0 0 0 0,1 0 0 0 0,-1 0 0 0 0,0-1 0 0 0,-1 1 0 0 0,1-1 0 0 0,-1 1 0 0 0,1-1 0 0 0,-1 0 0 0 0,0 1 0 0 0,0-1 0 0 0,-1 0 0 0 0,1-7 0 0 0,-1 8 64 0 0,0-17 2981 0 0,0-26 9601 0 0,0 30-10976 0 0,-2 13-1687 0 0,-1 1 0 0 0,1 0 0 0 0,-1-1 0 0 0,0 1 0 0 0,0 1 0 0 0,0-1 0 0 0,0 0 0 0 0,-1 1 0 0 0,1-1 0 0 0,-6-1 0 0 0,-2-1-1098 0 0,0 1-1 0 0,0-1 0 0 0,0 2 1 0 0,0 0-1 0 0,-1 0 1 0 0,1 1-1 0 0,-1 0 1 0 0,-19 2-1 0 0,29 0 786 0 0,-1 0-1 0 0,0 0 1 0 0,1 0 0 0 0,-1 1 0 0 0,1-1-1 0 0,-1 1 1 0 0,1-1 0 0 0,0 1-1 0 0,0 0 1 0 0,0 0 0 0 0,0 0-1 0 0,0 0 1 0 0,0 0 0 0 0,0 1 0 0 0,-2 4-1 0 0,-22 42 355 0 0,23-42-105 0 0,-4 10 103 0 0,0 0 1 0 0,1 1-1 0 0,0 0 0 0 0,2 0 1 0 0,0 1-1 0 0,1-1 0 0 0,1 1 1 0 0,1 0-1 0 0,0 20 0 0 0,2-33-30 0 0,0-1 0 0 0,0 1-1 0 0,0-1 1 0 0,1 1-1 0 0,-1-1 1 0 0,1 1-1 0 0,1-1 1 0 0,-1 0 0 0 0,1 0-1 0 0,0 0 1 0 0,0 0-1 0 0,0 0 1 0 0,6 6 0 0 0,-3-5-8 0 0,1 0 1 0 0,-1-1 0 0 0,1 0 0 0 0,0 0-1 0 0,1 0 1 0 0,-1-1 0 0 0,1 0 0 0 0,11 4-1 0 0,-4-3-21 0 0,0 0-1 0 0,1-1 0 0 0,-1-1 0 0 0,1-1 0 0 0,0 0 1 0 0,0-1-1 0 0,0 0 0 0 0,0-2 0 0 0,24-2 0 0 0,-24-1-130 0 0,0 0-1 0 0,0-1 0 0 0,0-1 1 0 0,-1 0-1 0 0,1-1 0 0 0,-2-1 1 0 0,1 0-1 0 0,-1-1 0 0 0,0 0 0 0 0,-1-1 1 0 0,0-1-1 0 0,-1 0 0 0 0,0-1 1 0 0,18-22-1 0 0,-18 13-983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8.3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1 810 0 0,'0'0'2677'0'0,"-5"18"145"0"0,-1-1-319 0 0,-10 45 5814 0 0,10-4-5816 0 0,6 169-5579 0 0,5-145-809 0 0,3-1 1 0 0,24 97-1 0 0,-29-162 3938 0 0,7 24-537 0 0,-10-39 497 0 0,1 1 0 0 0,-1-1 1 0 0,1 1-1 0 0,0-1 0 0 0,-1 0 0 0 0,1 1 1 0 0,0-1-1 0 0,0 0 0 0 0,0 0 0 0 0,0 1 1 0 0,0-1-1 0 0,0 0 0 0 0,1 0 1 0 0,-1 0-1 0 0,0 0 0 0 0,0 0 0 0 0,1-1 1 0 0,-1 1-1 0 0,1 0 0 0 0,2 0 0 0 0,3 0 173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8.9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277 55 396 0 0,'0'0'2243'0'0,"-9"-8"664"0"0,-27-23 8388 0 0,34 29-11015 0 0,0 1 1 0 0,-1-1-1 0 0,1 1 1 0 0,0-1-1 0 0,-1 1 1 0 0,1 0-1 0 0,-1 0 1 0 0,0 0-1 0 0,1 0 1 0 0,-1 0-1 0 0,-2 0 1 0 0,-1 1-354 0 0,1 0-1 0 0,0 0 1 0 0,0 0 0 0 0,-1 1 0 0 0,1-1-1 0 0,-7 3 1 0 0,8-2 39 0 0,-4 1 34 0 0,1 0 0 0 0,-1 0 0 0 0,1 1 0 0 0,0 0 0 0 0,0 0 0 0 0,0 1 0 0 0,0 0 0 0 0,0 0 0 0 0,1 0 0 0 0,-1 1 0 0 0,1 0 0 0 0,1 0 0 0 0,-1 1 0 0 0,1 0 0 0 0,0 0 0 0 0,0 0 0 0 0,-4 8 0 0 0,4-5 0 0 0,0 0 0 0 0,1 1 0 0 0,0-1 0 0 0,1 1 0 0 0,0 0 0 0 0,0 0 0 0 0,1 0 0 0 0,1 1 0 0 0,0-1 0 0 0,0 0 0 0 0,1 1 0 0 0,1 14 0 0 0,0-20-145 0 0,0-1 1 0 0,0 1-1 0 0,0-1 0 0 0,1 0 0 0 0,-1 0 1 0 0,1 1-1 0 0,0-1 0 0 0,0 0 0 0 0,1-1 0 0 0,-1 1 1 0 0,1 0-1 0 0,0-1 0 0 0,0 1 0 0 0,0-1 1 0 0,0 0-1 0 0,1 0 0 0 0,-1 0 0 0 0,1-1 0 0 0,0 1 1 0 0,0-1-1 0 0,0 0 0 0 0,5 3 0 0 0,1-1-322 0 0,0 0 0 0 0,-1-1 0 0 0,1 0 0 0 0,0-1 0 0 0,1 0 0 0 0,-1 0 0 0 0,0-1 0 0 0,17 0 0 0 0,-21-2-196 0 0,-1 1 0 0 0,1-1 0 0 0,-1 0 1 0 0,1-1-1 0 0,-1 1 0 0 0,0-1 0 0 0,1 0 1 0 0,-1 0-1 0 0,0-1 0 0 0,9-5 0 0 0,-10 5 631 0 0,1-1-1 0 0,-1 1 0 0 0,0-1 0 0 0,0 0 0 0 0,-1 0 0 0 0,1 0 0 0 0,-1 0 0 0 0,0 0 0 0 0,0-1 0 0 0,0 0 0 0 0,-1 1 0 0 0,0-1 0 0 0,0 0 0 0 0,0 0 0 0 0,0 0 0 0 0,-1-1 0 0 0,0 1 0 0 0,1-6 0 0 0,4-96 207 0 0,6 47 13592 0 0,17 109-12441 0 0,-20-31-2569 0 0,2 0 0 0 0,0-1 0 0 0,1 0 0 0 0,21 23 0 0 0,-19-25-558 0 0,0-2-482 0 0,-1 1 1 0 0,18 11 0 0 0,-25-21 2118 0 0,-1-1 1 0 0,1 1 0 0 0,0-1-1 0 0,0-1 1 0 0,11 4 0 0 0,11-4-904 0 0,-19-2-217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49.8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267 69 148 0 0,'0'0'1231'0'0,"-16"-3"1879"0"0,-49-8 9029 0 0,60 10-11727 0 0,-1-1 0 0 0,0 1 0 0 0,1-1-1 0 0,0 0 1 0 0,-1 0 0 0 0,1 0 0 0 0,0-1 0 0 0,-5-3 0 0 0,-14-6-1087 0 0,21 12 577 0 0,-1-1-1 0 0,1 0 1 0 0,0 1 0 0 0,-1 0-1 0 0,1 0 1 0 0,0 0-1 0 0,-1 0 1 0 0,1 1-1 0 0,0-1 1 0 0,0 1 0 0 0,-1 0-1 0 0,1 0 1 0 0,0 0-1 0 0,0 0 1 0 0,0 0 0 0 0,0 1-1 0 0,0-1 1 0 0,0 1-1 0 0,0 0 1 0 0,-4 4-1 0 0,-16 8-786 0 0,8-3-3632 0 0,37-9-4929 0 0,-3-8 10710 0 0,86-55-1754 0 0,-109 62 678 0 0,-6-1-156 0 0,-1 2 1 0 0,-16 3 0 0 0,-45 24 1060 0 0,79-25-2111 0 0,4-1 1009 0 0,5-2-616 0 0,2-1-489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50.6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219 36 286 0 0,'-5'-6'6084'0'0,"4"4"-5559"0"0,0 0 367 0 0,-8-8 3566 0 0,7 8-3566 0 0,0 0-1 0 0,-1 1 1 0 0,1-1 0 0 0,-3-1-1 0 0,2 2-562 0 0,0 0-1 0 0,0 0 1 0 0,0 0 0 0 0,0 1-1 0 0,0-1 1 0 0,0 1-1 0 0,0 0 1 0 0,-4-1-1 0 0,3 2-328 0 0,0-1 0 0 0,0 1 0 0 0,0 0 0 0 0,0 0 0 0 0,-1 0 0 0 0,1 0 0 0 0,0 1 0 0 0,1 0 0 0 0,-1 0 0 0 0,0 0 0 0 0,1 0 0 0 0,-1 0 0 0 0,-5 5 0 0 0,-4 5 0 0 0,0 1 0 0 0,-10 13 0 0 0,4-5 0 0 0,16-18-1 0 0,-1 1 0 0 0,1 0 1 0 0,0 0-1 0 0,0 0 0 0 0,1 0 0 0 0,-1 0 0 0 0,1 1 0 0 0,0-1 0 0 0,-2 8 0 0 0,4-12 1 0 0,0 1 0 0 0,0 0 0 0 0,0 0 0 0 0,0-1 0 0 0,0 1 0 0 0,0 0 0 0 0,1-1-1 0 0,-1 1 1 0 0,0 0 0 0 0,0-1 0 0 0,1 1 0 0 0,-1 0 0 0 0,1-1 0 0 0,-1 1 0 0 0,0-1 0 0 0,1 1 0 0 0,-1 0-1 0 0,1-1 1 0 0,-1 1 0 0 0,1-1 0 0 0,0 1 0 0 0,-1-1 0 0 0,1 0 0 0 0,-1 1 0 0 0,1-1 0 0 0,0 0 0 0 0,-1 1 0 0 0,1-1-1 0 0,0 0 1 0 0,0 0 0 0 0,1 1 0 0 0,25 5 12 0 0,-25-5-12 0 0,72 6-2194 0 0,-59-7 1227 0 0,0 1 0 0 0,0 0 1 0 0,0 1-1 0 0,-1 1 0 0 0,1 0 0 0 0,25 10 1 0 0,-39-12 700 0 0,0-1 0 0 0,1 1 1 0 0,-1-1-1 0 0,0 1 0 0 0,0 0 1 0 0,0-1-1 0 0,0 1 1 0 0,0 0-1 0 0,-1 0 0 0 0,1-1 1 0 0,0 1-1 0 0,0 0 0 0 0,0 0 1 0 0,-1 0-1 0 0,1 0 1 0 0,-1 0-1 0 0,1 0 0 0 0,0 0 1 0 0,-1 0-1 0 0,0 1 0 0 0,1-1 1 0 0,-1 0-1 0 0,1 2 1 0 0,-1-1 205 0 0,-1 0 1 0 0,1 0 0 0 0,0-1 0 0 0,-1 1 0 0 0,1 0 0 0 0,-1 0 0 0 0,0 0 0 0 0,1 0-1 0 0,-1-1 1 0 0,0 1 0 0 0,0 0 0 0 0,0-1 0 0 0,-2 3 0 0 0,-5 5 602 0 0,0 0 1 0 0,-1-1-1 0 0,-17 13 0 0 0,21-16-991 0 0,-64 46 11483 0 0,80-53-9431 0 0,-2-3-1562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50.9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1 158 0 0,'0'0'3379'0'0,"-16"8"-598"0"0,-48 28 7897 0 0,61-35-10374 0 0,0 1 0 0 0,0 0 1 0 0,0 0-1 0 0,1 0 0 0 0,-1 1 0 0 0,1-1 0 0 0,-1 1 0 0 0,1-1 0 0 0,-3 5 1 0 0,4-5-318 0 0,0 0-1 0 0,1 0 1 0 0,-1 1 0 0 0,0-1 0 0 0,0 1 0 0 0,1-1 0 0 0,0 1 0 0 0,-1-1 0 0 0,1 1 0 0 0,0-1 0 0 0,0 1 0 0 0,1-1-1 0 0,-1 4 1 0 0,1 7-181 0 0,-1-11 195 0 0,0 0 1 0 0,1 1-1 0 0,-1-1 0 0 0,1 0 0 0 0,-1 0 0 0 0,1 0 0 0 0,0 0 0 0 0,0 0 1 0 0,0-1-1 0 0,0 1 0 0 0,0 0 0 0 0,0 0 0 0 0,0-1 0 0 0,1 1 1 0 0,-1 0-1 0 0,1-1 0 0 0,-1 1 0 0 0,1-1 0 0 0,0 0 0 0 0,-1 0 1 0 0,3 2-1 0 0,6 2-16 0 0,-1 1 0 0 0,21 6 1 0 0,-9-3-80 0 0,-19-8 84 0 0,13 5 7 0 0,-1 1 0 0 0,0 1 0 0 0,-1 0 0 0 0,14 11-1 0 0,-24-17 10 0 0,-1 0 0 0 0,1 1 0 0 0,0 0 0 0 0,0-1 0 0 0,-1 1 0 0 0,0 0 0 0 0,0 0 0 0 0,0 0 0 0 0,0 1 0 0 0,0-1 0 0 0,0 1 0 0 0,-1-1 0 0 0,0 1 0 0 0,1-1 0 0 0,-1 1 0 0 0,-1-1 0 0 0,1 1 0 0 0,0 0 0 0 0,-1 0 0 0 0,0-1 0 0 0,0 1 0 0 0,-1 7 0 0 0,0-8-6 0 0,0 0 0 0 0,0 0 0 0 0,0 0 0 0 0,-1 0 0 0 0,1 0 0 0 0,-1-1 0 0 0,0 1 0 0 0,0 0 0 0 0,0-1 0 0 0,-4 5 0 0 0,-30 25 0 0 0,22-20 0 0 0,4-2 9 0 0,-33 26 36 0 0,40-33-69 0 0,0-1 1 0 0,-1 0 0 0 0,1 0 0 0 0,-1 0-1 0 0,1-1 1 0 0,-1 1 0 0 0,1-1 0 0 0,-1 0 0 0 0,0 0-1 0 0,0 0 1 0 0,-5 0 0 0 0,1-1-1104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51.6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0 1040 0 0,'0'0'3850'0'0,"-72"0"10920"0"0,72 2-14972 0 0,4 0-60 0 0,8 1 726 0 0,3 0-464 0 0,-8-1 0 0 0,4 1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51.8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1360 0 0,'12'0'18300'0'0,"-5"0"-19408"0"0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2:52.0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0 146 0 0,'0'0'2266'0'0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01.5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234 0 1096 0 0,'-25'1'16161'0'0,"19"1"-15194"0"0,-22 15 1750 0 0,15-5-3901 0 0,-23 26 1 0 0,27-27 2188 0 0,-21 21-1539 0 0,-25 30-2357 0 0,23-18-2475 0 0,51-45 2191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01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171 0 814 0 0,'0'0'2808'0'0,"-80"84"13230"0"0,62-63-16038 0 0,-1-4 0 0 0,4 2 0 0 0,0-2 0 0 0,3-6 0 0 0,5-3 0 0 0,3-3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28.7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220 16 330 0 0,'-23'-5'16900'0'0,"7"-1"-14470"0"0,14 5-2430 0 0,0 0 0 0 0,-1 0 0 0 0,1 1 0 0 0,0-1 0 0 0,0 1 0 0 0,0 0 0 0 0,-1 0 0 0 0,1 0 0 0 0,0 0 0 0 0,0 0 0 0 0,-1 0 0 0 0,-2 1 0 0 0,-3 0 0 0 0,-3 0 0 0 0,0 1 0 0 0,1 0 0 0 0,-1 1 0 0 0,1 0 0 0 0,0 1 0 0 0,0 0 0 0 0,0 0 0 0 0,0 1 0 0 0,1 0 0 0 0,-13 10 0 0 0,20-14 1 0 0,1 1-1 0 0,0-1 1 0 0,-1 1 0 0 0,1-1-1 0 0,0 1 1 0 0,0-1 0 0 0,0 1-1 0 0,0 0 1 0 0,0 0 0 0 0,0 0-1 0 0,1-1 1 0 0,-1 1 0 0 0,0 0-1 0 0,1 0 1 0 0,0 0-1 0 0,-1 0 1 0 0,1 2 0 0 0,0 40-22 0 0,0-28-20 0 0,22 339-5987 0 0,-2-108-912 0 0,-16-160 4923 0 0,7 214 1666 0 0,-15 109 753 0 0,8-273-397 0 0,-2-107 26 0 0,1 0 0 0 0,2-1 0 0 0,1 0 0 0 0,18 53 0 0 0,-11-48 775 0 0,1-2 0 0 0,25 46 0 0 0,-36-74-418 0 0,-1 0 0 0 0,1 0-1 0 0,0 0 1 0 0,0 0 0 0 0,0 0-1 0 0,0-1 1 0 0,1 1 0 0 0,-1-1-1 0 0,1 0 1 0 0,0 0 0 0 0,0 0-1 0 0,0-1 1 0 0,0 0 0 0 0,0 1 0 0 0,1-1-1 0 0,-1-1 1 0 0,1 1 0 0 0,-1-1-1 0 0,1 1 1 0 0,0-1 0 0 0,0-1-1 0 0,-1 1 1 0 0,1-1 0 0 0,0 0-1 0 0,0 0 1 0 0,0 0 0 0 0,-1 0-1 0 0,1-1 1 0 0,0 0 0 0 0,0 0 0 0 0,7-3-1 0 0,10-3-570 0 0,0 1 1 0 0,0 1-1 0 0,0 1 0 0 0,26-1 1 0 0,89 1-1669 0 0,-121 4 1636 0 0,15 0-2041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29.9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1640 0 0,'0'0'1700'0'0,"18"2"1131"0"0,-9-1-1094 0 0,63 6 7394 0 0,-9-5-6510 0 0,-37-4-2621 0 0,31-4 0 0 0,-5-1 0 0 0,-51 8 1 0 0,-1-1-1 0 0,1 0 1 0 0,0 0-1 0 0,0 0 1 0 0,0 1-1 0 0,-1-1 1 0 0,1 0-1 0 0,0 1 1 0 0,0-1-1 0 0,-1 1 1 0 0,1-1-1 0 0,0 1 0 0 0,-1-1 1 0 0,1 1-1 0 0,-1 0 1 0 0,1-1-1 0 0,0 1 1 0 0,-1-1-1 0 0,0 1 1 0 0,1 0-1 0 0,-1 0 1 0 0,1-1-1 0 0,-1 1 1 0 0,0 0-1 0 0,1 0 1 0 0,-1 0-1 0 0,0-1 1 0 0,0 1-1 0 0,0 0 1 0 0,0 0-1 0 0,0 0 1 0 0,0 0-1 0 0,0-1 1 0 0,0 3-1 0 0,1 42-20 0 0,-2-24-55 0 0,5 14-644 0 0,2-1 1 0 0,2 0-1 0 0,16 48 1 0 0,1 5-770 0 0,52 203-5887 0 0,-13-49 3322 0 0,-6 2 4096 0 0,-38-131 89 0 0,9 225 1 0 0,-27-301-89 0 0,-1 0 0 0 0,-3-1 1 0 0,-1 1-1 0 0,-1-1 0 0 0,-12 44 0 0 0,-20 33 979 0 0,32-101-2347 0 0,-8 19 4095 0 0,10-27-1813 0 0,0 0 1 0 0,0 0-1 0 0,0-1 1 0 0,-1 1-1 0 0,1-1 1 0 0,-1 1-1 0 0,1-1 1 0 0,-1 0-1 0 0,0 0 1 0 0,0 0-1 0 0,0 0 1 0 0,-5 2-1 0 0,-98 55-619 0 0,67-35-764 0 0,-72 32 0 0 0,89-47 582 0 0,9-3-247 0 0,0 0-1 0 0,0-2 1 0 0,-1 1 0 0 0,1-2 0 0 0,-1 1 0 0 0,-26 1 0 0 0,37-5 60 0 0,3 0 22 0 0,-1 0-1 0 0,1 0 0 0 0,0 1 0 0 0,-1-1 1 0 0,1 0-1 0 0,0 0 0 0 0,-1 0 0 0 0,1 0 0 0 0,0-1 1 0 0,-1 1-1 0 0,1 0 0 0 0,0 0 0 0 0,-1 0 1 0 0,1 0-1 0 0,0 0 0 0 0,-1 0 0 0 0,1 0 0 0 0,0-1 1 0 0,-1 1-1 0 0,1 0 0 0 0,0 0 0 0 0,-1-1 1 0 0,1 1-1 0 0,0 0 0 0 0,0 0 0 0 0,-1-1 1 0 0,1 1-1 0 0,0 0 0 0 0,0 0 0 0 0,0-1 0 0 0,-1 1 1 0 0,1-1-1 0 0,-4-11 640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44.1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422 25 1418 0 0,'0'0'1869'0'0,"-13"-4"996"0"0,-41-12 7948 0 0,49 15-10652 0 0,0 0-1 0 0,0 0 1 0 0,0 0-1 0 0,0 1 1 0 0,0 0-1 0 0,0 0 1 0 0,0 0-1 0 0,0 0 1 0 0,0 1-1 0 0,0 0 1 0 0,0 0-1 0 0,1 0 1 0 0,-1 1 0 0 0,0-1-1 0 0,0 1 1 0 0,-8 5-1 0 0,3 0-735 0 0,-1 1 0 0 0,1 0 1 0 0,0 0-1 0 0,-13 16 0 0 0,13-14-98 0 0,-8 10-568 0 0,2 0-1 0 0,0 0 1 0 0,1 2 0 0 0,1 0 0 0 0,1 0 0 0 0,-11 28 0 0 0,8-12 654 0 0,3 0 1 0 0,0 0-1 0 0,-8 50 0 0 0,18-68 606 0 0,0 1 0 0 0,1-1 0 0 0,1 1 0 0 0,0-1 0 0 0,4 27 0 0 0,0-32-16 0 0,-1 0 0 0 0,2 0 1 0 0,0 0-1 0 0,1-1 0 0 0,0 1 1 0 0,1-2-1 0 0,15 26 0 0 0,-12-25 0 0 0,1 0 0 0 0,1 0 0 0 0,0-1-1 0 0,0-1 1 0 0,2 0 0 0 0,-1-1 0 0 0,1 0 0 0 0,1 0-1 0 0,0-2 1 0 0,0 0 0 0 0,1 0 0 0 0,0-2 0 0 0,1 0-1 0 0,16 6 1 0 0,-21-10-2 0 0,1 1-1 0 0,0-2 1 0 0,0 0-1 0 0,0 0 1 0 0,0-1-1 0 0,0 0 1 0 0,0-1-1 0 0,0-1 1 0 0,0 0-1 0 0,0 0 1 0 0,0-1-1 0 0,-1-1 1 0 0,1 0 0 0 0,0 0-1 0 0,-1-1 1 0 0,0-1-1 0 0,0 0 1 0 0,0 0-1 0 0,-1-1 1 0 0,14-10-1 0 0,-12 6 94 0 0,-1 0-1 0 0,-1 0 1 0 0,0-1-1 0 0,0 0 1 0 0,-1-1-1 0 0,-1 0 1 0 0,0 0 0 0 0,0-1-1 0 0,-1 0 1 0 0,-1 0-1 0 0,0-1 1 0 0,-1 0-1 0 0,4-17 1 0 0,-2 2 285 0 0,-1 0 1 0 0,3-47-1 0 0,-6-13-2494 0 0,-4 71 2058 0 0,0 0 0 0 0,-2 0 0 0 0,0 1 0 0 0,-1-1 0 0 0,-1 1 0 0 0,0 0 0 0 0,-1 0 0 0 0,-1 1 0 0 0,-1-1 0 0 0,0 2 1 0 0,-2-1-1 0 0,-16-21 0 0 0,16 23 89 0 0,-1 1 1 0 0,0 0 0 0 0,-1 1 0 0 0,-1 1-1 0 0,0-1 1 0 0,0 2 0 0 0,-1 0 0 0 0,-1 1-1 0 0,1 0 1 0 0,-1 1 0 0 0,-1 1 0 0 0,1 0-1 0 0,-24-5 1 0 0,31 10 278 0 0,0 0 0 0 0,0 1 0 0 0,-1 0 0 0 0,1 0 0 0 0,-12 1 0 0 0,17 0-24 0 0,0 1-1 0 0,1-1 0 0 0,-1 0 0 0 0,0 1 0 0 0,1 0 1 0 0,-1-1-1 0 0,0 1 0 0 0,1 0 0 0 0,-1 1 0 0 0,1-1 0 0 0,0 0 1 0 0,-1 1-1 0 0,1-1 0 0 0,0 1 0 0 0,0 0 0 0 0,0-1 0 0 0,0 1 1 0 0,0 0-1 0 0,0 0 0 0 0,-2 4 0 0 0,1 0-556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44.9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74 1146 0 0,'0'0'2231'0'0,"19"-3"530"0"0,-12 1-1822 0 0,85-13 10884 0 0,-43 6-11084 0 0,62-16-3402 0 0,-39 5-6630 0 0,-74 23 9052 0 0,0-1 0 0 0,0 1 0 0 0,0-1 0 0 0,1 1 0 0 0,-1 0 0 0 0,1 0 0 0 0,-1-1 1 0 0,0 6-1 0 0,-20 44 4010 0 0,12-25-2042 0 0,-36 73-155 0 0,27-66-3936 0 0,-1-1 1 0 0,-30 38-1 0 0,23-32 1344 0 0,19-27 928 0 0,0 0-1 0 0,-1 0 0 0 0,0-1 1 0 0,-14 12-1 0 0,23-23 79 0 0,0 0 0 0 0,0 0 0 0 0,0 0 0 0 0,0 0 0 0 0,0 0 0 0 0,0 0 0 0 0,0 0 0 0 0,0 0 0 0 0,0 0-1 0 0,0 0 1 0 0,0 0 0 0 0,0 0 0 0 0,0 1 0 0 0,0-1 0 0 0,0 0 0 0 0,0 0 0 0 0,-1 0 0 0 0,1 0 0 0 0,0 0-1 0 0,0 0 1 0 0,0 0 0 0 0,0 0 0 0 0,0 0 0 0 0,0 0 0 0 0,0 0 0 0 0,0 0 0 0 0,0 0 0 0 0,0 0 0 0 0,0 0-1 0 0,0 0 1 0 0,0 0 0 0 0,0 0 0 0 0,-1 0 0 0 0,1 0 0 0 0,0 0 0 0 0,0 0 0 0 0,0-1 0 0 0,0 1 0 0 0,0 0 0 0 0,0 0-1 0 0,0 0 1 0 0,0 0 0 0 0,0 0 0 0 0,0 0 0 0 0,0 0 0 0 0,0 0 0 0 0,0 0 0 0 0,0 0 0 0 0,0 0 0 0 0,0 0-1 0 0,0 0 1 0 0,0 0 0 0 0,0 0 0 0 0,0 0 0 0 0,0 0 0 0 0,0 0 0 0 0,0-1 0 0 0,0 1 0 0 0,0 0 0 0 0,0 0 0 0 0,0 0-1 0 0,0 0 1 0 0,0 0 0 0 0,0 0 0 0 0,0 0 0 0 0,0 0 0 0 0,0 0 0 0 0,1-9-529 0 0,4-10-397 0 0,3-6-268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45.1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0 614 0 0,'0'0'2558'0'0,"53"91"13930"0"0,-41-78-16488 0 0,-9 0 0 0 0,5-2 0 0 0,-4 1 0 0 0,7-3 0 0 0,-4-2 0 0 0,1-1-364 0 0,0-3 728 0 0,7-3-364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45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0 122 1186 0 0,'0'0'1736'0'0,"110"-40"15002"0"0,-88 27-16738 0 0,1-1 0 0 0,-4 0 0 0 0,0-1 0 0 0,-1 1 0 0 0,-2 2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45.4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1 346 0 0,'-2'2'5609'0'0,"1"1"-5037"0"0,-1 0 1 0 0,1 1-1 0 0,-1-1 1 0 0,1 0 0 0 0,0 1-1 0 0,0-1 1 0 0,0 0-1 0 0,1 1 1 0 0,-1-1 0 0 0,1 1-1 0 0,0 3 1 0 0,1 49 5016 0 0,0-25-4344 0 0,-1 1-1870 0 0,1-3-1704 0 0,-1 0 0 0 0,-2 0 0 0 0,-9 48 0 0 0,4-50 481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45.8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93 1072 0 0,'0'0'1447'0'0,"-4"10"1471"0"0,-11 29 8464 0 0,23-59-8869 0 0,0-3-3132 0 0,1 1-1 0 0,15-28 1 0 0,-22 48 247 0 0,0 0-1 0 0,-1 0 1 0 0,1 0 0 0 0,0 0-1 0 0,1 0 1 0 0,-1 0 0 0 0,0 1 0 0 0,0-1-1 0 0,1 1 1 0 0,-1 0 0 0 0,1-1-1 0 0,-1 1 1 0 0,1 0 0 0 0,-1 0 0 0 0,1 1-1 0 0,0-1 1 0 0,-1 1 0 0 0,1-1-1 0 0,0 1 1 0 0,0 0 0 0 0,-1 0-1 0 0,1 0 1 0 0,0 0 0 0 0,0 0 0 0 0,-1 1-1 0 0,1-1 1 0 0,0 1 0 0 0,-1 0-1 0 0,1 0 1 0 0,0 0 0 0 0,-1 0 0 0 0,1 0-1 0 0,-1 0 1 0 0,0 1 0 0 0,1-1-1 0 0,-1 1 1 0 0,0 0 0 0 0,3 3 0 0 0,7 9 377 0 0,0 1 1 0 0,-1 1-1 0 0,12 21 1 0 0,-21-33 7 0 0,0 0 52 0 0,0 0 1 0 0,1-1-1 0 0,-1 0 0 0 0,1 1 0 0 0,0-1 1 0 0,0 0-1 0 0,0 0 0 0 0,0-1 0 0 0,0 1 0 0 0,1 0 1 0 0,-1-1-1 0 0,1 0 0 0 0,-1 0 0 0 0,7 2 0 0 0,-7-3 48 0 0,-1 0-1 0 0,1-1 0 0 0,-1 0 0 0 0,1 1 1 0 0,0-1-1 0 0,-1 0 0 0 0,1 0 1 0 0,0-1-1 0 0,-1 1 0 0 0,1 0 0 0 0,0-1 1 0 0,-1 0-1 0 0,1 1 0 0 0,-1-1 0 0 0,1 0 1 0 0,-1 0-1 0 0,0-1 0 0 0,1 1 1 0 0,-1 0-1 0 0,0-1 0 0 0,0 1 0 0 0,0-1 1 0 0,0 0-1 0 0,2-2 0 0 0,22-24-1087 0 0,-15 7-225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46.3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0 854 0 0,'0'0'2042'0'0,"-3"16"337"0"0,0-4-825 0 0,-14 70 9143 0 0,14-41-8661 0 0,5 79-2289 0 0,-8 118 604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46.5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38 1048 0 0,'0'0'1571'0'0,"5"15"331"0"0,2 9 983 0 0,16 43 6127 0 0,-22-63-8682 0 0,1 0 0 0 0,0 0 0 0 0,0 0-1 0 0,0 0 1 0 0,1-1 0 0 0,-1 1 0 0 0,1 0-1 0 0,0-1 1 0 0,6 6 0 0 0,-6-7-333 0 0,1 1 0 0 0,-1-1 0 0 0,1 0 1 0 0,0 0-1 0 0,-1 0 0 0 0,1-1 0 0 0,0 1 0 0 0,0-1 0 0 0,0 0 0 0 0,0 0 1 0 0,0-1-1 0 0,0 1 0 0 0,1-1 0 0 0,-1 1 0 0 0,0-2 0 0 0,0 1 0 0 0,0 0 1 0 0,0-1-1 0 0,1 1 0 0 0,-1-1 0 0 0,0 0 0 0 0,0-1 0 0 0,-1 1 0 0 0,1-1 1 0 0,0 0-1 0 0,4-2 0 0 0,24-15-2290 0 0,57-42-1 0 0,19-36-9753 0 0,-93 82 10948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50.0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460 0 1528 0 0,'0'0'2283'0'0,"-9"6"462"0"0,-29 22 7743 0 0,26-12-7555 0 0,8 8-2993 0 0,3-15-197 0 0,-16 99-2076 0 0,-5-2 1 0 0,-59 176-1 0 0,-110 190-4593 0 0,179-445 6976 0 0,-17 36-185 0 0,-15 71 4808 0 0,45-135-4569 0 0,9-7 1023 0 0,20-28 1592 0 0,-18 18-515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50.3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1322 0 0,'0'0'1538'0'0,"9"19"1270"0"0,2 5 416 0 0,44 99 7351 0 0,59 132-13052 0 0,32 82-5570 0 0,-108-241 5342 0 0,40 114 1304 0 0,-69-178 1414 0 0,-1 1-1 0 0,-1 0 0 0 0,-2 0 0 0 0,1 56 1 0 0,-6-87 83 0 0,0 0 1 0 0,0 0 0 0 0,0 0-1 0 0,0-1 1 0 0,-1 1-1 0 0,1 0 1 0 0,0-1-1 0 0,-1 1 1 0 0,0 0 0 0 0,1-1-1 0 0,-1 1 1 0 0,0-1-1 0 0,0 1 1 0 0,0-1-1 0 0,0 1 1 0 0,0-1 0 0 0,0 1-1 0 0,0-1 1 0 0,-1 0-1 0 0,1 0 1 0 0,0 0-1 0 0,-1 0 1 0 0,1 0 0 0 0,-1 0-1 0 0,1 0 1 0 0,-1 0-1 0 0,1 0 1 0 0,-1-1-1 0 0,0 1 1 0 0,1-1 0 0 0,-1 1-1 0 0,0-1 1 0 0,0 0-1 0 0,-3 1 1 0 0,-4-1-278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50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1458 0 0,'0'0'2437'0'0,"18"11"-432"0"0,56 35 5876 0 0,-58-36-6188 0 0,1-2 0 0 0,22 9 0 0 0,-22-11-1075 0 0,35 7 0 0 0,-16-7-1023 0 0,62-1 0 0 0,-77-4 722 0 0,-11-1-391 0 0,24 2-1548 0 0,0-1 0 0 0,1-3 0 0 0,60-9-1 0 0,-61 2-848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54.6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0 850 0 0,'0'0'2820'0'0,"-5"15"-29"0"0,1-3-318 0 0,-17 56 5916 0 0,18-58-7805 0 0,2 0 0 0 0,-1 1 1 0 0,0 12-1 0 0,3-22-583 0 0,-1 0 0 0 0,0-1-1 0 0,0 1 1 0 0,1 0 0 0 0,-1 0 0 0 0,0-1-1 0 0,1 1 1 0 0,-1 0 0 0 0,0-1 0 0 0,1 1-1 0 0,-1 0 1 0 0,1-1 0 0 0,-1 1 0 0 0,1-1-1 0 0,0 1 1 0 0,-1-1 0 0 0,1 1 0 0 0,-1-1-1 0 0,1 1 1 0 0,0-1 0 0 0,-1 0-1 0 0,1 1 1 0 0,0-1 0 0 0,0 0 0 0 0,-1 0-1 0 0,1 1 1 0 0,0-1 0 0 0,0 0 0 0 0,-1 0-1 0 0,2 0 1 0 0,0 0-8 0 0,0 0 0 0 0,-1 1 0 0 0,1-1-1 0 0,0 0 1 0 0,-1 0 0 0 0,1 0 0 0 0,-1-1 0 0 0,1 1 0 0 0,0 0-1 0 0,-1-1 1 0 0,1 1 0 0 0,-1-1 0 0 0,1 1 0 0 0,-1-1 0 0 0,3-1-1 0 0,7-11-450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54.8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1568 0 0,'0'0'1486'0'0,"4"103"5671"0"0,0-81-4968 0 0,-4-4-966 0 0,7-2 1390 0 0,-3-5 264 0 0,15-3-2330 0 0,-12-3-547 0 0,12-5-603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51.6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0 696 0 0,'-3'2'6061'0'0,"3"-1"-5924"0"0,-1-1 0 0 0,1 1 1 0 0,-1-1-1 0 0,1 1 0 0 0,-1-1 0 0 0,1 1 0 0 0,0 0 0 0 0,-1-1 0 0 0,1 1 0 0 0,0-1 0 0 0,0 1 0 0 0,-1 0 0 0 0,1-1 0 0 0,0 1 0 0 0,0 0 0 0 0,0-1 0 0 0,0 1 1 0 0,0 0-1 0 0,0-1 0 0 0,0 1 0 0 0,0 0 0 0 0,0 0 0 0 0,0 0 0 0 0,10 20 3271 0 0,27 25 1870 0 0,-20-27-4351 0 0,-10-10-927 0 0,0 1 0 0 0,0-1 0 0 0,-1 1 0 0 0,0 0 0 0 0,6 17 0 0 0,-11-24 0 0 0,0 0 0 0 0,0 0 0 0 0,0 0 0 0 0,-1 0 0 0 0,1-1 0 0 0,-1 2 0 0 0,0-1 0 0 0,0 0 0 0 0,0 0 0 0 0,0 0 0 0 0,0 0 0 0 0,-1 0 0 0 0,1 0 0 0 0,-1-1 0 0 0,0 1 0 0 0,0 0 0 0 0,0 0 0 0 0,0 0 0 0 0,-1 0 0 0 0,1-1 0 0 0,-1 1 0 0 0,1-1 0 0 0,-1 1 0 0 0,0-1 0 0 0,0 0 0 0 0,-4 4 0 0 0,-8 6 0 0 0,-2 1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52.0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1 68 0 0,'0'0'2744'0'0,"-12"5"126"0"0,-18 8 6224 0 0,18-6-5605 0 0,12-7-3464 0 0,0 0 0 0 0,0 0 0 0 0,0 0 0 0 0,0 0 0 0 0,0 0 0 0 0,0 0 0 0 0,0 0 0 0 0,0 0 0 0 0,1 0-1 0 0,-1 0 1 0 0,0 0 0 0 0,0 0 0 0 0,0 0 0 0 0,0 1 0 0 0,0-1 0 0 0,0 0 0 0 0,0 0 0 0 0,0 0 0 0 0,0 0 0 0 0,0 0-1 0 0,0 0 1 0 0,0 0 0 0 0,1 0 0 0 0,-1 0 0 0 0,0 0 0 0 0,0 0 0 0 0,0 0 0 0 0,0 0 0 0 0,0 0 0 0 0,0 0 0 0 0,0 1-1 0 0,0-1 1 0 0,0 0 0 0 0,0 0 0 0 0,0 0 0 0 0,0 0 0 0 0,0 0 0 0 0,0 0 0 0 0,0 0 0 0 0,0 0 0 0 0,0 0-1 0 0,0 0 1 0 0,0 1 0 0 0,0-1 0 0 0,0 0 0 0 0,0 0 0 0 0,0 0 0 0 0,0 0 0 0 0,0 0 0 0 0,0 0 0 0 0,0 0 0 0 0,0 0-1 0 0,0 0 1 0 0,0 0 0 0 0,0 1 0 0 0,28-3-352 0 0,40-6 0 0 0,-48 4 63 0 0,1 2 0 0 0,0 0 1 0 0,-1 1-1 0 0,27 2 1 0 0,-45 0 288 0 0,-1-1 0 0 0,0 1 0 0 0,1-1 0 0 0,-1 1-1 0 0,1 0 1 0 0,-1-1 0 0 0,0 1 0 0 0,1 0 0 0 0,-1 0 0 0 0,0 0 0 0 0,0 0 0 0 0,0 0 0 0 0,0 0 0 0 0,0 0 0 0 0,0 0 0 0 0,0 1 0 0 0,0-1 0 0 0,0 0 0 0 0,-1 1 0 0 0,1-1 0 0 0,0 0-1 0 0,-1 1 1 0 0,1-1 0 0 0,-1 1 0 0 0,1-1 0 0 0,-1 1 0 0 0,0-1 0 0 0,0 1 0 0 0,0-1 0 0 0,0 1 0 0 0,0-1 0 0 0,0 1 0 0 0,0 2 0 0 0,-1 3 135 0 0,1 0 1 0 0,-1 0 0 0 0,-1 0-1 0 0,1 0 1 0 0,-1 0 0 0 0,-3 7-1 0 0,-5 7-160 0 0,-25 39 0 0 0,-5 8 0 0 0,40-68-1 0 0,0 0-1 0 0,0 1 0 0 0,-1-1 1 0 0,1 0-1 0 0,0 1 0 0 0,0-1 1 0 0,0 1-1 0 0,0-1 0 0 0,-1 1 1 0 0,1-1-1 0 0,0 1 0 0 0,0-1 1 0 0,0 0-1 0 0,0 1 0 0 0,0-1 1 0 0,0 1-1 0 0,0-1 0 0 0,0 1 1 0 0,1-1-1 0 0,-1 1 0 0 0,0-1 1 0 0,0 1-1 0 0,0-1 0 0 0,0 0 1 0 0,1 1-1 0 0,-1-1 1 0 0,0 1-1 0 0,0-1 0 0 0,1 0 1 0 0,-1 1-1 0 0,0-1 0 0 0,0 0 1 0 0,1 1-1 0 0,-1-1 0 0 0,1 1 1 0 0,1-1-11 0 0,-1 1 0 0 0,1 0 0 0 0,-1-1 0 0 0,1 0 0 0 0,0 1 0 0 0,0-1 0 0 0,-1 0 0 0 0,1 0 0 0 0,0 1 1 0 0,1-2-1 0 0,3 1-16 0 0,-1 0 1 0 0,0-1 0 0 0,0 0 0 0 0,0 0 0 0 0,0 0-1 0 0,8-3 1 0 0,-8 1-657 0 0,-1 0 0 0 0,1 0 0 0 0,-1-1-1 0 0,0 1 1 0 0,0-1 0 0 0,6-8 0 0 0,-9 11 433 0 0,0 0 0 0 0,0-1 1 0 0,0 1-1 0 0,0-1 0 0 0,0 1 1 0 0,0-1-1 0 0,0 1 0 0 0,-1-1 0 0 0,1 0 1 0 0,0 1-1 0 0,-1-1 0 0 0,0 0 1 0 0,1 0-1 0 0,-1 1 0 0 0,0-1 1 0 0,0 0-1 0 0,0 0 0 0 0,0 1 0 0 0,0-1 1 0 0,0 0-1 0 0,-1 0 0 0 0,1 1 1 0 0,-1-1-1 0 0,0-2 0 0 0,0 2-123 0 0,-1 0 0 0 0,1 1-1 0 0,0-1 1 0 0,-1 1 0 0 0,1-1 0 0 0,-1 1-1 0 0,0 0 1 0 0,1 0 0 0 0,-1-1-1 0 0,0 1 1 0 0,-3-1 0 0 0,-27-10-286 0 0,16 6 1559 0 0,10 4-989 0 0,3 0 156 0 0,0 1-1 0 0,0 0 1 0 0,0-1-1 0 0,0 1 1 0 0,0-1 0 0 0,0 0-1 0 0,-3-3 1 0 0,5 4 104 0 0,0-1 0 0 0,0 1 0 0 0,0-1 0 0 0,0 1 0 0 0,0-1 0 0 0,1 0 0 0 0,-1 1 0 0 0,0-1 0 0 0,1 0-1 0 0,0 0 1 0 0,-1 0 0 0 0,1 1 0 0 0,0-1 0 0 0,0 0 0 0 0,0-3 0 0 0,0-6 1004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52.3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0 496 0 0,'0'0'2132'0'0,"1"18"-1031"0"0,2 134 5795 0 0,-4-124-7184 0 0,0 26-2160 0 0,2-51 2318 0 0,-1 1 1 0 0,1-1 0 0 0,-1 0-1 0 0,1 1 1 0 0,0-1 0 0 0,0 0-1 0 0,1 1 1 0 0,-1-1 0 0 0,1 0-1 0 0,-1 0 1 0 0,1 0 0 0 0,3 3-1 0 0,-4-5 296 0 0,0 0-1 0 0,0 0 0 0 0,0 0 0 0 0,1 0 0 0 0,-1 0 1 0 0,0 0-1 0 0,1-1 0 0 0,-1 1 0 0 0,0-1 1 0 0,1 1-1 0 0,-1-1 0 0 0,1 1 0 0 0,-1-1 0 0 0,1 0 1 0 0,-1 0-1 0 0,1 0 0 0 0,-1 0 0 0 0,1 0 0 0 0,-1 0 1 0 0,1 0-1 0 0,-1 0 0 0 0,0 0 0 0 0,1-1 0 0 0,-1 1 1 0 0,1-1-1 0 0,1 0 0 0 0,6-2 1570 0 0,0-2 1 0 0,0 1-1 0 0,10-7 1 0 0,8-3 314 0 0,-3 0-2106 0 0,-20 11 4 0 0,-1 1 1 0 0,1-1 0 0 0,0 1-1 0 0,0 0 1 0 0,0 0-1 0 0,0 1 1 0 0,0-1 0 0 0,8-1-1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52.6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39 1186 0 0,'0'0'1361'0'0,"18"-6"1565"0"0,59-19 8428 0 0,-70 23-11056 0 0,0 0 0 0 0,0 1 0 0 0,0 0 0 0 0,0 0 0 0 0,0 0 0 0 0,0 1 0 0 0,1 1 0 0 0,9 0 0 0 0,-12 0-404 0 0,1 1 1 0 0,-1-1 0 0 0,0 1-1 0 0,0 0 1 0 0,0 0 0 0 0,0 0 0 0 0,0 1-1 0 0,0-1 1 0 0,6 6 0 0 0,-7-4-332 0 0,1 0-1 0 0,-1 0 1 0 0,0 1 0 0 0,-1-1 0 0 0,1 1 0 0 0,-1-1 0 0 0,0 1-1 0 0,0 0 1 0 0,0 1 0 0 0,-1-1 0 0 0,0 0 0 0 0,0 1-1 0 0,0-1 1 0 0,0 1 0 0 0,-1 0 0 0 0,0-1 0 0 0,-1 1-1 0 0,1 9 1 0 0,-1-4-695 0 0,-1 0-1 0 0,-1-1 1 0 0,1 1-1 0 0,-6 16 1 0 0,4-17 1011 0 0,-1 0 1 0 0,0 0-1 0 0,0-1 1 0 0,-1 0-1 0 0,0 0 1 0 0,0 0-1 0 0,-1 0 1 0 0,-10 11 0 0 0,8-12 503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53.0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1640 0 0,'0'0'1971'0'0,"18"5"826"0"0,58 13 7812 0 0,-68-15-10163 0 0,-1-1 1 0 0,0 1-1 0 0,0 0 1 0 0,-1 0 0 0 0,12 8-1 0 0,-12-6-481 0 0,-1-1 0 0 0,1 1 0 0 0,-1 0-1 0 0,-1 1 1 0 0,1-1 0 0 0,-1 1-1 0 0,0 0 1 0 0,0 0 0 0 0,0 1 0 0 0,-1-1-1 0 0,0 1 1 0 0,4 12 0 0 0,-4-8-398 0 0,-1 0 0 0 0,0 0 0 0 0,-1 0 1 0 0,0 0-1 0 0,0 1 0 0 0,-1-1 0 0 0,-1 0 0 0 0,0 0 1 0 0,0 0-1 0 0,-1 0 0 0 0,-1 0 0 0 0,0 0 0 0 0,0 0 1 0 0,-1-1-1 0 0,-6 12 0 0 0,-9 16-2068 0 0,-2 0 0 0 0,-39 52 0 0 0,48-73 2184 0 0,8-11 237 0 0,0 0 1 0 0,-1 0-1 0 0,1-1 0 0 0,-1 1 1 0 0,0-1-1 0 0,-1 0 0 0 0,-7 5 1 0 0,13-9 94 0 0,0-1 1 0 0,0 0 0 0 0,-1 0-1 0 0,1 0 1 0 0,0 0 0 0 0,0 0-1 0 0,-1 0 1 0 0,1 1-1 0 0,0-1 1 0 0,0 0 0 0 0,0 0-1 0 0,-1 0 1 0 0,1 0 0 0 0,0 0-1 0 0,0 0 1 0 0,-1 0 0 0 0,1 0-1 0 0,0 0 1 0 0,0 0-1 0 0,-1 0 1 0 0,1 0 0 0 0,0 0-1 0 0,0 0 1 0 0,0 0 0 0 0,-1 0-1 0 0,1 0 1 0 0,0 0 0 0 0,0-1-1 0 0,-1 1 1 0 0,1 0 0 0 0,0 0-1 0 0,0 0 1 0 0,0 0-1 0 0,0 0 1 0 0,-1-1 0 0 0,1 1-1 0 0,0 0 1 0 0,0 0 0 0 0,0 0-1 0 0,0 0 1 0 0,-1-1 0 0 0,1 1-1 0 0,0 0 1 0 0,0 0-1 0 0,0 0 1 0 0,0-1 0 0 0,0 1-1 0 0,0 0 1 0 0,0 0 0 0 0,0-1-1 0 0,0 1 1 0 0,0 0 0 0 0,0 0-1 0 0,0-1 1 0 0,0 1 0 0 0,0 0-1 0 0,0 0 1 0 0,0-1-1 0 0,0 1 1 0 0,0 0 0 0 0,0 0-1 0 0,0-1 1 0 0,-3-16-738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53.1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1052 0 0,'0'0'1986'0'0,"68"87"14636"0"0,-65-79-16622 0 0,5-2 0 0 0,3-3 0 0 0,-3-1 0 0 0,-1-2-830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53.4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0 285 1186 0 0,'0'0'1992'0'0,"18"-12"808"0"0,55-40 8148 0 0,-15 4-7623 0 0,-48 38-3473 0 0,-1 0 0 0 0,-1-1 1 0 0,15-23-1 0 0,-20 30 148 0 0,-1-1 0 0 0,-1 1 0 0 0,1 0 0 0 0,-1 0 0 0 0,1-1 0 0 0,-1 1 0 0 0,-1-1 0 0 0,1 1 0 0 0,-1-1 0 0 0,1 1 0 0 0,-1-1 0 0 0,0 0 0 0 0,-1 1 0 0 0,1-1 0 0 0,-1 1 0 0 0,0-1 0 0 0,0 1 0 0 0,-1 0 0 0 0,1-1 0 0 0,-1 1 0 0 0,0 0 0 0 0,-4-7 0 0 0,6 12 0 0 0,0-1 0 0 0,0 0 0 0 0,0 0 0 0 0,0 0 0 0 0,0 0 0 0 0,0 0 0 0 0,0 1 0 0 0,0-1 0 0 0,0 0 0 0 0,0 0 0 0 0,0 0 0 0 0,0 0 0 0 0,0 0 0 0 0,0 1 0 0 0,0-1 0 0 0,-1 0 0 0 0,1 0 0 0 0,0 0 0 0 0,0 0 0 0 0,0 0 0 0 0,0 0 0 0 0,0 1 0 0 0,0-1 0 0 0,-1 0 0 0 0,1 0 0 0 0,0 0 0 0 0,0 0 0 0 0,0 0 0 0 0,0 0 0 0 0,-1 0 0 0 0,1 0 0 0 0,0 0 0 0 0,0 0 0 0 0,0 0 0 0 0,0 0 0 0 0,0 0 0 0 0,-1 0 0 0 0,1 0 0 0 0,0 0 0 0 0,0 0 0 0 0,0 0 0 0 0,0 0 0 0 0,-1 0 0 0 0,1 0 0 0 0,0 0 0 0 0,0 0 0 0 0,0 0 0 0 0,0 0 0 0 0,0-1 0 0 0,-1 1 0 0 0,1 0 0 0 0,0 0 0 0 0,0 0 0 0 0,0 0 0 0 0,0 0 0 0 0,0 0 0 0 0,0 0 0 0 0,0-1 0 0 0,-1 1 0 0 0,1 0 0 0 0,0 0 0 0 0,0 0 0 0 0,0 0 0 0 0,0 0 0 0 0,0-1 0 0 0,0 16 0 0 0,0-12 0 0 0,1 115-4137 0 0,1 33-5740 0 0,-6-52 6486 0 0,1-74 2388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53.8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41 1564 0 0,'0'0'1400'0'0,"4"15"529"0"0,-2-4 90 0 0,16 57 7584 0 0,-14-57-8555 0 0,0-1 1 0 0,10 18-1 0 0,-4-15-1040 0 0,-10-12-8 0 0,0-1 0 0 0,0 0 1 0 0,0 0-1 0 0,0 0 0 0 0,0 0 0 0 0,0 0 0 0 0,0 0 1 0 0,0 0-1 0 0,1 0 0 0 0,-1 0 0 0 0,0 0 1 0 0,0 0-1 0 0,0 0 0 0 0,0 0 0 0 0,0 0 0 0 0,0 0 1 0 0,0 0-1 0 0,0 0 0 0 0,1 0 0 0 0,-1 0 1 0 0,0 0-1 0 0,0 0 0 0 0,0 0 0 0 0,0 0 0 0 0,0 0 1 0 0,0 0-1 0 0,1 0 0 0 0,-1 0 0 0 0,0 0 1 0 0,0 0-1 0 0,0 0 0 0 0,0 0 0 0 0,0 0 0 0 0,0 0 1 0 0,0 0-1 0 0,0 0 0 0 0,0 0 0 0 0,1 0 1 0 0,-1 0-1 0 0,0-1 0 0 0,0 1 0 0 0,0 0 1 0 0,0 0-1 0 0,0 0 0 0 0,0 0 0 0 0,0 0 0 0 0,0 0 1 0 0,0 0-1 0 0,0 0 0 0 0,0-1 0 0 0,0 1 1 0 0,0 0-1 0 0,1-28-30 0 0,-2 12-48 0 0,-3-86-4903 0 0,4 100 4723 0 0,0 1-1 0 0,1-1 0 0 0,-1 0 1 0 0,0 0-1 0 0,0 1 0 0 0,1-1 1 0 0,-1 0-1 0 0,1 1 0 0 0,0-1 1 0 0,-1 1-1 0 0,1-1 0 0 0,0 1 1 0 0,0-1-1 0 0,0 1 0 0 0,0-1 1 0 0,0 1-1 0 0,0 0 0 0 0,1 0 1 0 0,0-2-1 0 0,1 1-142 0 0,0 0 0 0 0,0 0 0 0 0,0 1 0 0 0,0-1 0 0 0,0 1 1 0 0,1 0-1 0 0,-1 0 0 0 0,0 0 0 0 0,5-1 0 0 0,-2 1 281 0 0,0 0 0 0 0,0 1 0 0 0,0 0 0 0 0,-1 0 0 0 0,1 0 0 0 0,0 1 0 0 0,0 0 0 0 0,0 0 0 0 0,-1 0-1 0 0,1 0 1 0 0,7 4 0 0 0,-7-1 130 0 0,-1 0 0 0 0,1 0 0 0 0,-1 1 0 0 0,0-1 0 0 0,0 1-1 0 0,0 1 1 0 0,-1-1 0 0 0,0 1 0 0 0,0-1 0 0 0,0 1 0 0 0,0 0 0 0 0,3 10-1 0 0,21 29 412 0 0,-27-43-185 0 0,0 0 0 0 0,1-1-1 0 0,-1 0 1 0 0,1 1 0 0 0,0-1-1 0 0,0 0 1 0 0,-1 0 0 0 0,1 0-1 0 0,0 0 1 0 0,0 0 0 0 0,0 0-1 0 0,0 0 1 0 0,0-1-1 0 0,0 1 1 0 0,0-1 0 0 0,0 1-1 0 0,0-1 1 0 0,0 0 0 0 0,0 0-1 0 0,1 0 1 0 0,-1 0 0 0 0,0 0-1 0 0,0 0 1 0 0,0-1 0 0 0,0 1-1 0 0,0-1 1 0 0,4-1 0 0 0,3-1 1269 0 0,0-1 1 0 0,0-1 0 0 0,-1 1-1 0 0,11-9 1 0 0,-1 2-765 0 0,7-2-1520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54.0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 3018 0 0,'-30'22'16642'0'0,"30"-23"-17266"0"0,0-1 102 0 0,-8-1-2104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55.5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1382 0 0,'2'4'5542'0'0,"1"7"-3173"0"0,1 1 0 0 0,-1 0-1 0 0,1 16 1 0 0,-3-22-1890 0 0,-1 0 1 0 0,1 0-1 0 0,-2 0 0 0 0,1 0 1 0 0,-2 9-1 0 0,-2-7-904 0 0,0-10 114 0 0,2-14 129 0 0,-3-86 1209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3:55.7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178 0 980 0 0,'0'0'2298'0'0,"-53"98"10506"0"0,31-78-10086 0 0,3-1-1858 0 0,0-2-860 0 0,-4-2 0 0 0,8-7 0 0 0,-11-3-1143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12.1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27 179 1432 0 0,'0'0'1233'0'0,"1"-15"283"0"0,0 6-533 0 0,8-68 7502 0 0,-7 58-6816 0 0,7-34 2673 0 0,-9 53-4342 0 0,0 0 0 0 0,0-1 0 0 0,0 1 0 0 0,0 0 0 0 0,0 0 0 0 0,0 0 0 0 0,0 0 0 0 0,0-1 0 0 0,0 1 0 0 0,0 0 0 0 0,0 0 0 0 0,0 0 0 0 0,0 0 0 0 0,0-1 0 0 0,0 1 0 0 0,0 0 0 0 0,0 0 0 0 0,0 0 0 0 0,0 0 0 0 0,0 0 0 0 0,1-1 0 0 0,-1 1 0 0 0,0 0 0 0 0,0 0 0 0 0,0 0 0 0 0,0 0 0 0 0,0 0 0 0 0,0 0 0 0 0,0 0 0 0 0,1-1 0 0 0,-1 1 0 0 0,0 0 0 0 0,0 0 0 0 0,0 0 0 0 0,0 0 0 0 0,0 0 0 0 0,1 0 0 0 0,-1 0 0 0 0,0 0 0 0 0,0 0 0 0 0,0 0 0 0 0,0 0 0 0 0,1 0 0 0 0,-1 0 0 0 0,0 0 0 0 0,0 0 0 0 0,0 0 0 0 0,0 0 0 0 0,1 0 0 0 0,-1 0 0 0 0,5 11 0 0 0,4 21 0 0 0,-9-29 0 0 0,17 83 0 0 0,9 156 0 0 0,-20 91 0 0 0,-47 443-552 0 0,38-743-1909 0 0,-12 59 0 0 0,15-92 2388 0 0,0 1 0 0 0,0-1-1 0 0,0 0 1 0 0,0 0 0 0 0,0 0 0 0 0,0 1 0 0 0,0-1 0 0 0,0 0 0 0 0,0 0 0 0 0,0 1 0 0 0,0-1 0 0 0,-1 0 0 0 0,1 0-1 0 0,0 0 1 0 0,0 0 0 0 0,0 1 0 0 0,0-1 0 0 0,0 0 0 0 0,-2 2-877 0 0,1-2 877 0 0,1 0 0 0 0,0 0 0 0 0,0 0-1 0 0,0 0 1 0 0,-1 0 0 0 0,1 0 0 0 0,0 0 0 0 0,0 0 0 0 0,0 0 0 0 0,-1 0 0 0 0,1 0 0 0 0,0 0 0 0 0,-9-10 563 0 0,-3-18 2139 0 0,-14-143-2955 0 0,22 125-740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12.6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75 1904 0 0,'0'0'1439'0'0,"11"16"1206"0"0,1 1-278 0 0,2 2 393 0 0,-1 1-1 0 0,-1 1 1 0 0,13 28 0 0 0,93 182-6595 0 0,-96-195 2046 0 0,2-1-1 0 0,1-1 0 0 0,2-2 1 0 0,35 35-1 0 0,-31-37 1309 0 0,2-2 0 0 0,0-1 0 0 0,64 39 0 0 0,-84-59 480 0 0,1 0 0 0 0,-1 0 0 0 0,1-2 1 0 0,1 1-1 0 0,-1-2 0 0 0,1 0 0 0 0,0 0 1 0 0,-1-2-1 0 0,1 0 0 0 0,1 0 0 0 0,-1-2 1 0 0,0 0-1 0 0,0 0 0 0 0,18-4 0 0 0,-25 2-6 0 0,0-1-1 0 0,0 0 0 0 0,-1 0 0 0 0,1-1 0 0 0,-1 0 1 0 0,0 0-1 0 0,0-1 0 0 0,0 1 0 0 0,-1-2 0 0 0,0 1 0 0 0,0-1 1 0 0,0 0-1 0 0,-1 0 0 0 0,1 0 0 0 0,-1-1 0 0 0,-1 0 1 0 0,7-12-1 0 0,-1 0-7 0 0,-1 0 1 0 0,-1-1-1 0 0,0 0 1 0 0,-2 0 0 0 0,8-38-1 0 0,-7 3 5 0 0,-3 1 1 0 0,-1-1-1 0 0,-7-69 0 0 0,0 86-30 0 0,-17-66 0 0 0,13 74 373 0 0,2 0-1 0 0,0-1 1 0 0,0-41-1 0 0,7 90 1510 0 0,1 1 0 0 0,1-1 1 0 0,8 24-1 0 0,-2-6-451 0 0,30 223 2892 0 0,-25-143-3325 0 0,90 550-1444 0 0,-76-545 209 0 0,-24-107-235 0 0,1 0 0 0 0,1 0 1 0 0,0 0-1 0 0,1-1 0 0 0,0 0 0 0 0,13 16 0 0 0,4-4-980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13.0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24 120 1476 0 0,'0'0'1157'0'0,"-4"-14"429"0"0,-11-44 4528 0 0,14 54-5354 0 0,0 0 1 0 0,0 0-1 0 0,0 0 0 0 0,1 0 0 0 0,-1 0 0 0 0,1 0 0 0 0,1-5 0 0 0,-1 0 1359 0 0,0 8-1880 0 0,0 3 49 0 0,1 18-125 0 0,1 0 0 0 0,7 32-1 0 0,1 5-50 0 0,15 160-112 0 0,-9 2 0 0 0,-15 255 0 0 0,-8-125-9536 0 0,7-421 10689 0 0,0 21-2249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13.5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2376 0 0,'0'0'803'0'0,"22"3"-759"0"0,73 10-13 0 0,-81-10 4 0 0,-1 0 1 0 0,1 1-1 0 0,-1 0 0 0 0,1 1 1 0 0,-1 1-1 0 0,-1 0 1 0 0,1 1-1 0 0,-1 0 1 0 0,0 1-1 0 0,16 14 1 0 0,-15-13 18 0 0,7 7 7 0 0,0 1 0 0 0,-1 0 0 0 0,-1 1-1 0 0,30 38 1 0 0,-40-44-54 0 0,0 0 0 0 0,0 1-1 0 0,-1 0 1 0 0,0 1 0 0 0,-2-1 0 0 0,1 1-1 0 0,-2 1 1 0 0,0-1 0 0 0,5 28 0 0 0,-8-20 2 0 0,-1 1 1 0 0,0 0 0 0 0,-2 0-1 0 0,0 0 1 0 0,-2-1-1 0 0,0 1 1 0 0,-1-1 0 0 0,-2 0-1 0 0,0-1 1 0 0,-14 28-1 0 0,2-11 7 0 0,-1-1 0 0 0,-2-1 1 0 0,-1-1-1 0 0,-49 55 0 0 0,58-73-29 0 0,-29 24 1 0 0,39-37 44 0 0,-1-1 0 0 0,1 1 0 0 0,-1-1 0 0 0,0 0 0 0 0,0 0 0 0 0,0-1 0 0 0,-1 1 0 0 0,1-1 0 0 0,-1 0 0 0 0,1-1 0 0 0,-11 3 0 0 0,15-4 0 0 0,0 0 0 0 0,1 0-1 0 0,-1 0 1 0 0,0 0 0 0 0,1 0 0 0 0,-1-1 0 0 0,0 1 0 0 0,1 0 0 0 0,-1 0-1 0 0,0 0 1 0 0,1-1 0 0 0,-1 1 0 0 0,1 0 0 0 0,-1-1 0 0 0,0 1 0 0 0,1-1-1 0 0,-1 1 1 0 0,1 0 0 0 0,-1-1 0 0 0,1 1 0 0 0,-1-1 0 0 0,1 0 0 0 0,0 1 0 0 0,-1-1-1 0 0,1 0 1 0 0,-7-21 951 0 0,7-26 1538 0 0,1 38-2161 0 0,0 1 0 0 0,1-1 0 0 0,0 1 0 0 0,1 0-1 0 0,0-1 1 0 0,0 1 0 0 0,8-13 0 0 0,-8 16-395 0 0,1 0-1 0 0,0 0 0 0 0,0 0 1 0 0,0 1-1 0 0,0 0 0 0 0,1 0 0 0 0,0 0 1 0 0,0 0-1 0 0,0 1 0 0 0,1 0 1 0 0,10-6-1 0 0,-12 8 69 0 0,0 1 0 0 0,1-1 0 0 0,-1 1 0 0 0,1 0 0 0 0,-1 0 0 0 0,1 1 0 0 0,-1-1 0 0 0,1 1 0 0 0,-1 0 0 0 0,1 0 0 0 0,-1 1 0 0 0,1-1 0 0 0,-1 1 0 0 0,1 0 0 0 0,-1 0 0 0 0,1 1 0 0 0,-1-1 0 0 0,0 1 1 0 0,0 0-1 0 0,0 0 0 0 0,0 1 0 0 0,4 2 0 0 0,9 7 80 0 0,0 1 0 0 0,-2 0 0 0 0,22 23 1 0 0,-36-35-113 0 0,132 154 338 0 0,-23-26-4031 0 0,-84-101 2238 0 0,2-1-1 0 0,40 31 1 0 0,-59-51 1333 0 0,1 0-1 0 0,-1-1 1 0 0,1 0 0 0 0,0-1-1 0 0,0 0 1 0 0,0-1-1 0 0,1 0 1 0 0,0 0 0 0 0,0-1-1 0 0,0 0 1 0 0,0-1-1 0 0,0-1 1 0 0,0 1 0 0 0,17-2-1 0 0,-5-5-1011 0 0,0-13-694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13.8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2410 0 0,'0'0'1977'0'0,"22"5"667"0"0,6 3 379 0 0,-6-2-623 0 0,0-1 0 0 0,0-1 0 0 0,44 2 0 0 0,225-4-6625 0 0,-59-2-6558 0 0,-231 0 10785 0 0,44 4-526 0 0,-43-4 578 0 0,0 0 1 0 0,0 1-1 0 0,1-1 1 0 0,-1 1-1 0 0,0-1 0 0 0,0 1 1 0 0,0 0-1 0 0,0 0 1 0 0,0 0-1 0 0,0 0 1 0 0,0 0-1 0 0,0 1 1 0 0,0-1-1 0 0,0 1 1 0 0,-1-1-1 0 0,3 3 1 0 0,-3 10 1004 0 0,-4-7-1577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14.0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1 2240 0 0,'0'0'709'0'0,"-2"21"-253"0"0,-15 241 454 0 0,5 157 877 0 0,24-1-1414 0 0,-11-403-509 0 0,1 0 0 0 0,0-1-1 0 0,1 0 1 0 0,1 1 0 0 0,0-1 0 0 0,11 26-1 0 0,-14-38 87 0 0,0-1 0 0 0,0 0-1 0 0,-1 1 1 0 0,1-1-1 0 0,0 0 1 0 0,1 0 0 0 0,-1 1-1 0 0,0-1 1 0 0,0 0-1 0 0,0 0 1 0 0,1 0 0 0 0,-1 0-1 0 0,0-1 1 0 0,1 1-1 0 0,-1 0 1 0 0,1 0 0 0 0,-1-1-1 0 0,1 1 1 0 0,-1-1 0 0 0,1 0-1 0 0,0 1 1 0 0,-1-1-1 0 0,1 0 1 0 0,-1 0 0 0 0,1 0-1 0 0,0 0 1 0 0,-1 0-1 0 0,4-1 1 0 0,9-6-1637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14.6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10 1096 0 0,'-16'-10'18442'0'0,"17"11"-18630"0"0,-1 1 202 0 0,0-1 0 0 0,1 0 0 0 0,-1 0 0 0 0,0 0 0 0 0,1 0 0 0 0,0 1 0 0 0,-1-1 0 0 0,1 0 0 0 0,-1 0 0 0 0,1 0 0 0 0,0 0 0 0 0,1 1 0 0 0,8 17-27 0 0,-8-10-410 0 0,-7-44 987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14.7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 2456 0 0,'-30'16'17204'0'0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20.6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426 64 572 0 0,'0'0'2698'0'0,"-16"-5"191"0"0,-52-16 7920 0 0,63 20-10490 0 0,0 0 1 0 0,1 0-1 0 0,-1 1 0 0 0,0-1 1 0 0,0 1-1 0 0,1 0 0 0 0,-1 0 0 0 0,0 1 1 0 0,-7 1-1 0 0,5 0-375 0 0,1 0 0 0 0,0 1 0 0 0,0 0 0 0 0,1 0 0 0 0,-1 0 0 0 0,0 1 0 0 0,-9 7 0 0 0,8-5 3 0 0,-7 6-492 0 0,1 1-1 0 0,1 0 1 0 0,0 1-1 0 0,0 0 1 0 0,2 1-1 0 0,0 0 1 0 0,0 0-1 0 0,2 1 1 0 0,0 0-1 0 0,0 1 1 0 0,2 0-1 0 0,-6 20 1 0 0,11-32 386 0 0,0 0 1 0 0,0 0-1 0 0,0 0 1 0 0,0 0-1 0 0,1 0 1 0 0,0 1-1 0 0,0-1 1 0 0,0 0 0 0 0,2 10-1 0 0,-1-13 245 0 0,0 0 0 0 0,0 0 0 0 0,0 0-1 0 0,0 0 1 0 0,0 0 0 0 0,0 0 0 0 0,0-1 0 0 0,0 1-1 0 0,1 0 1 0 0,-1-1 0 0 0,1 1 0 0 0,-1-1 0 0 0,1 1-1 0 0,0-1 1 0 0,0 0 0 0 0,-1 0 0 0 0,1 0 0 0 0,0 0-1 0 0,0 0 1 0 0,0 0 0 0 0,0 0 0 0 0,0-1 0 0 0,0 1-1 0 0,0-1 1 0 0,4 1 0 0 0,9 1-110 0 0,-1-1 0 0 0,0-1 0 0 0,0 0 1 0 0,1-1-1 0 0,-1 0 0 0 0,0-2 0 0 0,0 1 0 0 0,0-1 0 0 0,0-1 0 0 0,14-6 0 0 0,-13 4-829 0 0,-1-1-1 0 0,0 0 0 0 0,0-1 0 0 0,0 0 0 0 0,-1-2 0 0 0,-1 1 0 0 0,1-1 0 0 0,19-22 0 0 0,-29 28 855 0 0,0 1-1 0 0,-1-1 1 0 0,1 1-1 0 0,-1-1 1 0 0,0 0-1 0 0,0 0 1 0 0,0 0-1 0 0,0 0 1 0 0,-1 0-1 0 0,0 0 1 0 0,0 0-1 0 0,0-1 1 0 0,0 1-1 0 0,-1 0 1 0 0,0-1-1 0 0,1 1 1 0 0,-2 0 0 0 0,1-1-1 0 0,0 1 1 0 0,-1 0-1 0 0,-1-5 1 0 0,0 3 249 0 0,0-1 1 0 0,-1 1 0 0 0,0 0 0 0 0,0 0 0 0 0,0 0 0 0 0,-1 1-1 0 0,1-1 1 0 0,-1 1 0 0 0,-1 0 0 0 0,1 0 0 0 0,-1 0 0 0 0,-10-8-1 0 0,1 3 763 0 0,0 1 0 0 0,0 1-1 0 0,-23-11 1 0 0,16 11-800 0 0,0 0-1 0 0,-28-5 1 0 0,24 7-1439 0 0,-1 2 0 0 0,0 1 1 0 0,0 2-1 0 0,0 0 0 0 0,-32 4 1 0 0,55-3 1069 0 0,0 0 0 0 0,0 0 0 0 0,0 1 0 0 0,1-1 0 0 0,-1 1 0 0 0,0 0 0 0 0,0 0 0 0 0,0 0 0 0 0,1 0 0 0 0,-1 0 0 0 0,1 1 0 0 0,-1-1 0 0 0,1 1 0 0 0,-5 3 0 0 0,2 1-810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20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2572 0 0,'0'0'1506'0'0,"18"5"780"0"0,3 2 86 0 0,-5-1-277 0 0,0-1-1 0 0,1-1 1 0 0,0 0 0 0 0,33 3 0 0 0,55-5-4767 0 0,152-16 1 0 0,77 1-7054 0 0,-327 13 9675 0 0,1 1 0 0 0,0-1 0 0 0,0 2 0 0 0,-1-1 0 0 0,1 1 1 0 0,0 0-1 0 0,-1 1 0 0 0,0-1 0 0 0,0 2 0 0 0,12 5 0 0 0,-12 0-518 0 0,-5-1-646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21.3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81 113 1660 0 0,'0'0'1664'0'0,"-8"17"-1432"0"0,-23 55-132 0 0,28-64-69 0 0,1 1-1 0 0,0-1 1 0 0,0 0-1 0 0,0 1 1 0 0,1-1-1 0 0,1 1 1 0 0,-1 0-1 0 0,1-1 1 0 0,2 13-1 0 0,-1-5 97 0 0,0-11-101 0 0,-1 0-1 0 0,1 0 0 0 0,0 0 0 0 0,0 0 0 0 0,1 0 0 0 0,-1 0 1 0 0,1-1-1 0 0,0 1 0 0 0,1 0 0 0 0,-1-1 0 0 0,1 0 1 0 0,0 0-1 0 0,0 1 0 0 0,0-2 0 0 0,0 1 0 0 0,1 0 0 0 0,-1-1 1 0 0,1 1-1 0 0,0-1 0 0 0,0 0 0 0 0,1 0 0 0 0,-1-1 0 0 0,0 1 1 0 0,1-1-1 0 0,0 0 0 0 0,-1 0 0 0 0,10 2 0 0 0,4 0-26 0 0,0 0-1 0 0,0-2 0 0 0,1 0 1 0 0,-1 0-1 0 0,0-2 0 0 0,27-2 1 0 0,-25-1-20 0 0,-1 0-1 0 0,0-2 1 0 0,0 0 0 0 0,-1-1 0 0 0,1 0-1 0 0,-1-2 1 0 0,0 0 0 0 0,-1-1 0 0 0,0-1 0 0 0,-1 0-1 0 0,0-2 1 0 0,0 0 0 0 0,-1 0 0 0 0,-1-1-1 0 0,0-1 1 0 0,-1-1 0 0 0,22-30 0 0 0,-30 38 15 0 0,-1-1 0 0 0,-1 1 1 0 0,1-1-1 0 0,-1 0 0 0 0,3-13 1 0 0,-5 17 9 0 0,0 1 1 0 0,0-1-1 0 0,-1 1 1 0 0,0-1 0 0 0,0 1-1 0 0,0-1 1 0 0,0 0-1 0 0,-1 1 1 0 0,1-1-1 0 0,-1 1 1 0 0,0-1 0 0 0,0 1-1 0 0,0 0 1 0 0,0-1-1 0 0,-1 1 1 0 0,-2-4-1 0 0,-1 0 7 0 0,-1-1 0 0 0,0 2-1 0 0,0-1 1 0 0,-1 1 0 0 0,0 0-1 0 0,0 0 1 0 0,-1 1 0 0 0,1 0-1 0 0,-16-7 1 0 0,5 3 25 0 0,-1 1 1 0 0,-1 1-1 0 0,-27-7 1 0 0,26 10 4 0 0,-1 1 0 0 0,0 1 0 0 0,-1 1 1 0 0,1 1-1 0 0,0 0 0 0 0,0 2 0 0 0,0 1 1 0 0,0 0-1 0 0,0 2 0 0 0,1 0 0 0 0,0 2 0 0 0,0 0 1 0 0,0 2-1 0 0,1 0 0 0 0,0 1 0 0 0,-36 24 0 0 0,53-31-37 0 0,0-1 0 0 0,1 0 0 0 0,-1 1 0 0 0,0-1 0 0 0,1 1 0 0 0,0 0-1 0 0,-1 0 1 0 0,-2 5 0 0 0,4-7 32 0 0,1-1-1 0 0,0 1 0 0 0,-1 0 1 0 0,1 0-1 0 0,0-1 1 0 0,-1 1-1 0 0,1 0 1 0 0,0 0-1 0 0,0 0 1 0 0,0 0-1 0 0,-1-1 1 0 0,1 1-1 0 0,0 0 1 0 0,0 0-1 0 0,1 0 0 0 0,-1-1 1 0 0,0 1-1 0 0,0 0 1 0 0,0 0-1 0 0,0 0 1 0 0,1 0-1 0 0,-1-1 1 0 0,0 1-1 0 0,1 0 1 0 0,-1 0-1 0 0,1-1 1 0 0,-1 1-1 0 0,0 0 0 0 0,1-1 1 0 0,0 1-1 0 0,-1-1 1 0 0,1 1-1 0 0,-1 0 1 0 0,1-1-1 0 0,0 1 1 0 0,-1-1-1 0 0,1 0 1 0 0,0 1-1 0 0,0-1 1 0 0,-1 0-1 0 0,3 1 1 0 0,5 2 270 0 0,1-1 1 0 0,0 0-1 0 0,0 0 1 0 0,0-1-1 0 0,0-1 1 0 0,0 1-1 0 0,9-2 1 0 0,-7 1-141 0 0,28 0-1528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21.7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129 118 1832 0 0,'0'0'1640'0'0,"-17"2"295"0"0,-56 6 6133 0 0,72-7-7881 0 0,-1-1 0 0 0,0 0 0 0 0,0 1 0 0 0,0 0 0 0 0,1-1 0 0 0,-1 1 0 0 0,0 0 0 0 0,1 0 0 0 0,-1 0 0 0 0,0 0 0 0 0,1 0 0 0 0,-1 0 0 0 0,1 0 0 0 0,0 1 0 0 0,-1-1 0 0 0,1 0 0 0 0,0 1 0 0 0,0-1 0 0 0,0 1 0 0 0,0 0 0 0 0,0-1 0 0 0,0 1 0 0 0,-1 2 0 0 0,1 0 46 0 0,0 0 0 0 0,1 1 0 0 0,-1-1 0 0 0,1 0-1 0 0,-1 1 1 0 0,2 7 0 0 0,-1-4-166 0 0,0-4-71 0 0,1-1 1 0 0,-1 1-1 0 0,0 0 0 0 0,1-1 0 0 0,0 1 1 0 0,0 0-1 0 0,0-1 0 0 0,1 1 0 0 0,-1-1 1 0 0,1 1-1 0 0,0-1 0 0 0,0 0 0 0 0,0 0 1 0 0,4 5-1 0 0,-1-3-20 0 0,0 0 0 0 0,1 0 1 0 0,-1-1-1 0 0,1 1 0 0 0,0-1 0 0 0,0-1 1 0 0,9 5-1 0 0,0-2-106 0 0,0 0 0 0 0,0-1 0 0 0,0-1 0 0 0,1 0 0 0 0,0-1 0 0 0,18 1 0 0 0,21-4-634 0 0,-43-1-302 0 0,-1 0-1 0 0,1-1 0 0 0,-1 0 1 0 0,0 0-1 0 0,16-7 0 0 0,-23 8 660 0 0,0-1 0 0 0,0 0-1 0 0,0 0 1 0 0,0 0-1 0 0,0-1 1 0 0,0 0-1 0 0,-1 1 1 0 0,1-1 0 0 0,-1 0-1 0 0,0-1 1 0 0,0 1-1 0 0,0 0 1 0 0,0-1-1 0 0,-1 0 1 0 0,3-4 0 0 0,-3 4 318 0 0,-1 0 0 0 0,1-1 1 0 0,-1 1-1 0 0,0-1 0 0 0,0 1 0 0 0,0-1 1 0 0,-1 1-1 0 0,0-1 0 0 0,1 1 1 0 0,-2-9-1 0 0,0 7 115 0 0,-1 0 0 0 0,0 0 0 0 0,1 1 0 0 0,-2-1 0 0 0,1 1 1 0 0,-1-1-1 0 0,1 1 0 0 0,-2 0 0 0 0,1 0 0 0 0,0 0 0 0 0,-7-6 0 0 0,-8-9 135 0 0,-25-20 0 0 0,27 25-880 0 0,4 4-12 0 0,-1 1 0 0 0,-28-18 0 0 0,21 16-370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21.9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1 508 0 0,'0'0'271'0'0,"2"19"548"0"0,8 125 224 0 0,-7 99 176 0 0,-3-209-1008 0 0,0-33-230 0 0,0-1-1 0 0,0 0 0 0 0,0 1 0 0 0,0-1 0 0 0,0 0 0 0 0,0 1 0 0 0,0-1 0 0 0,0 1 0 0 0,0-1 0 0 0,0 0 0 0 0,0 1 0 0 0,0-1 0 0 0,0 0 0 0 0,1 1 0 0 0,-1-1 0 0 0,0 0 1 0 0,0 1-1 0 0,0-1 0 0 0,0 0 0 0 0,1 1 0 0 0,-1-1 0 0 0,0 0 0 0 0,0 1 0 0 0,1-1 0 0 0,-1 0 0 0 0,0 0 0 0 0,1 1 0 0 0,-1-1 0 0 0,0 0 0 0 0,1 0 0 0 0,-1 0 1 0 0,0 1-1 0 0,1-1 0 0 0,-1 0 0 0 0,0 0 0 0 0,1 0 0 0 0,16-6-82 0 0,12-17 787 0 0,-15 2-356 0 0,-2 2 216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22.2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445 1 1240 0 0,'0'0'1912'0'0,"-2"16"-595"0"0,-8 55 3861 0 0,8-64-4651 0 0,0 1 0 0 0,0 0 0 0 0,-1-1 0 0 0,0 1 0 0 0,0-1 0 0 0,-1 0 0 0 0,0 0 0 0 0,0 0 0 0 0,-1-1 1 0 0,-7 9-1 0 0,0 0 848 0 0,-4 6 95 0 0,-39 38 0 0 0,39-44-2177 0 0,-2 0 1 0 0,-34 22-1 0 0,40-30-49 0 0,0 0-1 0 0,0-1 1 0 0,-1 0-1 0 0,0-1 0 0 0,0 0 1 0 0,-1-1-1 0 0,1-1 1 0 0,-1 0-1 0 0,1-1 0 0 0,-1 0 1 0 0,0-1-1 0 0,0-1 1 0 0,-34-10 10979 0 0,155 12-8749 0 0,-37 0-6001 0 0,116-10 0 0 0,-42-9-3678 0 0,-120 16 7146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22.5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95 13 1218 0 0,'0'0'1647'0'0,"-11"17"-1173"0"0,-39 54-165 0 0,46-65-42 0 0,0 0 1 0 0,0 1-1 0 0,1-1 0 0 0,-1 1 0 0 0,2-1 0 0 0,-1 1 0 0 0,1 0 1 0 0,0 0-1 0 0,0 0 0 0 0,1 0 0 0 0,0 1 0 0 0,0-1 0 0 0,1 0 0 0 0,0 10 1 0 0,0-14 5 0 0,0 0-45 0 0,0-1 0 0 0,0 1 0 0 0,1-1-1 0 0,-1 1 1 0 0,1-1 0 0 0,-1 0 0 0 0,1 1 0 0 0,0-1 0 0 0,0 0-1 0 0,0 1 1 0 0,0-1 0 0 0,0 0 0 0 0,1 0 0 0 0,-1 0 0 0 0,0 0-1 0 0,1 0 1 0 0,0 0 0 0 0,1 1 0 0 0,1 0 183 0 0,0 0 1 0 0,-1-1-1 0 0,1 1 0 0 0,0-1 1 0 0,1 0-1 0 0,-1 0 0 0 0,0-1 1 0 0,1 1-1 0 0,4 0 0 0 0,5 1 84 0 0,0-1 0 0 0,0-1 0 0 0,0 0-1 0 0,0-1 1 0 0,21-3 0 0 0,-21 1-919 0 0,0-1-1 0 0,0-1 1 0 0,0 0-1 0 0,0-1 1 0 0,-1 0 0 0 0,0-1-1 0 0,0-1 1 0 0,-1 0-1 0 0,14-10 1 0 0,-17 11-260 0 0,-1 0 1 0 0,1-1-1 0 0,-1 0 1 0 0,-1 0-1 0 0,0-1 1 0 0,0 0-1 0 0,0-1 1 0 0,-1 1-1 0 0,0-1 1 0 0,-1 0-1 0 0,0-1 0 0 0,-1 1 1 0 0,5-12-1 0 0,-8 18 615 0 0,0 0 0 0 0,0 0 0 0 0,-1 0-1 0 0,1 0 1 0 0,-1 0 0 0 0,1-1 0 0 0,-1 1-1 0 0,0 0 1 0 0,0 0 0 0 0,-1 0 0 0 0,1-1-1 0 0,-1 1 1 0 0,1 0 0 0 0,-1 0 0 0 0,0 0-1 0 0,0 0 1 0 0,0 0 0 0 0,-1 0 0 0 0,1 0-1 0 0,-1 1 1 0 0,-2-5 0 0 0,0 4 95 0 0,1 0 0 0 0,0 0-1 0 0,-1 0 1 0 0,0 1 0 0 0,0 0 0 0 0,0 0-1 0 0,0 0 1 0 0,0 0 0 0 0,0 0 0 0 0,0 1-1 0 0,0 0 1 0 0,-1 0 0 0 0,1 0 0 0 0,0 0-1 0 0,-6 1 1 0 0,-4-1 6 0 0,0 0 1 0 0,0 1-1 0 0,-1 1 0 0 0,1 1 1 0 0,0 0-1 0 0,0 0 0 0 0,0 1 0 0 0,1 1 1 0 0,-16 7-1 0 0,19-7-137 0 0,1 0-1 0 0,0 1 1 0 0,-1 0-1 0 0,2 1 1 0 0,-1 0-1 0 0,1 0 1 0 0,0 1 0 0 0,0 0-1 0 0,1 1 1 0 0,0-1-1 0 0,0 2 1 0 0,0-1-1 0 0,-5 12 1 0 0,0 1-1177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40.7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2 1312 0 0,'0'0'2465'0'0,"-8"0"344"0"0,-22 0 7658 0 0,48 6-7297 0 0,36 10-3733 0 0,-25-11-46 0 0,1-2 0 0 0,0-1 0 0 0,-1-1-1 0 0,48-4 1 0 0,-42-3 707 0 0,-9 1-2897 0 0,-25 4 2917 0 0,0 1 0 0 0,0-1 1 0 0,1 1-1 0 0,-1-1 0 0 0,0 0 0 0 0,0 1 0 0 0,1-1 0 0 0,-1 0 0 0 0,0 0 1 0 0,0 0-1 0 0,0 0 0 0 0,0 0 0 0 0,0 0 0 0 0,-1 0 0 0 0,2-2 0 0 0,-1-3-664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40.9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1226 0 0,'0'0'2689'0'0,"8"4"22"0"0,19 8 5046 0 0,4 4-3305 0 0,-13-6-3433 0 0,28 20 1 0 0,-38-24-1358 0 0,-1 1 0 0 0,1 0-1 0 0,-1 0 1 0 0,0 0-1 0 0,8 13 1 0 0,-12-16 338 0 0,0 1 0 0 0,-1-1 0 0 0,0 1 0 0 0,1 0 0 0 0,-2-1-1 0 0,1 1 1 0 0,0 0 0 0 0,-1 0 0 0 0,0 1 0 0 0,0-1 0 0 0,0 9 0 0 0,-1-7-111 0 0,0 1 1 0 0,0-1-1 0 0,-1 1 1 0 0,1-1-1 0 0,-1 0 1 0 0,-1 1-1 0 0,0-1 1 0 0,0 0-1 0 0,0 0 1 0 0,-1 0-1 0 0,0 0 1 0 0,0-1-1 0 0,-1 1 1 0 0,0-1-1 0 0,0 1 1 0 0,0-1-1 0 0,-1-1 1 0 0,0 1-1 0 0,0-1 1 0 0,-10 8-1 0 0,10-8-543 0 0,-1-1 0 0 0,0 0-1 0 0,1 0 1 0 0,-1-1-1 0 0,0 0 1 0 0,-1 0-1 0 0,1 0 1 0 0,-1-1-1 0 0,1 0 1 0 0,-12 2 0 0 0,2-3-1095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42.4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1 984 0 0,'0'0'2015'0'0,"-2"15"611"0"0,-3 49 7650 0 0,5-53-9327 0 0,0 1 0 0 0,0 0 0 0 0,4 19 0 0 0,0-12-1710 0 0,2 0 0 0 0,9 24 0 0 0,-5-17 434 0 0,13 50-5817 0 0,16 91 1 0 0,-1-42 18614 0 0,-21-119-11319 0 0,30 8 0 0 0,-27-9-1208 0 0,0-2 0 0 0,0 0 0 0 0,0-2 0 0 0,1 0 0 0 0,35-3 1 0 0,-48 1 76 0 0,0-1 1 0 0,-1 1 0 0 0,1-1 0 0 0,-1 0 0 0 0,0-1-1 0 0,0 0 1 0 0,0 0 0 0 0,0-1 0 0 0,0 0 0 0 0,-1 0-1 0 0,0 0 1 0 0,0-1 0 0 0,0 0 0 0 0,0 0 0 0 0,-1 0-1 0 0,1-1 1 0 0,-1 0 0 0 0,5-8 0 0 0,-4 5-179 0 0,-1-1 1 0 0,1 0-1 0 0,-2-1 1 0 0,0 0 0 0 0,0 1-1 0 0,-1-1 1 0 0,0 0-1 0 0,-1-1 1 0 0,0 1-1 0 0,0 0 1 0 0,-1-17 0 0 0,-2 0-1790 0 0,-2 0 0 0 0,0 0 0 0 0,-2 0 0 0 0,-14-46 1 0 0,-15-17-1267 0 0,-7 7 3378 0 0,37 76-32 0 0,-10-17-158 0 0,13 24 215 0 0,1 0 0 0 0,-1 0 0 0 0,0 0 0 0 0,1 0-1 0 0,-1 0 1 0 0,0 0 0 0 0,0 1 0 0 0,0-1 0 0 0,0 0-1 0 0,0 0 1 0 0,0 1 0 0 0,0-1 0 0 0,0 1 0 0 0,0-1-1 0 0,0 1 1 0 0,0-1 0 0 0,-1 1 0 0 0,-6 4 2642 0 0,8-3-2539 0 0,-1 0-1 0 0,1 0 1 0 0,-1-1-1 0 0,1 1 1 0 0,0 0-1 0 0,0 0 1 0 0,0-1 0 0 0,-1 1-1 0 0,1 0 1 0 0,0 0-1 0 0,0-1 1 0 0,0 1 0 0 0,0 0-1 0 0,0 0 1 0 0,1 1-1 0 0,-1 29 4716 0 0,0-25-6481 0 0,0 6 1421 0 0,0 7-435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42.6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64 1840 0 0,'0'0'3127'0'0,"10"2"-586"0"0,1-1 1019 0 0,0 0 0 0 0,22-1 0 0 0,15-7-2098 0 0,9-8-2170 0 0,44-11-3629 0 0,0 8-5541 0 0,-81 16 6953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43.0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5 614 0 0,'0'0'4212'0'0,"-6"-1"-1698"0"0,4 0-2022 0 0,0 1 105 0 0,1-1 0 0 0,0 1 0 0 0,-1-1-1 0 0,1 1 1 0 0,-1 0 0 0 0,1 0 0 0 0,-1-1 0 0 0,0 1 0 0 0,1 0 0 0 0,-1 1 0 0 0,1-1 0 0 0,-3 0 0 0 0,0 9 2315 0 0,8 10-1756 0 0,20 77-1414 0 0,-10-32-124 0 0,-4-25-1777 0 0,-2 0 0 0 0,4 48-1 0 0,7 33-7515 0 0,-16-104 9008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43.3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0 912 0 0,'0'0'3050'0'0,"11"84"12648"0"0,-7-76-15698 0 0,-4 1 0 0 0,4-1 0 0 0,0-3 0 0 0,-4 1 0 0 0,0 1-460 0 0,0-2 920 0 0,0-2-1290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43.6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51 274 0 0,'-15'29'18320'0'0,"33"-28"-17254"0"0,-8-2-1066 0 0,0 0 0 0 0,0-1 0 0 0,-1 0 0 0 0,1-1 0 0 0,13-6 0 0 0,8-1 0 0 0,102-35 0 0 0,-129 43 0 0 0,-2 1 0 0 0,1 0 0 0 0,-1 0 0 0 0,0 1 0 0 0,1-1 0 0 0,-1 1 0 0 0,1-1 0 0 0,-1 1 0 0 0,1 0 0 0 0,3 0 0 0 0,-6 0 0 0 0,1 1 0 0 0,-1-1 0 0 0,1 0 0 0 0,-1 1 0 0 0,0-1 0 0 0,1 0 0 0 0,-1 1 0 0 0,1-1 0 0 0,-1 1 0 0 0,0-1 0 0 0,0 1 0 0 0,1-1 0 0 0,-1 1 0 0 0,0-1 0 0 0,0 1 0 0 0,1-1 0 0 0,-1 1 0 0 0,0-1 0 0 0,0 1 0 0 0,0-1 0 0 0,0 1 0 0 0,0-1 0 0 0,0 1 0 0 0,0-1 0 0 0,0 1 0 0 0,0-1 0 0 0,0 1 0 0 0,0-1 0 0 0,0 1 0 0 0,0-1 0 0 0,0 1 0 0 0,-1-1 0 0 0,1 1 0 0 0,0-1 0 0 0,-1 2 0 0 0,-7 20 0 0 0,-33 35-55 0 0,-27 39-6600 0 0,43-64 1840 0 0,19-25 3861 0 0,1-1 0 0 0,0 1 0 0 0,0 0 0 0 0,-4 9 0 0 0,7-11-371 0 0,-1-5 35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43.8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0 156 0 0,'0'0'3668'0'0,"95"65"11334"0"0,-76-51-14168 0 0,-4 0-834 0 0,3-1 0 0 0,1-1 0 0 0,0 0 0 0 0,-4 0 0 0 0,-3-1 0 0 0,-1-3 0 0 0,-7 5-856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44.3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59 776 0 0,'0'0'3055'0'0,"17"-1"-1127"0"0,23 0 4611 0 0,69-10 1 0 0,-44-4-5702 0 0,-25 6-939 0 0,65-8-1 0 0,-92 15-1386 0 0,-10 0 1370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44.5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 82 0 0,'0'0'2567'0'0,"-4"17"-477"0"0,1-4-947 0 0,-13 74 7951 0 0,13-43-7642 0 0,1 80-5829 0 0,0 1-3182 0 0,2-123 7670 0 0,0-1-1 0 0,0 1 1 0 0,0 0 0 0 0,0-1 0 0 0,0 1-1 0 0,0 0 1 0 0,1-1 0 0 0,-1 1 0 0 0,1 0-1 0 0,-1-1 1 0 0,1 1 0 0 0,0-1-1 0 0,-1 1 1 0 0,1-1 0 0 0,0 0 0 0 0,2 3-1 0 0,3-3 311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44.8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199 1 200 0 0,'0'0'2207'0'0,"0"14"-1092"0"0,0-12-1015 0 0,-1 25 2245 0 0,-2 0 1 0 0,-9 43-1 0 0,6-49-3087 0 0,-1-1 0 0 0,-1 0 1 0 0,-20 35-1 0 0,-1-10 2120 0 0,26-42-971 0 0,0 0 0 0 0,0 0 1 0 0,0 0-1 0 0,0 0 0 0 0,-1 0 1 0 0,1 0-1 0 0,-1-1 1 0 0,0 0-1 0 0,1 0 0 0 0,-1 0 1 0 0,0 0-1 0 0,-7 2 0 0 0,1-2 907 0 0,1 0-1 0 0,-1 0 1 0 0,-11 0-1 0 0,18-2-1271 0 0,57-7-278 0 0,92-26-1 0 0,-90 19 79 0 0,-11 1-867 0 0,-30 7-676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45.0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1966 0 0,'0'0'1926'0'0,"106"26"13842"0"0,-80-26-15768 0 0,-3 0 0 0 0,7 0 0 0 0,-7-2 0 0 0,-1-4 0 0 0,-3 1 0 0 0,0-1-907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45.2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1 676 0 0,'0'0'2778'0'0,"-1"13"-1365"0"0,-1 4 247 0 0,0-4-244 0 0,0 1 0 0 0,2-1 0 0 0,-1 1-1 0 0,3 16 1 0 0,2 6 400 0 0,9 79-1426 0 0,17 56-6921 0 0,-18-126 3120 0 0,13 62 205 0 0,-24-82 1908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45.7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83 28 0 0,'0'0'3883'0'0,"18"-9"-1188"0"0,56-28 7752 0 0,-31 20-7777 0 0,2 8-3149 0 0,-21 5-114 0 0,-8 2-1298 0 0,30-2 1 0 0,-41 4 642 0 0,-1 0 1 0 0,1 0 0 0 0,-1 1-1 0 0,1-1 1 0 0,-1 1 0 0 0,9 3-1 0 0,-12-2 1126 0 0,-1 0 0 0 0,1 0-1 0 0,0 0 1 0 0,-1 0 0 0 0,1-1-1 0 0,-1 1 1 0 0,1 0 0 0 0,-1 0-1 0 0,0 0 1 0 0,0 0 0 0 0,0 0-1 0 0,0 0 1 0 0,0 0 0 0 0,-1 4-1 0 0,0 3 11 0 0,1 2 622 0 0,-1 0 0 0 0,-1 0 0 0 0,0 0-1 0 0,-1 0 1 0 0,0 0 0 0 0,0-1 0 0 0,-1 1 0 0 0,-8 13-1 0 0,-50 80 3318 0 0,45-79-4831 0 0,6-6-426 0 0,-1-2 1 0 0,-1 0 0 0 0,0 0-1 0 0,-16 14 1 0 0,28-30 1283 0 0,1-17 5377 0 0,0 6-3769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45.8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1 676 0 0,'0'0'1394'0'0,"106"36"16196"0"0,-95-36-17590 0 0,4 0-774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46.1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1 660 0 0,'0'0'2976'0'0,"1"16"-1010"0"0,-1-5-844 0 0,1 13 2028 0 0,1 0 1 0 0,9 41-1 0 0,5 15-334 0 0,18 70-5952 0 0,-33-148 3098 0 0,53 200-9572 0 0,-49-173 8553 0 0,-1 0 0 0 0,-1 47 0 0 0,-3-52 92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46.6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1628 0 0,'0'0'1821'0'0,"4"15"-459"0"0,-3-14-1292 0 0,40 119 8210 0 0,3-28-5489 0 0,-42-86-2182 0 0,0 0-1 0 0,-1 1 0 0 0,0-1 0 0 0,0 1 1 0 0,0 12-1 0 0,-15-34-550 0 0,9 4-1138 0 0,0-1-1 0 0,1 1 0 0 0,0-1 1 0 0,1 1-1 0 0,1-1 0 0 0,0 0 1 0 0,0 0-1 0 0,2-1 0 0 0,0-17 1 0 0,0 29 832 0 0,0-1 0 0 0,0 1 0 0 0,0-1 0 0 0,0 1 0 0 0,1-1 0 0 0,-1 1 0 0 0,0-1 0 0 0,1 1 0 0 0,0-1 0 0 0,-1 1 0 0 0,1-1 0 0 0,0 1 0 0 0,0 0 0 0 0,1-3 0 0 0,0 2 161 0 0,0 0-1 0 0,1 0 1 0 0,-1 1 0 0 0,1-1-1 0 0,-1 0 1 0 0,1 1 0 0 0,-1-1-1 0 0,1 1 1 0 0,0 0-1 0 0,0 0 1 0 0,5-1 0 0 0,4 0 227 0 0,0 0 0 0 0,0 0 1 0 0,21 1-1 0 0,-10 2-44 0 0,0 0-1 0 0,0 1 1 0 0,31 7-1 0 0,-46-7-57 0 0,0 0 0 0 0,0 0-1 0 0,0 1 1 0 0,0 0 0 0 0,0 1 0 0 0,-1 0 0 0 0,0 0 0 0 0,0 0 0 0 0,0 1-1 0 0,0 0 1 0 0,-1 0 0 0 0,11 12 0 0 0,-14-13-24 0 0,0 0 1 0 0,0 0-1 0 0,-1 0 1 0 0,1 1-1 0 0,-1-1 1 0 0,0 1-1 0 0,0 0 1 0 0,-1 0-1 0 0,1-1 1 0 0,-1 1 0 0 0,0 0-1 0 0,0 0 1 0 0,-1 0-1 0 0,0 0 1 0 0,0 1-1 0 0,0-1 1 0 0,0 0-1 0 0,-1 0 1 0 0,0 0-1 0 0,-2 7 1 0 0,1-4 43 0 0,-1 0 0 0 0,0-1 0 0 0,0 0 0 0 0,-1 0 0 0 0,0 0 0 0 0,0 0 0 0 0,-1 0 0 0 0,0-1 0 0 0,0 0 0 0 0,0 0 0 0 0,-1 0 0 0 0,-7 5 0 0 0,7-6-273 0 0,-1 0 0 0 0,0-1-1 0 0,-11 6 1 0 0,16-9 294 0 0,0 0-1 0 0,0 0 1 0 0,0-1 0 0 0,-1 1-1 0 0,1 0 1 0 0,0-1 0 0 0,-1 0-1 0 0,1 1 1 0 0,-5-1 0 0 0,6 0 140 0 0,0-1 1 0 0,0 1-1 0 0,1 0 1 0 0,-1 0-1 0 0,0-1 1 0 0,0 1-1 0 0,0-1 1 0 0,0 1-1 0 0,0 0 1 0 0,0-1-1 0 0,0 0 1 0 0,1 1-1 0 0,-1-1 1 0 0,-5-9 3930 0 0,7 3-824 0 0,-1 5-3024 0 0,13-18 2063 0 0,22-9-3083 0 0,-19 19 67 0 0,2-5-623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46.8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2896 0 0,'0'0'1938'0'0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54.3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1890 2233 166 0 0,'0'0'2735'0'0,"-18"7"133"0"0,-55 22 8249 0 0,26-13-8166 0 0,-5-6-2682 0 0,16-4-715 0 0,-42 13-558 0 0,40-9-435 0 0,-1-2 1 0 0,1-1 0 0 0,-63 3 0 0 0,18-11-1947 0 0,-144-21 1 0 0,185 15 3247 0 0,0-2 0 0 0,0-2 0 0 0,1-2 0 0 0,1-2 0 0 0,-47-23 0 0 0,56 20 139 0 0,1-2 0 0 0,1 0 0 0 0,0-2-1 0 0,2-1 1 0 0,0-1 0 0 0,2-2 0 0 0,-25-31 0 0 0,-139-212 2 0 0,160 223-18 0 0,-7-14 0 0 0,-31-76 0 0 0,18 34 5 0 0,22 43 21 0 0,2 0 0 0 0,-20-76-1 0 0,30 70 228 0 0,3 0-1 0 0,3-1 0 0 0,-1-76 0 0 0,7 93 392 0 0,2 36-783 0 0,1 0 0 0 0,0 0 0 0 0,1 0 0 0 0,1 0 0 0 0,0 0 0 0 0,0 0 0 0 0,6-15 0 0 0,-4 17 869 0 0,1 0 0 0 0,0 0 0 0 0,1 1 1 0 0,0 0-1 0 0,0 0 0 0 0,1 0 0 0 0,1 1 0 0 0,9-10 0 0 0,39-36 5091 0 0,1 1-3549 0 0,63-42-5081 0 0,-92 76 1339 0 0,1 2 1 0 0,0 1-1 0 0,2 1 1 0 0,-1 2-1 0 0,2 1 1 0 0,0 2 0 0 0,36-9-1 0 0,-3 6 1490 0 0,18-4 77 0 0,121-41 0 0 0,-149 38-62 0 0,2 3 0 0 0,0 2 1 0 0,86-11-1 0 0,-35 5 7 0 0,5-1-43 0 0,-99 21 243 0 0,1 1 0 0 0,0 0 0 0 0,0 1 0 0 0,0 1 0 0 0,22 3 0 0 0,-24-1 418 0 0,1 1 1 0 0,-1 0-1 0 0,20 10 0 0 0,70 45-1854 0 0,-29-14-1040 0 0,138 86 2339 0 0,-172-101-73 0 0,-1 1 0 0 0,69 74 0 0 0,-18 3-16 0 0,15 16 10 0 0,-80-98-8 0 0,-2 1-1 0 0,-1 1 0 0 0,-1 1 1 0 0,-1 1-1 0 0,28 58 1 0 0,13 59 28 0 0,-45-102-10 0 0,46 145 2054 0 0,-58-173-950 0 0,-1 0 0 0 0,-1 1 0 0 0,-1-1 0 0 0,-1 1 0 0 0,0-1 0 0 0,-3 21 1 0 0,-1-22-672 0 0,-1-1 1 0 0,0 0-1 0 0,-1 0 1 0 0,-1 0-1 0 0,0-1 1 0 0,-14 23-1 0 0,16-30-436 0 0,-13 21-1006 0 0,-1 0 1 0 0,-2-2-1 0 0,0 0 0 0 0,-2-2 0 0 0,-1 0 0 0 0,-45 34 0 0 0,28-28-691 0 0,-2-2 0 0 0,0-2-1 0 0,-83 37 1 0 0,115-58 2920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4:55.7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1094 1896 472 0 0,'0'0'2240'0'0,"-15"5"-1949"0"0,6-2-218 0 0,-13 4 142 0 0,-1 0 0 0 0,0-1 0 0 0,-39 4 0 0 0,40-10 1084 0 0,0-1 1 0 0,-1 0 0 0 0,1-2-1 0 0,0 0 1 0 0,0-2 0 0 0,0 0-1 0 0,0-2 1 0 0,1 0 0 0 0,0-1-1 0 0,1-1 1 0 0,-20-12 0 0 0,-47-27-1943 0 0,12 4-5279 0 0,-86-67 1 0 0,70 34 4027 0 0,67 53 1939 0 0,1-1 1 0 0,1 0-1 0 0,1-2 0 0 0,1-1 0 0 0,2 0 1 0 0,1-2-1 0 0,1 0 0 0 0,2 0 0 0 0,0-1 1 0 0,3-1-1 0 0,0 0 0 0 0,2-1 0 0 0,2 0 1 0 0,-4-38-1 0 0,7 38 782 0 0,1 0 1 0 0,2-1-1 0 0,1 1 1 0 0,2 0-1 0 0,1 0 0 0 0,10-44 1 0 0,-2 41-2190 0 0,1 1-1 0 0,2 1 1 0 0,29-54 0 0 0,70-87 519 0 0,-39 61 839 0 0,-48 70 25 0 0,2 1 0 0 0,66-75 0 0 0,-83 106 1 0 0,1 1 0 0 0,0 0-1 0 0,1 1 1 0 0,0 1 0 0 0,1 0-1 0 0,0 0 1 0 0,0 2 0 0 0,0 0-1 0 0,1 0 1 0 0,0 1 0 0 0,1 1 0 0 0,-1 1-1 0 0,26-5 1 0 0,71-4 99 0 0,1 4 0 0 0,0 6 0 0 0,168 15 0 0 0,-186-6 5 0 0,50 6-32 0 0,-129-9-66 0 0,0 0 1 0 0,0 2 0 0 0,-1 0 0 0 0,1 0 0 0 0,-1 1-1 0 0,26 16 1 0 0,24 22-40 0 0,-2 3 1 0 0,60 59-1 0 0,-41-35 6 0 0,-54-46 161 0 0,0 0 0 0 0,-2 2 0 0 0,0 1 0 0 0,-2 1-1 0 0,-1 0 1 0 0,27 50 0 0 0,-30-42 3018 0 0,-1 1-1 0 0,16 51 0 0 0,-27-64-1721 0 0,6 37 1 0 0,-10-40-2296 0 0,0 47-1 0 0,-4-32-2422 0 0,-9 67 0 0 0,6-87 2482 0 0,0-1 1 0 0,-2 0-1 0 0,0 0 1 0 0,-1 0-1 0 0,0 0 1 0 0,-13 21-1 0 0,-107 155 840 0 0,96-153-27 0 0,-2-2 1 0 0,-60 56 0 0 0,72-77-57 0 0,0-1 0 0 0,-1-1 0 0 0,-1 0 0 0 0,-44 18 0 0 0,-98 28-622 0 0,130-50 194 0 0,1-2-1 0 0,-1-2 1 0 0,0-1 0 0 0,0-1-1 0 0,-51-2 1 0 0,38-3-1138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04.8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45 1208 0 0,'12'-10'18452'0'0,"-11"10"-18452"0"0,-1 0 0 0 0,1 0 0 0 0,0 1 0 0 0,-1-1 0 0 0,1 0 0 0 0,-1 0 0 0 0,1 0 0 0 0,-1 1 0 0 0,0-1 0 0 0,1 0 0 0 0,-1 1 0 0 0,1-1 0 0 0,-1 0 0 0 0,1 1 0 0 0,-1-1 0 0 0,0 0 0 0 0,1 1 0 0 0,-1-1 0 0 0,0 1 0 0 0,1-1 0 0 0,-1 1 0 0 0,0-1 0 0 0,0 1 0 0 0,1-1 0 0 0,-1 1 0 0 0,0-1 0 0 0,0 1 0 0 0,0-1 0 0 0,0 1 0 0 0,0-1 0 0 0,0 1 0 0 0,0-1 0 0 0,0 1 0 0 0,0-1 0 0 0,0 1 0 0 0,0-1 0 0 0,0 2 0 0 0,1 1 0 0 0,16 52 0 0 0,15 57 0 0 0,-10-16-972 0 0,3 8-3894 0 0,21 196 0 0 0,-47-215 15570 0 0,-21-162-11134 0 0,16 46 468 0 0,-30-218-716 0 0,35 223-263 0 0,0 1 0 0 0,2-1 0 0 0,1 1 0 0 0,0-1 0 0 0,2 1 0 0 0,1 0 0 0 0,14-42 0 0 0,-11 49-27 0 0,0 1 0 0 0,1-1-1 0 0,1 1 1 0 0,1 1 0 0 0,14-18 0 0 0,-18 26 989 0 0,-1 0 1 0 0,1 1-1 0 0,1-1 1 0 0,-1 2 0 0 0,1-1-1 0 0,0 1 1 0 0,1 0-1 0 0,-1 1 1 0 0,1 0 0 0 0,0 0-1 0 0,14-4 1 0 0,-20 8-4 0 0,0 0 0 0 0,1 1 0 0 0,-1-1 0 0 0,0 1 1 0 0,1 0-1 0 0,-1 0 0 0 0,0 0 0 0 0,0 0 0 0 0,1 0 0 0 0,-1 1 1 0 0,0 0-1 0 0,0-1 0 0 0,0 1 0 0 0,1 1 0 0 0,3 1 0 0 0,-2 0 15 0 0,0 0 0 0 0,-1 0 1 0 0,1 0-1 0 0,-1 1 0 0 0,0-1 0 0 0,0 1 0 0 0,0 0 0 0 0,4 7 0 0 0,2 3 166 0 0,-2 0-1 0 0,0 1 1 0 0,-1 0-1 0 0,0 0 1 0 0,5 19-1 0 0,1 9-339 0 0,-3 1-1 0 0,-1 0 1 0 0,-2 0-1 0 0,-1 0 1 0 0,-3 1-1 0 0,-5 85 1 0 0,-2-107-1238 0 0,-7 16 11037 0 0,12-63-4966 0 0,5-37-4434 0 0,0-11-1327 0 0,23-103 0 0 0,-24 157 87 0 0,1 1 1 0 0,0 0-1 0 0,1 1 1 0 0,0-1 0 0 0,13-17-1 0 0,-15 25 418 0 0,0 1 1 0 0,1 0-1 0 0,1 0 0 0 0,-1 1 0 0 0,1 0 0 0 0,1 0 1 0 0,-1 0-1 0 0,1 1 0 0 0,0 0 0 0 0,17-8 0 0 0,-22 12 585 0 0,0 1 0 0 0,0 0 0 0 0,0 0-1 0 0,0 0 1 0 0,0 1 0 0 0,0-1-1 0 0,0 1 1 0 0,0-1 0 0 0,1 1-1 0 0,-1 0 1 0 0,0 0 0 0 0,0 1 0 0 0,0-1-1 0 0,0 1 1 0 0,0-1 0 0 0,0 1-1 0 0,0 0 1 0 0,0 0 0 0 0,0 1-1 0 0,0-1 1 0 0,0 0 0 0 0,0 1 0 0 0,-1 0-1 0 0,1-1 1 0 0,0 1 0 0 0,-1 0-1 0 0,0 1 1 0 0,1-1 0 0 0,-1 0 0 0 0,0 1-1 0 0,2 2 1 0 0,5 9 134 0 0,1 0 0 0 0,-2 0 0 0 0,0 1 0 0 0,9 24 0 0 0,-15-34 27 0 0,11 23-249 0 0,-2 0-1 0 0,-1 1 1 0 0,-1 1 0 0 0,-2-1 0 0 0,0 2-1 0 0,-2-1 1 0 0,1 43 0 0 0,-6-60 91 0 0,0-1 1 0 0,0 1-1 0 0,-1-1 1 0 0,-1 1-1 0 0,0-1 1 0 0,-1 0-1 0 0,-8 24 1 0 0,7-26-227 0 0,3-7 225 0 0,0-1 0 0 0,0 1-1 0 0,-1-1 1 0 0,1 1 0 0 0,0-1 0 0 0,-1 0-1 0 0,-5 8 2168 0 0,8-18-1347 0 0,-1-9-1377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05.2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0 1604 0 0,'0'0'1987'0'0,"-8"18"-1752"0"0,-2 1-178 0 0,2-3 20 0 0,1 1 0 0 0,0 0 0 0 0,1 0-1 0 0,-5 27 1 0 0,6-20 329 0 0,-4 46 0 0 0,9-59-362 0 0,-1-1 1 0 0,2 0-1 0 0,-1 0 1 0 0,2 1-1 0 0,-1-1 1 0 0,1 0-1 0 0,5 13 1 0 0,-4-17-45 0 0,0 0 0 0 0,1 0 0 0 0,0-1 0 0 0,0 1 0 0 0,0-1 0 0 0,1 0 0 0 0,0 0 0 0 0,0 0 0 0 0,0-1 0 0 0,0 0 0 0 0,1 0 0 0 0,0 0 0 0 0,-1 0 0 0 0,1-1 0 0 0,1 0 0 0 0,-1 0 0 0 0,0-1 0 0 0,1 0 0 0 0,-1 0 0 0 0,1-1 0 0 0,0 1 0 0 0,0-1 0 0 0,-1-1 0 0 0,1 1 0 0 0,0-1 0 0 0,0 0 0 0 0,0-1 1 0 0,0 0-1 0 0,-1 0 0 0 0,1 0 0 0 0,0-1 0 0 0,-1 0 0 0 0,1 0 0 0 0,-1-1 0 0 0,11-6 0 0 0,-10 5 13 0 0,-1-1 0 0 0,0 0 0 0 0,0 0 1 0 0,-1-1-1 0 0,1 0 0 0 0,-1 0 0 0 0,-1 0 1 0 0,1 0-1 0 0,-1-1 0 0 0,0 0 0 0 0,0 0 1 0 0,-1 0-1 0 0,0 0 0 0 0,0 0 0 0 0,-1-1 1 0 0,0 1-1 0 0,0-1 0 0 0,-1 0 0 0 0,0 0 1 0 0,0 1-1 0 0,-1-14 0 0 0,-1 10 547 0 0,0 0 1 0 0,-1 0-1 0 0,0 0 0 0 0,-1 1 0 0 0,0-1 1 0 0,0 0-1 0 0,-1 1 0 0 0,-1 0 0 0 0,0 0 1 0 0,0 0-1 0 0,-1 0 0 0 0,0 1 0 0 0,-1 0 0 0 0,-11-12 1 0 0,11 14-231 0 0,-1 0 0 0 0,0 0 1 0 0,0 1-1 0 0,0 0 1 0 0,-1 0-1 0 0,0 1 0 0 0,0 0 1 0 0,0 1-1 0 0,-14-5 0 0 0,19 8-258 0 0,1 0 0 0 0,-1 0 0 0 0,1 0 0 0 0,-1 1-1 0 0,1-1 1 0 0,-1 1 0 0 0,1 0 0 0 0,-1 0 0 0 0,0 0-1 0 0,1 0 1 0 0,-1 1 0 0 0,1-1 0 0 0,-1 1 0 0 0,1 0-1 0 0,-1 0 1 0 0,1 0 0 0 0,0 1 0 0 0,-1-1 0 0 0,1 1-1 0 0,0 0 1 0 0,0-1 0 0 0,0 2 0 0 0,0-1 0 0 0,0 0-1 0 0,1 0 1 0 0,-1 1 0 0 0,1 0 0 0 0,-1-1 0 0 0,1 1-1 0 0,-2 4 1 0 0,3-6-85 0 0,0 0 0 0 0,1 1 0 0 0,-1-1-1 0 0,1 0 1 0 0,-1 1 0 0 0,1-1 0 0 0,-1 1-1 0 0,1-1 1 0 0,0 1 0 0 0,0-1 0 0 0,-1 1 0 0 0,1-1-1 0 0,0 1 1 0 0,1-1 0 0 0,-1 1 0 0 0,0-1-1 0 0,0 1 1 0 0,1-1 0 0 0,0 3 0 0 0,8 4-1309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05.6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27 2622 0 0,'0'0'1381'0'0,"-2"15"619"0"0,1-9-1267 0 0,-1 13 1364 0 0,0 0 0 0 0,1 1 0 0 0,0-1 0 0 0,2 1 1 0 0,3 23-1 0 0,21 52-3085 0 0,-21-83-98 0 0,0 0 0 0 0,1 0 0 0 0,1-1 0 0 0,0 0 0 0 0,13 18 0 0 0,0-12-3440 0 0,-18-16 4470 0 0,0 0-1 0 0,0-1 1 0 0,1 1 0 0 0,-1-1-1 0 0,0 0 1 0 0,0 1 0 0 0,1-1-1 0 0,-1 0 1 0 0,0 0 0 0 0,0 0-1 0 0,1 0 1 0 0,-1 0 0 0 0,2 0-1 0 0,-1-1 224 0 0,0 1 1 0 0,0-1-1 0 0,0 0 0 0 0,0 0 0 0 0,0 0 0 0 0,0-1 1 0 0,0 1-1 0 0,0 0 0 0 0,0-1 0 0 0,0 1 0 0 0,-1-1 1 0 0,1 0-1 0 0,0 1 0 0 0,-1-1 0 0 0,0 0 0 0 0,1 0 1 0 0,0-3-1 0 0,19-28 2947 0 0,18-45 0 0 0,7-39-3993 0 0,-40 100 503 0 0,1 0 0 0 0,0 0 0 0 0,2 1 1 0 0,0 0-1 0 0,13-19 0 0 0,-21 34 292 0 0,0 0 0 0 0,0 0-1 0 0,0 0 1 0 0,0-1 0 0 0,0 1-1 0 0,0 0 1 0 0,0 0 0 0 0,1 0-1 0 0,-1 1 1 0 0,0-1 0 0 0,0 0-1 0 0,1 0 1 0 0,-1 1 0 0 0,1-1-1 0 0,-1 0 1 0 0,0 1 0 0 0,1 0 0 0 0,-1-1-1 0 0,1 1 1 0 0,2 0 0 0 0,-2 0 101 0 0,-1 0 1 0 0,0 1-1 0 0,0-1 1 0 0,1 1 0 0 0,-1-1-1 0 0,0 1 1 0 0,0 0-1 0 0,0-1 1 0 0,0 1 0 0 0,0 0-1 0 0,0 0 1 0 0,0 0 0 0 0,0 0-1 0 0,0 0 1 0 0,0 0-1 0 0,0 0 1 0 0,-1 0 0 0 0,1 0-1 0 0,0 0 1 0 0,-1 1-1 0 0,1-1 1 0 0,-1 0 0 0 0,1 3-1 0 0,10 31 152 0 0,-1 0 0 0 0,7 62 0 0 0,9 34-6100 0 0,-24-121 5637 0 0,5 18 219 0 0,-7-27 139 0 0,1 0-1 0 0,-1 0 1 0 0,0-1-1 0 0,0 1 0 0 0,1 0 1 0 0,-1 0-1 0 0,1-1 1 0 0,-1 1-1 0 0,0 0 0 0 0,1 0 1 0 0,-1-1-1 0 0,1 1 1 0 0,-1-1-1 0 0,1 1 0 0 0,0 0 1 0 0,-1-1-1 0 0,1 1 1 0 0,0-1-1 0 0,-1 1 0 0 0,1-1 1 0 0,0 0-1 0 0,0 1 1 0 0,-1-1-1 0 0,2 1 0 0 0,1-3-584 0 0,-2-4 640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05.9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2716 0 0,'0'0'2535'0'0,"16"13"-85"0"0,54 43 7118 0 0,-26-28-7246 0 0,-35-24-2700 0 0,1 0 0 0 0,-1 0 0 0 0,14 2 0 0 0,8 3-1282 0 0,30 6-4328 0 0,-33-13 6892 0 0,-28-2-657 0 0,0 8 1557 0 0,0 16 81 0 0,1 77 2596 0 0,3-1-4672 0 0,0-61-1813 0 0,1 0 1 0 0,2-1-1 0 0,13 45 1 0 0,-13-61 434 0 0,-1 0-362 0 0,2 0-1 0 0,17 36 1 0 0,-20-50 1085 0 0,1-5-534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06.2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73 3186 0 0,'0'0'1872'0'0,"121"22"10308"0"0,-87-22-9758 0 0,4 0-2524 0 0,-1-3-969 0 0,-3-5-114 0 0,0-2-11 0 0,-4-1-520 0 0,-3 0-695 0 0,-9 0 849 0 0,-6-4-2068 0 0,-1 7 447 0 0,-3-9 1213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06.4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0 1416 0 0,'0'0'2448'0'0,"-3"21"-303"0"0,2-13-1471 0 0,-10 150 8900 0 0,10-143-9438 0 0,8 281-4218 0 0,-2-235 2063 0 0,3 0 0 0 0,28 108 0 0 0,-31-148 1937 0 0,9 28-291 0 0,-13-47 359 0 0,0 1 0 0 0,0-1 0 0 0,0 0 0 0 0,0 0 0 0 0,1 0 0 0 0,-1 0 0 0 0,1 0 0 0 0,-1 0 1 0 0,1-1-1 0 0,-1 1 0 0 0,1 0 0 0 0,0-1 0 0 0,0 1 0 0 0,0-1 0 0 0,0 0 0 0 0,0 0 0 0 0,2 2 0 0 0,-3-3 52 0 0,1 0 1 0 0,-1 0-1 0 0,0 0 0 0 0,0 0 0 0 0,0 0 1 0 0,0 0-1 0 0,0 0 0 0 0,0 0 0 0 0,0 0 1 0 0,0-1-1 0 0,0 1 0 0 0,0 0 0 0 0,0-1 1 0 0,0 1-1 0 0,0-1 0 0 0,0 1 0 0 0,0-1 0 0 0,0 1 1 0 0,0-1-1 0 0,0 0 0 0 0,0 1 0 0 0,-1-1 1 0 0,1 0-1 0 0,0 0 0 0 0,0 0 0 0 0,-1 1 1 0 0,1-1-1 0 0,-1 0 0 0 0,2-2 0 0 0,12-18-1764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06.8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14 388 2836 0 0,'0'0'1214'0'0,"7"14"942"0"0,24 43 5979 0 0,-29-55-7932 0 0,0 0 0 0 0,-1-1 0 0 0,1 1 0 0 0,0 0 1 0 0,0-1-1 0 0,1 1 0 0 0,-1-1 0 0 0,0 0 0 0 0,0 0 1 0 0,1 0-1 0 0,-1 0 0 0 0,0 0 0 0 0,1 0 0 0 0,-1 0 0 0 0,1-1 1 0 0,-1 0-1 0 0,1 1 0 0 0,0-1 0 0 0,-1 0 0 0 0,1 0 1 0 0,-1 0-1 0 0,1-1 0 0 0,-1 1 0 0 0,1 0 0 0 0,3-2 1 0 0,2 1-168 0 0,-3 0-36 0 0,0 0 0 0 0,0-1 0 0 0,1 1 0 0 0,-1-1 0 0 0,0 0 0 0 0,0 0 0 0 0,-1 0 0 0 0,1-1 0 0 0,0 0 0 0 0,-1 0 0 0 0,0 0 0 0 0,1 0 0 0 0,-1-1 0 0 0,0 0 0 0 0,-1 0 0 0 0,1 0 0 0 0,-1 0 0 0 0,0 0 0 0 0,0-1 0 0 0,5-8 0 0 0,-6 9 0 0 0,-1-1 0 0 0,1 1 0 0 0,-1 0 0 0 0,0 0 0 0 0,0-1 0 0 0,0 1 0 0 0,-1-1 0 0 0,1 1 0 0 0,-1 0 0 0 0,0-1 0 0 0,0 1 0 0 0,-1-1 0 0 0,1 1 0 0 0,-1-1 0 0 0,0 1 0 0 0,0 0 0 0 0,-1 0 0 0 0,1-1 0 0 0,-1 1 0 0 0,0 0 0 0 0,0 0 0 0 0,0 0 0 0 0,-1 1 0 0 0,1-1 0 0 0,-6-5 0 0 0,-4-2-664 0 0,0 1 0 0 0,-1 0 0 0 0,0 0 0 0 0,-1 2-1 0 0,0 0 1 0 0,0 0 0 0 0,-15-5 0 0 0,-35-20-1978 0 0,63 32 2316 0 0,-1 0-1 0 0,1 1 0 0 0,0-1 1 0 0,0 0-1 0 0,0 0 0 0 0,1 0 1 0 0,-1 0-1 0 0,0 0 0 0 0,0 0 0 0 0,0 0 1 0 0,1 0-1 0 0,-1 0 0 0 0,0 0 1 0 0,1 0-1 0 0,-1-1 0 0 0,1 1 1 0 0,-1-1-1 0 0,1 0 231 0 0,0-1 1 0 0,0 1-1 0 0,-1 0 1 0 0,2 0-1 0 0,-1 0 0 0 0,0 0 1 0 0,0 0-1 0 0,1 0 1 0 0,0-3-1 0 0,1-1 390 0 0,1-1 0 0 0,-1 2 0 0 0,1-1 0 0 0,0 0 0 0 0,6-7 0 0 0,-1 2-621 0 0,1 0 0 0 0,0 0 0 0 0,0 1-1 0 0,1 0 1 0 0,13-10 0 0 0,-20 18 260 0 0,0-1 0 0 0,0 1 0 0 0,1 0 0 0 0,-1 1 0 0 0,0-1 1 0 0,1 0-1 0 0,-1 1 0 0 0,1 0 0 0 0,-1 0 0 0 0,1 0 0 0 0,0 0 0 0 0,-1 1 0 0 0,1-1 1 0 0,0 1-1 0 0,0 0 0 0 0,-1 0 0 0 0,1 0 0 0 0,0 1 0 0 0,-1-1 0 0 0,1 1 0 0 0,0 0 1 0 0,-1 0-1 0 0,1 0 0 0 0,6 3 0 0 0,-2 2 98 0 0,0-1 0 0 0,0 1 0 0 0,0 0 0 0 0,-1 1 0 0 0,0 0 1 0 0,0 0-1 0 0,0 1 0 0 0,-1-1 0 0 0,0 2 0 0 0,6 11 0 0 0,6 12 99 0 0,17 49 0 0 0,-23-47 28 0 0,-1 0 0 0 0,-2 1 0 0 0,8 70 1 0 0,-15-74-68 0 0,-3-25-39 0 0,1 0 1 0 0,1 0-1 0 0,-1-1 1 0 0,1 1-1 0 0,0 0 1 0 0,0 0-1 0 0,4 9 1 0 0,-5-14-32 0 0,0-1 1 0 0,1 0 0 0 0,-1 1-1 0 0,0-1 1 0 0,1 0-1 0 0,-1 1 1 0 0,0-1 0 0 0,1 0-1 0 0,-1 0 1 0 0,0 1-1 0 0,1-1 1 0 0,-1 0-1 0 0,1 0 1 0 0,-1 0 0 0 0,1 0-1 0 0,-1 0 1 0 0,0 1-1 0 0,1-1 1 0 0,-1 0 0 0 0,1 0-1 0 0,-1 0 1 0 0,1 0-1 0 0,-1 0 1 0 0,1 0 0 0 0,-1 0-1 0 0,0-1 1 0 0,1 1-1 0 0,-1 0 1 0 0,1 0 0 0 0,-1 0-1 0 0,1 0 1 0 0,-1 0-1 0 0,0-1 1 0 0,1 1 0 0 0,-1 0-1 0 0,0 0 1 0 0,1-1-1 0 0,15-10 20 0 0,43-46 1788 0 0,25-22 2250 0 0,-65 64-4404 0 0,26-16 0 0 0,-7 9-2209 0 0,1 1 0 0 0,76-28 0 0 0,-82 38 979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08.2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12 191 1602 0 0,'0'0'2410'0'0,"5"12"282"0"0,-3-7-1344 0 0,22 48 7644 0 0,3-12-6376 0 0,12 9-3136 0 0,61 86-3654 0 0,-91-121 3697 0 0,0 1 1 0 0,0 0-1 0 0,-2 0 0 0 0,0 1 1 0 0,-1 0-1 0 0,-1 0 1 0 0,4 20-1 0 0,-8-28 18 0 0,0-1 0 0 0,-1 1 0 0 0,0-1 1 0 0,0 1-1 0 0,-1-1 0 0 0,0 0 0 0 0,0 1 0 0 0,-1-1 0 0 0,0 0 1 0 0,-1 0-1 0 0,1 0 0 0 0,-2 0 0 0 0,1 0 0 0 0,-7 9 0 0 0,7-12 459 0 0,0 0 0 0 0,-1 0-1 0 0,0-1 1 0 0,0 0 0 0 0,0 0 0 0 0,0 0-1 0 0,0 0 1 0 0,-1 0 0 0 0,0-1 0 0 0,0 0-1 0 0,0 0 1 0 0,0-1 0 0 0,0 1 0 0 0,-1-1-1 0 0,1 0 1 0 0,-1 0 0 0 0,1-1 0 0 0,-1 1-1 0 0,0-1 1 0 0,1-1 0 0 0,-10 1 0 0 0,12-1 94 0 0,0 0 1 0 0,0 0-1 0 0,1-1 1 0 0,-1 1-1 0 0,0-1 1 0 0,0 1-1 0 0,1-1 1 0 0,-1 0-1 0 0,0 0 1 0 0,1 0 0 0 0,-1-1-1 0 0,1 1 1 0 0,0 0-1 0 0,-1-1 1 0 0,1 0-1 0 0,0 1 1 0 0,0-1-1 0 0,-4-4 1 0 0,3 2 59 0 0,1-1 0 0 0,-1 1 0 0 0,1 0 0 0 0,-1-1 0 0 0,1 1 0 0 0,0-1 0 0 0,1 0 0 0 0,-1 0 0 0 0,0-10 0 0 0,0 6-173 0 0,1 0 0 0 0,1-1-1 0 0,0 1 1 0 0,0-1 0 0 0,1 1 0 0 0,0-1 0 0 0,0 1 0 0 0,1 0 0 0 0,1-1 0 0 0,6-16 0 0 0,1 8-722 0 0,1 0 0 0 0,1 0 1 0 0,25-29-1 0 0,51-42 178 0 0,-21 22 610 0 0,-48 47-32 0 0,-1-1 0 0 0,-1 0 0 0 0,-1-1 1 0 0,19-38-1 0 0,-30 52 15 0 0,-1-1-1 0 0,0 0 1 0 0,0 0 0 0 0,-1-1 0 0 0,0 1 0 0 0,-1-1 0 0 0,0 0-1 0 0,-1 1 1 0 0,0-1 0 0 0,0 0 0 0 0,-1 0 0 0 0,0 0 0 0 0,-1 0-1 0 0,0 1 1 0 0,-5-20 0 0 0,5 25 4 0 0,-1 0-1 0 0,0 1 1 0 0,0-1-1 0 0,0 1 1 0 0,-1-1-1 0 0,1 1 1 0 0,-1 0-1 0 0,0 0 1 0 0,1 0-1 0 0,-2 0 1 0 0,1 1 0 0 0,0-1-1 0 0,0 1 1 0 0,-1-1-1 0 0,1 1 1 0 0,-1 0-1 0 0,0 1 1 0 0,0-1-1 0 0,0 1 1 0 0,0 0-1 0 0,0-1 1 0 0,0 2-1 0 0,-4-2 1 0 0,-8 0-37 0 0,1 0 1 0 0,-1 1-1 0 0,0 1 0 0 0,-27 3 1 0 0,29-1-18 0 0,0 0 0 0 0,1 1 1 0 0,-1 1-1 0 0,1 0 0 0 0,0 1 0 0 0,0 1 1 0 0,0 0-1 0 0,-14 9 0 0 0,18-10-71 0 0,1 1-1 0 0,0 0 1 0 0,0 0 0 0 0,1 1-1 0 0,-1 0 1 0 0,1 0 0 0 0,1 0-1 0 0,-1 1 1 0 0,2 0 0 0 0,-1 1-1 0 0,1-1 1 0 0,-5 11 0 0 0,3 8-691 0 0,5 6-438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08.8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1468 0 0,'0'0'3284'0'0,"5"18"-669"0"0,-2-4-391 0 0,13 53 5647 0 0,-6-6-5673 0 0,10 70-3904 0 0,17 136-4354 0 0,-36-166 5776 0 0,-1-101 388 0 0,19-57 6267 0 0,-13 42-5989 0 0,0 1 1 0 0,10-17-1 0 0,-13 27-408 0 0,-1-1-1 0 0,1 1 1 0 0,0 0 0 0 0,0 0-1 0 0,0 0 1 0 0,0 0-1 0 0,1 1 1 0 0,0-1 0 0 0,-1 1-1 0 0,1 0 1 0 0,1 0 0 0 0,-1 0-1 0 0,0 1 1 0 0,1-1 0 0 0,-1 1-1 0 0,1 0 1 0 0,0 0-1 0 0,-1 1 1 0 0,1-1 0 0 0,0 1-1 0 0,0 0 1 0 0,7 0 0 0 0,-8 1 66 0 0,0 0 0 0 0,-1 0 0 0 0,1 0 1 0 0,0 1-1 0 0,-1 0 0 0 0,1 0 0 0 0,0 0 1 0 0,-1 0-1 0 0,1 0 0 0 0,-1 1 0 0 0,5 2 1 0 0,-6-3-16 0 0,0 0 0 0 0,-1 1 0 0 0,1-1 0 0 0,-1 1 0 0 0,0-1 0 0 0,1 1 0 0 0,-1 0 0 0 0,0-1 0 0 0,0 1 0 0 0,0 0 0 0 0,0 0 0 0 0,0 0 1 0 0,0 0-1 0 0,-1 0 0 0 0,1 0 0 0 0,0 0 0 0 0,-1 0 0 0 0,0 0 0 0 0,0 0 0 0 0,1 0 0 0 0,-1 4 0 0 0,-1-1-114 0 0,0 0 0 0 0,0 1 0 0 0,-1-1 0 0 0,1 0-1 0 0,-1 1 1 0 0,0-1 0 0 0,0 0 0 0 0,-1 0 0 0 0,0 0 0 0 0,0-1 0 0 0,0 1-1 0 0,0-1 1 0 0,-1 0 0 0 0,1 1 0 0 0,-1-1 0 0 0,0-1 0 0 0,0 1-1 0 0,-9 5 1 0 0,6-4-100 0 0,-1 1 0 0 0,0-2 0 0 0,0 1 1 0 0,0-1-1 0 0,-1 0 0 0 0,0-1 0 0 0,0 0 0 0 0,0 0 0 0 0,0-1 0 0 0,-14 2 0 0 0,22-4 129 0 0,0 1 0 0 0,0-1 0 0 0,0 0 0 0 0,0 0 0 0 0,0 0 1 0 0,0 0-1 0 0,0-1 0 0 0,0 1 0 0 0,0 0 0 0 0,0 0 0 0 0,0 0 0 0 0,0-1 0 0 0,0 1 1 0 0,0-1-1 0 0,1 1 0 0 0,-1-1 0 0 0,0 1 0 0 0,0-1 0 0 0,0 1 0 0 0,0-1 0 0 0,1 0 0 0 0,-1 1 1 0 0,0-1-1 0 0,1 0 0 0 0,-1 0 0 0 0,0 1 0 0 0,1-1 0 0 0,-1 0 0 0 0,1 0 0 0 0,-1 0 0 0 0,1 0 1 0 0,0 0-1 0 0,-1 0 0 0 0,1-1 0 0 0,-7-21-1526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09.0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3222 0 0,'0'0'2058'0'0,"90"87"12322"0"0,-67-84-14380 0 0,-8 0 0 0 0,4-3 0 0 0,0 0 0 0 0,-4 0 0 0 0,0 0 0 0 0,0 0 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09.2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0 536 0 0,'0'0'2569'0'0,"-5"15"-1347"0"0,-1 1-257 0 0,-3 8 763 0 0,1 1-1 0 0,-8 41 1 0 0,12-35-2649 0 0,0 35 1 0 0,4-54 1923 0 0,1-1 1 0 0,0 0-1 0 0,4 19 1 0 0,10 11 4264 0 0,-2-22-3549 0 0,-12-18-1868 0 0,0 0-1 0 0,1 0 1 0 0,-1 0-1 0 0,0-1 1 0 0,0 1-1 0 0,0 0 1 0 0,1 0 0 0 0,-1-1-1 0 0,0 1 1 0 0,1 0-1 0 0,1 0 1 0 0,5-1-1703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09.4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79 2738 0 0,'0'0'1482'0'0,"106"-3"12585"0"0,-83-3-12786 0 0,3-2-1189 0 0,0-4-92 0 0,1 3 0 0 0,-1-1 0 0 0,-3 1 0 0 0,-8-1 0 0 0,-4 4 0 0 0,0 1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09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 1226 0 0,'0'0'2143'0'0,"-4"18"-804"0"0,0 0-184 0 0,-1 1 694 0 0,2 1-1 0 0,0-1 1 0 0,-1 40-1 0 0,11 67-1439 0 0,-2-82-2059 0 0,3 0 0 0 0,2-1 0 0 0,1 0 0 0 0,27 65 0 0 0,8 4 1389 0 0,-45-111 345 0 0,-1 0 0 0 0,0 0-1 0 0,1 0 1 0 0,-1 0-1 0 0,1 0 1 0 0,-1 0-1 0 0,1 0 1 0 0,0 0 0 0 0,-1 0-1 0 0,1 0 1 0 0,0 0-1 0 0,0 0 1 0 0,0-1-1 0 0,0 1 1 0 0,-1 0-1 0 0,1-1 1 0 0,0 1 0 0 0,0 0-1 0 0,0-1 1 0 0,0 1-1 0 0,0-1 1 0 0,1 0-1 0 0,-1 1 1 0 0,0-1 0 0 0,0 0-1 0 0,0 0 1 0 0,0 0-1 0 0,0 1 1 0 0,0-1-1 0 0,0 0 1 0 0,1-1 0 0 0,-1 1-1 0 0,0 0 1 0 0,0 0-1 0 0,0 0 1 0 0,0-1-1 0 0,0 1 1 0 0,0 0-1 0 0,0-1 1 0 0,0 1 0 0 0,0-1-1 0 0,2-1 1 0 0,0 0 219 0 0,1 0 0 0 0,-1-1 0 0 0,0 1 0 0 0,0-1 0 0 0,0 0 0 0 0,0 0 0 0 0,-1 0 0 0 0,1 0 0 0 0,-1 0 0 0 0,0-1 0 0 0,2-4 0 0 0,6-11-1452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22.8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69 1230 0 0,'-6'-8'16296'0'0,"5"-1"-14162"0"0,1 7-2134 0 0,3 2 0 0 0,0-1 0 0 0,1 0 0 0 0,-1 1 0 0 0,0 0 0 0 0,0 0 0 0 0,0 0 0 0 0,0 0 0 0 0,0 0 0 0 0,0 1 0 0 0,0 0 0 0 0,6 1 0 0 0,-3-1 0 0 0,8 3 0 0 0,0-2 0 0 0,1 0 0 0 0,-1 0 0 0 0,1-1 0 0 0,0-1 0 0 0,-1-1 0 0 0,1 0 0 0 0,-1-1 0 0 0,1 0 0 0 0,-1-1 0 0 0,15-5 0 0 0,11-6 0 0 0,-23 7 0 0 0,0 1 0 0 0,0 1 0 0 0,0 0 0 0 0,0 2 0 0 0,1 0 0 0 0,20-1 0 0 0,-24 5-61 0 0,0 1-1 0 0,0 0 1 0 0,-1 1-1 0 0,1 1 1 0 0,13 5-1 0 0,35 7 57 0 0,-9-5-1967 0 0,-25-4-2320 0 0,1-2 0 0 0,54 3 0 0 0,-34-9 3733 0 0,-22-1 520 0 0,0 2 0 0 0,34 5 1 0 0,-51-3 26 0 0,-1 0 0 0 0,1 1 0 0 0,10 5 0 0 0,-12-5 77 0 0,-1 0 0 0 0,1 0 0 0 0,0-1 0 0 0,0 0 0 0 0,11 1 0 0 0,33-1 169 0 0,-30-2 5929 0 0,43 6-1 0 0,-36 2-5425 0 0,-1 3-4616 0 0,5 4-2557 0 0,0-1 3506 0 0,0-4 4367 0 0,38 9-1 0 0,-63-18-1744 0 0,0 0 0 0 0,0 0 0 0 0,1-1-1 0 0,-1 0 1 0 0,0 0 0 0 0,1-1 0 0 0,-1 0-1 0 0,10-3 1 0 0,7-3-4 0 0,31-13-1 0 0,-37 12 302 0 0,-1 1-1 0 0,1 1 1 0 0,31-5-1 0 0,-9 5 29 0 0,-1 2-1 0 0,1 2 0 0 0,48 3 1 0 0,-64 3-18 0 0,-14-3-209 0 0,-1 1-1 0 0,0-2 1 0 0,0 1-1 0 0,11-2 1 0 0,-13 0-1020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15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1 814 0 0,'0'0'2778'0'0,"-7"14"-911"0"0,0-1-81 0 0,2-6-792 0 0,1 0 0 0 0,1 0 0 0 0,-1 1 0 0 0,1 0 0 0 0,0-1 0 0 0,1 1 0 0 0,0 0 0 0 0,0 0-1 0 0,-1 17 1 0 0,4 128-1683 0 0,19 75-6194 0 0,0-16 2090 0 0,-20-101 6040 0 0,-4-106 13 0 0,4-9-2429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15.2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44 764 0 0,'0'0'3030'0'0,"17"-1"-406"0"0,40 0 5581 0 0,28-1-3168 0 0,-19 0-5037 0 0,79-14 0 0 0,-134 14-814 0 0,1-1 1 0 0,0 0-1 0 0,13-6 0 0 0,-14 4 81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15.5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89 372 0 0,'0'0'1813'0'0,"0"-15"682"0"0,-1-42 5808 0 0,-3 41-3401 0 0,1 25-3127 0 0,11 76-1753 0 0,-1-19-136 0 0,-5-35-6 0 0,24 287-5910 0 0,-15-231 1987 0 0,37 141-1 0 0,-39-197 2946 0 0,8 55-1 0 0,-17-70-401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15.9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1300 0 0,'0'0'2270'0'0,"0"15"615"0"0,0-7-1634 0 0,2 63 9226 0 0,4-31-9026 0 0,-5-30-1429 0 0,39 257-4945 0 0,-21 3-4322 0 0,-22-223 9165 0 0,3-44 53 0 0,0 0 0 0 0,-1 0 0 0 0,1 0 0 0 0,-1 0 0 0 0,0 0 0 0 0,0 0 0 0 0,0-1 0 0 0,0 1 0 0 0,0 0 1 0 0,-1-1-1 0 0,1 1 0 0 0,-1 0 0 0 0,-2 2 0 0 0,4-5 50 0 0,0 0 0 0 0,0 0-1 0 0,-1 0 1 0 0,1 0 0 0 0,0 0 0 0 0,0 1 0 0 0,0-1 0 0 0,0 0 0 0 0,0 0 0 0 0,-1 0 0 0 0,1 0 0 0 0,0 0 0 0 0,0 0 0 0 0,0 0 0 0 0,-1 0 0 0 0,1 0 0 0 0,0 0 0 0 0,0 0-1 0 0,0 0 1 0 0,0 0 0 0 0,-1 0 0 0 0,1 0 0 0 0,0 0 0 0 0,0 0 0 0 0,0 0 0 0 0,-1 0 0 0 0,1 0 0 0 0,0 0 0 0 0,0 0 0 0 0,0 0 0 0 0,0 0 0 0 0,-1 0 0 0 0,1-1 0 0 0,0 1-1 0 0,0 0 1 0 0,0 0 0 0 0,0 0 0 0 0,0 0 0 0 0,-1 0 0 0 0,1 0 0 0 0,0-1 0 0 0,0 1 0 0 0,0 0 0 0 0,0 0 0 0 0,0 0 0 0 0,0 0 0 0 0,0-1 0 0 0,0 1 0 0 0,0 0 0 0 0,0 0-1 0 0,0 0 1 0 0,-1-1 0 0 0,1 1 0 0 0,-3-11 3348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16.2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 1292 0 0,'0'0'2198'0'0,"17"-2"-207"0"0,-5 0-681 0 0,16-2 2658 0 0,-1 2 0 0 0,55 0 0 0 0,-69 4-3919 0 0,0 0 1 0 0,0 0-1 0 0,0 2 0 0 0,0-1 0 0 0,0 1 0 0 0,-1 1 1 0 0,19 10-1 0 0,-24-11-356 0 0,-1 0-1 0 0,1 0 1 0 0,-1 1-1 0 0,0 0 1 0 0,-1 0-1 0 0,1 0 1 0 0,-1 1 0 0 0,0-1-1 0 0,0 1 1 0 0,-1 1-1 0 0,0-1 1 0 0,0 1-1 0 0,0-1 1 0 0,4 13 0 0 0,-2 0-779 0 0,-1 1 1 0 0,0-1 0 0 0,-1 1 0 0 0,-2 0 0 0 0,1 36-1 0 0,-3-40 758 0 0,-1-1 1 0 0,0 1-1 0 0,-2 0 0 0 0,0-1 0 0 0,0 0 0 0 0,-1 0 1 0 0,-13 29-1 0 0,-3-5 471 0 0,-3-2 0 0 0,0 0 0 0 0,-50 58 1 0 0,61-82-165 0 0,1-1 1 0 0,-1-1 0 0 0,-1 0-1 0 0,0 0 1 0 0,-1-1 0 0 0,-25 14-1 0 0,35-22 150 0 0,0-1-1 0 0,0 1 0 0 0,0-1 1 0 0,0 0-1 0 0,0 0 0 0 0,-5 1 0 0 0,7-2-63 0 0,0 1 0 0 0,0-1-1 0 0,0 0 1 0 0,1 0-1 0 0,-1-1 1 0 0,0 1-1 0 0,0 0 1 0 0,0 0-1 0 0,1-1 1 0 0,-1 1-1 0 0,0-1 1 0 0,0 0 0 0 0,1 1-1 0 0,-1-1 1 0 0,1 0-1 0 0,-1 0 1 0 0,0 0-1 0 0,-1-2 1 0 0,-11-14-1736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16.7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1 822 0 0,'0'0'3376'0'0,"4"17"-624"0"0,12 53 6968 0 0,1-4-6730 0 0,0 12-6487 0 0,14 161 1 0 0,-29-216 3208 0 0,-2-22 228 0 0,5 101-5843 0 0,-5-91 5708 0 0,-1-1 0 0 0,0 1 0 0 0,-1 0 0 0 0,0-1 0 0 0,-1 1 0 0 0,0-1 0 0 0,-5 14 0 0 0,8-24 173 0 0,0 0 0 0 0,0 0 0 0 0,-1 1 0 0 0,1-1 0 0 0,0 0 0 0 0,0 1 0 0 0,0-1-1 0 0,0 0 1 0 0,0 1 0 0 0,0-1 0 0 0,-1 0 0 0 0,1 0 0 0 0,0 1 0 0 0,0-1 0 0 0,0 0 0 0 0,-1 0 0 0 0,1 1 0 0 0,0-1 0 0 0,0 0 0 0 0,-1 0 0 0 0,1 0 0 0 0,0 1 0 0 0,0-1 0 0 0,-1 0 0 0 0,1 0 0 0 0,0 0 0 0 0,-1 0 0 0 0,1 0 0 0 0,-1 0 0 0 0,-3-7 1735 0 0,3 3-461 0 0,-6-11-748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17.1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95 820 0 0,'0'0'2007'0'0,"16"-12"-25"0"0,54-41 5736 0 0,-64 49-7058 0 0,0 0 0 0 0,1 0 0 0 0,-1 1 0 0 0,1 0 1 0 0,8-3-1 0 0,-8 5-796 0 0,0-1 0 0 0,0 1 0 0 0,0 0 0 0 0,0 1 0 0 0,0 0 0 0 0,8 1-1 0 0,7-1-434 0 0,-14 0 19 0 0,0 1-1 0 0,1 0 1 0 0,-1 0 0 0 0,0 0 0 0 0,1 1 0 0 0,-1 1 0 0 0,10 3 0 0 0,-15-5 290 0 0,0 1 1 0 0,0-1-1 0 0,0 1 0 0 0,-1-1 0 0 0,1 1 0 0 0,-1 0 1 0 0,1 0-1 0 0,-1 0 0 0 0,0 0 0 0 0,1 0 1 0 0,-1 1-1 0 0,0-1 0 0 0,-1 1 0 0 0,1-1 1 0 0,0 1-1 0 0,-1 0 0 0 0,1 0 0 0 0,-1-1 0 0 0,0 1 1 0 0,0 0-1 0 0,0 0 0 0 0,0 0 0 0 0,0 5 1 0 0,-1 0 280 0 0,0-1 0 0 0,-1 1 0 0 0,0 0 1 0 0,0 0-1 0 0,-1-1 0 0 0,0 1 0 0 0,0 0 1 0 0,0-1-1 0 0,-1 0 0 0 0,-1 0 0 0 0,1 0 1 0 0,-1 0-1 0 0,0 0 0 0 0,-1-1 0 0 0,-7 10 1 0 0,-11 10 41 0 0,0-2 0 0 0,-37 30 1 0 0,21-20-58 0 0,34-29-35 0 0,3-3-6 0 0,0 0 0 0 0,0 0-1 0 0,-1 0 1 0 0,1-1 0 0 0,0 1-1 0 0,-1 0 1 0 0,-3 1 0 0 0,6-3-94 0 0,1-1-23 0 0,-1 0 135 0 0,1 1 0 0 0,0-1 0 0 0,0 1 0 0 0,-1-1 1 0 0,1 1-1 0 0,0-1 0 0 0,0 1 0 0 0,0 0 0 0 0,0-1 1 0 0,0 1-1 0 0,0 0 0 0 0,0 0 0 0 0,0-1 0 0 0,0 1 1 0 0,0 0-1 0 0,2 0 0 0 0,19 1 1064 0 0,-21-1-781 0 0,3 0 22 0 0,0 1 0 0 0,0 0 0 0 0,0 0 0 0 0,-1 0 0 0 0,1 1 0 0 0,0-1 0 0 0,-1 1 0 0 0,1 0 1 0 0,-1 0-1 0 0,0 0 0 0 0,0 1 0 0 0,5 3 0 0 0,34 37 594 0 0,-37-36-794 0 0,61 76 499 0 0,5 6-1454 0 0,-58-75-1197 0 0,30 25-1 0 0,-40-37 2017 0 0,0 0-1 0 0,0 0 0 0 0,1 0 1 0 0,-1 0-1 0 0,1-1 0 0 0,-1 0 1 0 0,1 1-1 0 0,-1-1 0 0 0,1 0 1 0 0,0-1-1 0 0,0 1 0 0 0,0-1 1 0 0,-1 0-1 0 0,1 1 0 0 0,0-2 1 0 0,0 1-1 0 0,7-2 1 0 0,-1-3-1272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18.0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 1452 0 0,'0'0'2264'0'0,"3"16"-367"0"0,8 52 5875 0 0,-10-64-7499 0 0,0-1 0 0 0,0 1 0 0 0,0-1 1 0 0,0 1-1 0 0,0-1 0 0 0,1 1 0 0 0,0-1 0 0 0,-1 0 0 0 0,1 0 1 0 0,0 0-1 0 0,1 0 0 0 0,-1 0 0 0 0,1-1 0 0 0,-1 1 0 0 0,1 0 1 0 0,5 3-1 0 0,-1-2-5 0 0,-1-1 0 0 0,1 0 0 0 0,0 0 0 0 0,0-1 0 0 0,12 3-1 0 0,-12-3-243 0 0,8 2-376 0 0,1-1 0 0 0,0-1 0 0 0,-1-1 0 0 0,1 0 0 0 0,0-1 0 0 0,0 0 0 0 0,0-2 0 0 0,0 0 0 0 0,0 0-1 0 0,-1-2 1 0 0,19-5 0 0 0,12-9-2133 0 0,0-1-1 0 0,53-31 0 0 0,56-24-551 0 0,-151 72 3028 0 0,1 0 0 0 0,0 0 0 0 0,0 1 0 0 0,0 0 0 0 0,0 0 1 0 0,1 0-1 0 0,-1 1 0 0 0,0-1 0 0 0,0 1 0 0 0,0 0 0 0 0,9 2 0 0 0,-11-1 81 0 0,1 0 0 0 0,-1 1 0 0 0,1-1 0 0 0,-1 1 0 0 0,1 0 0 0 0,-1 0 0 0 0,0 1 0 0 0,0-1 0 0 0,0 1 0 0 0,0-1 0 0 0,0 1 0 0 0,-1 0 0 0 0,1 0 0 0 0,-1 0 0 0 0,4 7 0 0 0,31 58 2874 0 0,-29-50-2729 0 0,1 0 0 0 0,20 28 1 0 0,-25-40 42 0 0,1-1 1 0 0,0 1 0 0 0,0-1-1 0 0,1 0 1 0 0,-1-1-1 0 0,1 1 1 0 0,0-1 0 0 0,0 0-1 0 0,0-1 1 0 0,1 0 0 0 0,9 4-1 0 0,-1-2 932 0 0,0 0-1 0 0,1-2 0 0 0,26 4 0 0 0,-17-5-1291 0 0,44-3 0 0 0,-14-5-2832 0 0,72-16 0 0 0,3-9-1913 0 0,-53 12 4068 0 0,117-15 1 0 0,-167 32 814 0 0,0 1 1 0 0,0 1-1 0 0,1 1 1 0 0,-1 1-1 0 0,0 2 0 0 0,0 0 1 0 0,-1 2-1 0 0,32 11 0 0 0,194 83-351 0 0,-168-63-1958 0 0,-81-36 1814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34.0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50 1142 0 0,'0'0'3041'0'0,"14"-6"-441"0"0,55-18 7230 0 0,-5 8-6783 0 0,-50 14-3363 0 0,0 1 0 0 0,-1 0 1 0 0,22 3-1 0 0,-22-1 90 0 0,0 0-1 0 0,0-1 1 0 0,-1-1 0 0 0,14-2-1 0 0,-58 49-12515 0 0,3-9 12727 0 0,-41 46 32 0 0,-17-2-8 0 0,-6 9-563 0 0,93-90 544 0 0,-2 2-169 0 0,0 0-1 0 0,0 0 1 0 0,1-1 0 0 0,-1 1 0 0 0,1 1-1 0 0,0-1 1 0 0,0 0 0 0 0,-1 0-1 0 0,0 4 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34.2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1198 0 0,'0'0'1764'0'0,"79"77"14934"0"0,-64-77-17257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34.4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1284 0 0,'0'0'2332'0'0,"0"17"-236"0"0,0 150 11132 0 0,0-43-14153 0 0,0-77 204 0 0,9 195-12418 0 0,-9-241 13077 0 0,0 1 1 0 0,0 0 0 0 0,1 0 0 0 0,-1 0-1 0 0,1 0 1 0 0,-1-1 0 0 0,1 1-1 0 0,0 0 1 0 0,0 0 0 0 0,0-1 0 0 0,0 1-1 0 0,0-1 1 0 0,0 1 0 0 0,0-1 0 0 0,1 1-1 0 0,-1-1 1 0 0,0 0 0 0 0,1 0-1 0 0,-1 1 1 0 0,1-1 0 0 0,2 1 0 0 0,6-1-883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34.7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83 1348 0 0,'0'0'1870'0'0,"-6"18"-527"0"0,-20 58 3698 0 0,24-69-4626 0 0,0 0 0 0 0,0-1 0 0 0,1 1 0 0 0,-1 0 0 0 0,2 0 0 0 0,-1 0 0 0 0,1 0 0 0 0,0 0 1 0 0,0 0-1 0 0,1 0 0 0 0,0-1 0 0 0,0 1 0 0 0,1 0 0 0 0,5 13 0 0 0,-5-17-255 0 0,0 1-1 0 0,0-1 1 0 0,0 0 0 0 0,1 0-1 0 0,-1 0 1 0 0,1 0 0 0 0,0 0-1 0 0,0 0 1 0 0,0-1 0 0 0,0 1-1 0 0,1-1 1 0 0,-1 0 0 0 0,1 0-1 0 0,-1 0 1 0 0,1-1 0 0 0,0 1-1 0 0,-1-1 1 0 0,1 0 0 0 0,0 0-1 0 0,0 0 1 0 0,0 0 0 0 0,0-1 0 0 0,6 0-1 0 0,-7 1-159 0 0,1-1 0 0 0,-1 0 0 0 0,0 0 0 0 0,0 0 0 0 0,0 0 0 0 0,0-1 0 0 0,1 1 0 0 0,-1-1 0 0 0,0 0 0 0 0,0 0 0 0 0,0 0 0 0 0,0 0 0 0 0,-1 0 0 0 0,1-1 0 0 0,0 1 0 0 0,0-1 0 0 0,-1 0 0 0 0,1 0 0 0 0,-1 0 0 0 0,1 0 0 0 0,-1 0 0 0 0,0 0 0 0 0,0-1 0 0 0,0 1 0 0 0,0-1 0 0 0,-1 1 0 0 0,1-1 0 0 0,-1 0 0 0 0,1 0 0 0 0,-1 0 0 0 0,0 0 0 0 0,0 0 0 0 0,0 0 0 0 0,0 0 0 0 0,-1 0 0 0 0,1-4 0 0 0,1-7-546 0 0,-1 0-1 0 0,0 0 0 0 0,0 0 1 0 0,-2 0-1 0 0,0-1 0 0 0,0 1 1 0 0,-7-22-1 0 0,6 24 1 0 0,-2 1 0 0 0,0 0 0 0 0,0 0 0 0 0,-1 1 1 0 0,0-1-1 0 0,-1 1 0 0 0,0 0 0 0 0,0 1 0 0 0,-15-17 0 0 0,20 24 143 0 0,-1 1-1 0 0,0-1 1 0 0,1 1-1 0 0,-1-1 1 0 0,0 1-1 0 0,0-1 1 0 0,0 1-1 0 0,-1 0 1 0 0,1 0-1 0 0,0 0 0 0 0,0 0 1 0 0,-1 0-1 0 0,1 1 1 0 0,0-1-1 0 0,-1 1 1 0 0,1-1-1 0 0,0 1 1 0 0,-5 0-1 0 0,-17 1-1203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35.3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0 138 986 0 0,'0'0'2201'0'0,"16"6"664"0"0,51 16 8027 0 0,-63-21-10458 0 0,0-1 1 0 0,0 1-1 0 0,0-1 0 0 0,0 1 0 0 0,0-1 0 0 0,5-1 0 0 0,-4 0-442 0 0,0 0 0 0 0,0 0 0 0 0,-1-1-1 0 0,1 1 1 0 0,7-4 0 0 0,2-1-266 0 0,1 0 274 0 0,1 1 0 0 0,0 0 0 0 0,0 1 0 0 0,0 1 0 0 0,0 1 0 0 0,17-1 0 0 0,-32 3 0 0 0,-1 0 0 0 0,1 0 0 0 0,-1 0 0 0 0,1 0 0 0 0,-1 0 0 0 0,1 0 0 0 0,-1 0 0 0 0,0 1 0 0 0,1-1 0 0 0,-1 0 0 0 0,1 0 0 0 0,-1 0 0 0 0,1 0 0 0 0,-1 1 0 0 0,0-1 0 0 0,1 0 0 0 0,-1 1 0 0 0,1-1 0 0 0,-1 0 0 0 0,0 0 0 0 0,1 1 0 0 0,-1-1 0 0 0,0 1 0 0 0,0-1 0 0 0,1 0 0 0 0,-1 1 0 0 0,0-1 0 0 0,0 1 0 0 0,1-1 0 0 0,-1 0 0 0 0,0 1 0 0 0,-1 18 0 0 0,-13 17 0 0 0,3-19-379 0 0,0-1 0 0 0,-1 0 0 0 0,-26 27 0 0 0,-49 36-1703 0 0,77-72 979 0 0,8-7 631 0 0,0 1 1 0 0,0 0 0 0 0,0 0-1 0 0,0 1 1 0 0,1-1 0 0 0,-1 0-1 0 0,0 0 1 0 0,1 1 0 0 0,-1-1 0 0 0,1 1-1 0 0,0-1 1 0 0,-3 4 0 0 0,19-7-5114 0 0,167-68 5970 0 0,-143 54-397 0 0,-13 4-106 0 0,1-2 1 0 0,-2 0 0 0 0,30-22-1 0 0,-40 25 12 0 0,-1-1 0 0 0,0 0 0 0 0,0-1-1 0 0,-1-1 1 0 0,21-30 0 0 0,-28 35 215 0 0,-1 0 1 0 0,0-1 0 0 0,0 0 0 0 0,-1 0 0 0 0,-1 0 0 0 0,0 0-1 0 0,5-35 16270 0 0,-16 114-18063 0 0,-30 123-10787 0 0,14-113 9659 0 0,16-55 1521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6:35.5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1182 0 0,'0'0'3220'0'0,"79"83"12038"0"0,-56-71-15258 0 0,0-4 0 0 0,7-2 0 0 0,-4-1 0 0 0,4-5 0 0 0,0 0 0 0 0,-3-5 0 0 0,-1-5 0 0 0,1-2 0 0 0,-12 0-850 0 0,7-8-1005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30.0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3686 356 882 0 0,'0'0'1967'0'0,"2"-12"1052"0"0,1-3 2221 0 0,2-10 1571 0 0,-3-3-5070 0 0,-1 11-1741 0 0,0 16 0 0 0,-1 0 0 0 0,0 0 0 0 0,1-1 0 0 0,-1 1 0 0 0,0 0 0 0 0,0-1 0 0 0,0 1 0 0 0,0 0 0 0 0,0 0 0 0 0,0-1 0 0 0,-1 1 0 0 0,1 0 0 0 0,0-1 0 0 0,0 1 0 0 0,-1 0 0 0 0,1 0 0 0 0,-1 0 0 0 0,1-1 0 0 0,-1 1 0 0 0,0 0 0 0 0,1 0 0 0 0,-1 0 0 0 0,0 0 0 0 0,0 0 0 0 0,0 0 0 0 0,0 0 0 0 0,0 0 0 0 0,0 1 0 0 0,-1-2 0 0 0,-28-16-2567 0 0,-20-3-5716 0 0,8 3 4454 0 0,-31-17 3916 0 0,-2 3-1 0 0,-1 4 0 0 0,-118-28 1 0 0,136 48-66 0 0,0 3 1 0 0,-104 3-1 0 0,94 2 33 0 0,13 2-35 0 0,0 3 0 0 0,0 1-1 0 0,1 4 1 0 0,-96 28 0 0 0,-202 95 51 0 0,273-100-40 0 0,-25 12-39 0 0,-140 81 1 0 0,176-84-11 0 0,2 4 1 0 0,-111 97 0 0 0,-309 345-14 0 0,278-229-1 0 0,20 15 47 0 0,169-245-12 0 0,-21 35-1 0 0,4 2 1 0 0,-37 87-1 0 0,-40 147-11 0 0,69-179 8 0 0,14-30-12 0 0,3 1 0 0 0,5 2 0 0 0,-11 98 0 0 0,19-63 0 0 0,5 223 0 0 0,16-267 17 0 0,27 129 0 0 0,-17-126-22 0 0,4-1 0 0 0,4-1 0 0 0,67 152 0 0 0,-28-106 9 0 0,98 144-1 0 0,-120-211-6 0 0,1 3 13 0 0,102 121 0 0 0,-79-117 3 0 0,3-3-1 0 0,2-3 0 0 0,111 78 0 0 0,-33-52 10 0 0,293 132 0 0 0,-130-110 5 0 0,8-27-41 0 0,-314-85 27 0 0,113 27-8 0 0,1-5 0 0 0,1-5 0 0 0,216 5 0 0 0,106-47 29 0 0,-328 8-19 0 0,206-55-1 0 0,-91-5-5 0 0,237-114 0 0 0,-325 123 15 0 0,-4-7 0 0 0,-3-5 0 0 0,159-121 0 0 0,-255 167-14 0 0,0-2 0 0 0,-3-2 0 0 0,50-60 0 0 0,76-135 8 0 0,-150 210-5 0 0,0-1 0 0 0,-2-1 0 0 0,0 1 0 0 0,-2-2 0 0 0,0 1 0 0 0,8-49 0 0 0,-9 15 11 0 0,0-109-1 0 0,-7 137-4 0 0,1-34 23 0 0,-3-1 1 0 0,-12-75-1 0 0,-43-139 78 0 0,-7-41 25 0 0,8 52-114 0 0,18 96-5 0 0,-30-206 30 0 0,61 334-10 0 0,-3 0 0 0 0,-2 1-1 0 0,-1 0 1 0 0,-3 1 0 0 0,-1 1-1 0 0,-43-75 1 0 0,-10-4 42 0 0,5 7-40 0 0,-80-105-1 0 0,31 55-66 0 0,-28-36 39 0 0,129 184-6 0 0,-1-1 0 0 0,0 2 1 0 0,-1 0-1 0 0,0 1 0 0 0,-1 0 0 0 0,-1 1 1 0 0,1 1-1 0 0,-2 1 0 0 0,1 0 0 0 0,-1 1 1 0 0,-1 1-1 0 0,-21-5 0 0 0,-24-3-135 0 0,1 4 1 0 0,-90-6-1 0 0,1 0-314 0 0,89 7-378 0 0,-116-35 1 0 0,139 32-343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31.9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1344 0 0,'0'0'790'0'0,"16"12"2186"0"0,53 37 8667 0 0,-63-45-10828 0 0,1 0 0 0 0,-1-1 0 0 0,13 5 0 0 0,-13-6-826 0 0,0 0-1 0 0,0-1 1 0 0,0 0-1 0 0,0-1 1 0 0,7 1 0 0 0,5 0-274 0 0,12 4 285 0 0,-1 1 0 0 0,0 1 0 0 0,-1 2 0 0 0,1 1 0 0 0,32 17 0 0 0,-37-17 0 0 0,2-1-887 0 0,1-1 0 0 0,0-1-1 0 0,0-2 1 0 0,53 5 0 0 0,-52-8-316 0 0,0 1 0 0 0,0 2 0 0 0,-1 1 0 0 0,53 18 0 0 0,41 35-4659 0 0,-67-32 5845 0 0,56 22 1 0 0,-50-29 4 0 0,-29-11 520 0 0,0 3 0 0 0,55 27 0 0 0,-53-19-807 0 0,0-2 0 0 0,1-1 0 0 0,1-2-1 0 0,46 14 1 0 0,-61-24 299 0 0,280 88 11 0 0,6 4 7 0 0,-205-71-4 0 0,152 63-1 0 0,289 126-23 0 0,-135-73 16 0 0,-257-81-1 0 0,2-7-1 0 0,187 40 1 0 0,-98-39-7 0 0,65 14-2 0 0,215 75-4 0 0,-222-57 21 0 0,0 0-2 0 0,452 148 3 0 0,-171-72 79 0 0,-278-83-38 0 0,156 33 17 0 0,-73-20 14 0 0,86 15 56 0 0,95 25 20 0 0,-472-108-127 0 0,76 25 9006 0 0,-191-64-5091 0 0,1 0-4219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33.6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1242 1180 0 0,'0'0'1150'0'0,"14"-9"1837"0"0,-12 8-2390 0 0,58-34 9969 0 0,-4 12-7386 0 0,75-18-5939 0 0,90-25-4805 0 0,-87 32 3055 0 0,199-44 2756 0 0,5 27 2051 0 0,-123 30-190 0 0,99-7 21 0 0,108-12-81 0 0,154-16-34 0 0,-245 24 13 0 0,156-5 0 0 0,-348 34-30 0 0,171-24-1 0 0,377-36 21 0 0,-216 17 12 0 0,-124 10-35 0 0,55-19-5 0 0,-3-24 12 0 0,-243 47-2 0 0,416-64-5 0 0,20-4-14 0 0,-372 56 29 0 0,272-18-1 0 0,-268 40 24 0 0,-129 10 2971 0 0,-85 11-2443 0 0,34 0 3518 0 0,-37 2-3162 0 0,1-1 1 0 0,0 0-1 0 0,-1 0 1 0 0,1-1-1 0 0,0 0 1 0 0,-1 0-1 0 0,1 0 1 0 0,11-5-1 0 0,-12 5-975 0 0,-11 5-33 0 0,3-2 73 0 0,3-9 189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34.4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279 76 294 0 0,'0'0'1728'0'0,"-11"-9"1301"0"0,-2-1 2599 0 0,-9-6 1525 0 0,0-5-5325 0 0,21 20-1828 0 0,-1-1 0 0 0,1 1 0 0 0,-1 0 0 0 0,1 0 0 0 0,-1 1 0 0 0,0-1 0 0 0,1 0 0 0 0,-1 1 0 0 0,0-1 0 0 0,0 1 0 0 0,1-1 0 0 0,-1 1 0 0 0,0 0 0 0 0,0-1 0 0 0,0 1 0 0 0,0 0 0 0 0,1 0 0 0 0,-1 1 0 0 0,0-1 0 0 0,0 0 0 0 0,-2 1 0 0 0,1 0 0 0 0,1-1 0 0 0,-1 1 0 0 0,1 0 0 0 0,0 0 0 0 0,-1 0 0 0 0,1 0 0 0 0,0 0 0 0 0,-1 1 0 0 0,1-1 0 0 0,0 1 0 0 0,0-1 0 0 0,0 1 0 0 0,1 0 0 0 0,-4 3 0 0 0,1 1 0 0 0,1-1 0 0 0,0-1 0 0 0,0 0 0 0 0,1 1 0 0 0,0 0 0 0 0,-1-1 0 0 0,2 1 0 0 0,-1 0 0 0 0,1 0 0 0 0,-2 6 0 0 0,-3 40-983 0 0,1-1 0 0 0,3 1-1 0 0,2 0 1 0 0,2 0 0 0 0,2 0 0 0 0,3 0-1 0 0,24 93 1 0 0,-23-111-1990 0 0,-2-9 1307 0 0,0-1 1 0 0,17 38-1 0 0,-21-55 2001 0 0,1 0 1 0 0,0-1 0 0 0,1 1-1 0 0,-1-1 1 0 0,1 0-1 0 0,0 0 1 0 0,0 0-1 0 0,1 0 1 0 0,0-1 0 0 0,-1 0-1 0 0,1 0 1 0 0,1 0-1 0 0,-1 0 1 0 0,12 5 0 0 0,-14-8-122 0 0,0 0 0 0 0,1 0 0 0 0,-1 0 0 0 0,0 0 0 0 0,1 0 0 0 0,-1-1 0 0 0,1 0 0 0 0,-1 1 0 0 0,0-1 0 0 0,1-1 0 0 0,-1 1 0 0 0,1 0 0 0 0,-1-1 0 0 0,1 0 0 0 0,-1 0 0 0 0,0 0 0 0 0,0 0 0 0 0,1 0 0 0 0,-1-1 0 0 0,0 1 0 0 0,0-1 0 0 0,0 0 0 0 0,-1 0 0 0 0,1 0 0 0 0,0 0 0 0 0,2-3 0 0 0,6-6 791 0 0,-2 0 0 0 0,0-1 0 0 0,0 0-1 0 0,12-22 1 0 0,-14 21-1008 0 0,-1-1-1 0 0,0 0 1 0 0,-1-1-1 0 0,0 1 1 0 0,-1-1-1 0 0,-1 0 1 0 0,3-25-1 0 0,-3-2-46 0 0,-4-66 1 0 0,-1 81-200 0 0,-7-39 0 0 0,3 41-1497 0 0,-1 1 1 0 0,0 0 0 0 0,-18-37-1 0 0,16 42 305 0 0,-1 1 0 0 0,-1-1 0 0 0,-1 2 0 0 0,-23-26 1 0 0,23 29 1216 0 0,-1 1 1 0 0,-1 1-1 0 0,-16-11 1 0 0,27 20 230 0 0,0 1 1 0 0,-1 1-1 0 0,1-1 1 0 0,0 0-1 0 0,-1 1 0 0 0,1 0 1 0 0,-1 0-1 0 0,1 0 1 0 0,-1 0-1 0 0,1 0 0 0 0,-1 1 1 0 0,0 0-1 0 0,1-1 1 0 0,-1 1-1 0 0,0 1 0 0 0,1-1 1 0 0,-1 0-1 0 0,0 1 1 0 0,1 0-1 0 0,-1 0 0 0 0,1 0 1 0 0,-1 0-1 0 0,1 1 0 0 0,0-1 1 0 0,-1 1-1 0 0,1 0 1 0 0,-5 3-1 0 0,-5 5-100 0 0,0 1 1 0 0,1 0-1 0 0,0 1 1 0 0,-17 21-1 0 0,20-21-141 0 0,0 0 0 0 0,0 0 0 0 0,2 1 0 0 0,-1 0 0 0 0,-9 26 0 0 0,11-15-905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35.4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264 125 372 0 0,'0'0'2613'0'0,"-9"-3"245"0"0,-25-14 8199 0 0,34 17-10982 0 0,-1 0-1 0 0,1-1 1 0 0,0 1 0 0 0,0 0-1 0 0,-1-1 1 0 0,1 1-1 0 0,0-1 1 0 0,0 1 0 0 0,0 0-1 0 0,0-1 1 0 0,0 1-1 0 0,-1-1 1 0 0,1 1 0 0 0,0 0-1 0 0,0-1 1 0 0,0 1-1 0 0,0-1 1 0 0,0 1 0 0 0,0-1-1 0 0,0 1 1 0 0,0 0-1 0 0,0-1 1 0 0,1 1 0 0 0,-1-1-1 0 0,0 1 1 0 0,0 0-1 0 0,0-1 1 0 0,0 1-1 0 0,1-1 1 0 0,-1 1 0 0 0,0 0-1 0 0,0-1 1 0 0,1 1-1 0 0,-1 0 1 0 0,0-1 0 0 0,0 1-1 0 0,1 0 1 0 0,-1-1-1 0 0,0 1 1 0 0,1 0 0 0 0,-1 0-1 0 0,1 0 1 0 0,-1-1-1 0 0,0 1 1 0 0,1 0 0 0 0,21-14-685 0 0,-20 13 548 0 0,19-11-819 0 0,0 2-1 0 0,1 0 1 0 0,0 2 0 0 0,0 0-1 0 0,1 1 1 0 0,-1 1-1 0 0,2 2 1 0 0,29-3 0 0 0,-36 6 275 0 0,0 0 1 0 0,-1 2 0 0 0,1 0 0 0 0,-1 0 0 0 0,0 2 0 0 0,1 0 0 0 0,-1 1 0 0 0,0 0 0 0 0,-1 2 0 0 0,1 0-1 0 0,-1 0 1 0 0,24 15 0 0 0,-33-17 1055 0 0,-1 1 0 0 0,0-1-1 0 0,0 1 1 0 0,-1 0 0 0 0,1 0-1 0 0,-1 1 1 0 0,0-1 0 0 0,0 1-1 0 0,-1 0 1 0 0,0 0 0 0 0,0 0-1 0 0,0 0 1 0 0,2 9 0 0 0,3 12 3306 0 0,8 52 0 0 0,-12-53-2859 0 0,33 130-2801 0 0,36 74-5282 0 0,9 32 1900 0 0,-22-24 5321 0 0,31 254 0 0 0,-78-350-4 0 0,-5 0 0 0 0,-14 171-1 0 0,2-268-27 0 0,-1 0-1 0 0,-3 0 1 0 0,-1-1 0 0 0,-3 0-1 0 0,-1-1 1 0 0,-34 72 0 0 0,-112 203 57 0 0,148-301-25 0 0,0-1 0 0 0,-1-1-1 0 0,-1 0 1 0 0,0 0 0 0 0,-1-2 0 0 0,-22 19 0 0 0,17-18 1380 0 0,0 0 1 0 0,-35 17-1 0 0,43-26 168 0 0,0 0 1 0 0,-1-1-1 0 0,-23 5 1 0 0,17-5-947 0 0,-38 1 1 0 0,17-5-3475 0 0,-71-10-1 0 0,70 5 360 0 0,-97-13-1005 0 0,-68 4 3532 0 0,182 12 897 0 0,23-4 425 0 0,13-4-985 0 0,14-9-1961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36.1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201 1 1300 0 0,'5'6'15713'0'0,"-10"21"-13033"0"0,-12 21-2859 0 0,7-21 293 0 0,-8 17-1457 0 0,-2-1-1 0 0,-27 45 0 0 0,-22 21-8103 0 0,49-68 22177 0 0,26-47-12374 0 0,5-7-18 0 0,-8 9-333 0 0,-1 0-1 0 0,1 1 1 0 0,0-1 0 0 0,0 1 0 0 0,0 0 0 0 0,1 0-1 0 0,-1 0 1 0 0,1 0 0 0 0,-1 1 0 0 0,1-1 0 0 0,0 1-1 0 0,0 0 1 0 0,0 0 0 0 0,0 0 0 0 0,1 1 0 0 0,-1 0-1 0 0,8-2 1 0 0,0 3-285 0 0,-1 0-1 0 0,1 1 0 0 0,-1 0 1 0 0,0 1-1 0 0,1 0 0 0 0,-1 1 1 0 0,0 0-1 0 0,-1 1 0 0 0,1 0 1 0 0,13 8-1 0 0,-3 0-802 0 0,0 1-1 0 0,-1 1 1 0 0,34 31-1 0 0,-23-23-3101 0 0,-17-17-1867 0 0,-3-4 4368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36.4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1058 0 0,'0'0'2512'0'0,"6"16"284"0"0,-1-3-302 0 0,16 46 5952 0 0,-12-4-6092 0 0,3 390-14077 0 0,-12-406 11199 0 0,-8 144-2960 0 0,8-177 3498 0 0,2 26 12 0 0,-2-31-50 0 0,0 0 0 0 0,0 0 0 0 0,0 0 0 0 0,0 0 0 0 0,0 0 0 0 0,1-1 0 0 0,-1 1 0 0 0,0 0 0 0 0,1 0 0 0 0,-1 0 0 0 0,1-1 0 0 0,-1 1 0 0 0,1 0 0 0 0,-1-1 1 0 0,1 1-1 0 0,-1 0 0 0 0,1-1 0 0 0,0 1 0 0 0,-1-1 0 0 0,1 1 0 0 0,0-1 0 0 0,-1 1 0 0 0,1-1 0 0 0,0 1 0 0 0,0-1 0 0 0,0 0 0 0 0,-1 1 0 0 0,1-1 0 0 0,0 0 0 0 0,0 0 0 0 0,1 1 0 0 0,8-3-332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37.0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188 0 1672 0 0,'0'0'1921'0'0,"-7"14"891"0"0,-29 62 8621 0 0,-5 21-9896 0 0,27-64-2776 0 0,-18 29 0 0 0,4-7-1591 0 0,19-38-428 0 0,-11 14 9061 0 0,32-63-2319 0 0,-9 23-3577 0 0,0 0 1 0 0,0 1-1 0 0,1 0 0 0 0,0 0 1 0 0,0 0-1 0 0,1 0 1 0 0,9-10-1 0 0,-13 16 95 0 0,1 1 1 0 0,-1 0-1 0 0,1-1 0 0 0,-1 1 0 0 0,1 0 1 0 0,-1 0-1 0 0,1 0 0 0 0,0 1 0 0 0,0-1 0 0 0,-1 0 1 0 0,1 1-1 0 0,0-1 0 0 0,0 1 0 0 0,0-1 1 0 0,0 1-1 0 0,0 0 0 0 0,-1 0 0 0 0,1 0 0 0 0,0 0 1 0 0,0 0-1 0 0,0 0 0 0 0,0 1 0 0 0,0-1 1 0 0,0 0-1 0 0,-1 1 0 0 0,1 0 0 0 0,0-1 1 0 0,0 1-1 0 0,-1 0 0 0 0,1 0 0 0 0,2 2 0 0 0,6 4 18 0 0,-1 0-1 0 0,0 0 0 0 0,0 1 0 0 0,9 11 0 0 0,0-1-4 0 0,-14-14-26 0 0,4 4-192 0 0,1 0 0 0 0,0-1-1 0 0,1 0 1 0 0,12 7 0 0 0,-20-12 166 0 0,0-1 1 0 0,0 0-1 0 0,0 0 1 0 0,1 0-1 0 0,-1-1 1 0 0,0 1-1 0 0,0 0 0 0 0,1-1 1 0 0,-1 1-1 0 0,0-1 1 0 0,0 0-1 0 0,1 0 1 0 0,-1 0-1 0 0,0 0 1 0 0,1 0-1 0 0,-1-1 0 0 0,0 1 1 0 0,1 0-1 0 0,-1-1 1 0 0,0 0-1 0 0,0 0 1 0 0,0 1-1 0 0,0-1 1 0 0,0-1-1 0 0,0 1 0 0 0,0 0 1 0 0,0 0-1 0 0,3-4 1 0 0,7-9-649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37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0 182 0 0,'4'6'6332'0'0,"7"18"2474"0"0,-5 4-4820 0 0,0 37-4235 0 0,-2-14-966 0 0,3 14-6104 0 0,0 130 1 0 0,-7-189 7071 0 0,-1 0-1 0 0,0 1 1 0 0,0-1 0 0 0,-1 0 0 0 0,0 1 0 0 0,-2 5-1 0 0,-7 11-1226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37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1 736 0 0,'0'0'2794'0'0,"6"15"-989"0"0,20 46 5052 0 0,-25-58-6571 0 0,1 0 0 0 0,0 0 0 0 0,0-1 0 0 0,0 1 0 0 0,0-1 0 0 0,0 1 0 0 0,1-1 0 0 0,-1 0 0 0 0,1 0 0 0 0,0 0 0 0 0,-1 0 0 0 0,1-1-1 0 0,0 1 1 0 0,0-1 0 0 0,0 1 0 0 0,0-1 0 0 0,0 0 0 0 0,0 0 0 0 0,1 0 0 0 0,4 0 0 0 0,4 2-349 0 0,2 0-679 0 0,1 0 1 0 0,0 0-1 0 0,0-1 0 0 0,0-1 0 0 0,0-1 1 0 0,0 0-1 0 0,0-1 0 0 0,0 0 1 0 0,22-6-1 0 0,-25 4 83 0 0,-1 0 1 0 0,0-1-1 0 0,0 0 1 0 0,0-1 0 0 0,-1 0-1 0 0,1 0 1 0 0,-1-1-1 0 0,-1-1 1 0 0,1 0-1 0 0,-1 0 1 0 0,0-1-1 0 0,-1 0 1 0 0,8-9-1 0 0,3-11-839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37.7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1404 0 0,'0'0'2494'0'0,"15"17"218"0"0,44 58 7732 0 0,-55-70-10220 0 0,-1-1 1 0 0,0 1-1 0 0,0 0 0 0 0,0 0 1 0 0,-1 0-1 0 0,1 1 0 0 0,-1-1 1 0 0,0 0-1 0 0,-1 1 1 0 0,2 9-1 0 0,0 0-170 0 0,0 1-630 0 0,-1 1 1 0 0,0 0 0 0 0,-1 0 0 0 0,0-1 0 0 0,-2 1 0 0 0,-3 27-1 0 0,2-34-443 0 0,0 1-1 0 0,-1-1 0 0 0,0 0 0 0 0,0 0 0 0 0,-1 0 0 0 0,-1 0 0 0 0,0 0 0 0 0,0-1 1 0 0,0 0-1 0 0,-1 0 0 0 0,-11 11 0 0 0,17-20 1025 0 0,0 0-1 0 0,0 0 1 0 0,0 0-1 0 0,0-1 1 0 0,0 1-1 0 0,0 0 1 0 0,0 0 0 0 0,0 0-1 0 0,0-1 1 0 0,0 1-1 0 0,0 0 1 0 0,0 0 0 0 0,0 0-1 0 0,0 0 1 0 0,0-1-1 0 0,0 1 1 0 0,-1 0-1 0 0,1 0 1 0 0,0 0 0 0 0,0 0-1 0 0,0-1 1 0 0,0 1-1 0 0,0 0 1 0 0,-1 0-1 0 0,1 0 1 0 0,0 0 0 0 0,0 0-1 0 0,0 0 1 0 0,0 0-1 0 0,-1 0 1 0 0,1-1 0 0 0,0 1-1 0 0,0 0 1 0 0,0 0-1 0 0,-1 0 1 0 0,1 0-1 0 0,0 0 1 0 0,0 0 0 0 0,0 0-1 0 0,0 0 1 0 0,-1 0-1 0 0,1 0 1 0 0,0 0 0 0 0,0 0-1 0 0,0 0 1 0 0,-1 0-1 0 0,1 1 1 0 0,0-1-1 0 0,0 0 1 0 0,0 0 0 0 0,-1 0-1 0 0,1 0 1 0 0,0 0-1 0 0,0 0 1 0 0,0 0-1 0 0,0 1 1 0 0,0-1 0 0 0,-1 0-1 0 0,1 0 1 0 0,0 0-1 0 0,0 0 1 0 0,0 0 0 0 0,0 1-1 0 0,0-1 1 0 0,0 0-1 0 0,0 0 1 0 0,0-13-729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37.8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50 1016 0 0,'0'0'2208'0'0,"18"-8"682"0"0,60-23 7954 0 0,-40 22-7810 0 0,-32 8-3048 0 0,0 1-1 0 0,0 0 1 0 0,0 0-1 0 0,8 1 0 0 0,3 1-244 0 0,37 4-3365 0 0,73 16-1 0 0,-116-19 1972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38.0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55 2170 0 0,'0'0'1930'0'0,"20"4"697"0"0,64 13 7721 0 0,-43-14-7439 0 0,-37-3-2921 0 0,0-1 0 0 0,1 1 0 0 0,-1-1 1 0 0,1 0-1 0 0,-1 0 0 0 0,5-3 0 0 0,7-1-229 0 0,-3 1-432 0 0,-1 0 0 0 0,1-1 0 0 0,-1-1 1 0 0,-1 0-1 0 0,1-1 0 0 0,16-12 0 0 0,-12 4-806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38.4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238 0 418 0 0,'0'0'2967'0'0,"-11"16"-154"0"0,-35 53 7962 0 0,43-64-10221 0 0,0 0 0 0 0,0 1 1 0 0,0 0-1 0 0,-2 9 1 0 0,4-11-709 0 0,0 1 0 0 0,0-1-1 0 0,1 0 1 0 0,0 1 0 0 0,0-1 0 0 0,0 0 0 0 0,1 6 0 0 0,0 8-388 0 0,-1 8-1281 0 0,1 166-8574 0 0,9-1 8733 0 0,6-84 1629 0 0,-13-93 45 0 0,1 0 0 0 0,0 0 0 0 0,1-1 0 0 0,1 1 1 0 0,10 17-1 0 0,-15-29 109 0 0,0 0 0 0 0,1 0 1 0 0,-1 0-1 0 0,1 0 0 0 0,0 0 1 0 0,-1 0-1 0 0,1 0 1 0 0,0-1-1 0 0,0 1 0 0 0,0-1 1 0 0,0 1-1 0 0,1-1 0 0 0,-1 0 1 0 0,0 0-1 0 0,1 0 0 0 0,-1 0 1 0 0,0 0-1 0 0,1 0 1 0 0,-1-1-1 0 0,1 1 0 0 0,3 0 1 0 0,-2-2 60 0 0,1 1 1 0 0,-1 0 0 0 0,1-1 0 0 0,-1 0 0 0 0,0 0-1 0 0,1 0 1 0 0,-1-1 0 0 0,0 1 0 0 0,0-1 0 0 0,0 0-1 0 0,6-4 1 0 0,-3 1-135 0 0,0 1 1 0 0,-1-2-1 0 0,1 1 0 0 0,-1 0 1 0 0,0-1-1 0 0,0-1 0 0 0,-1 1 1 0 0,0-1-1 0 0,0 1 0 0 0,-1-1 0 0 0,0-1 1 0 0,0 1-1 0 0,3-9 0 0 0,-5 9-7 0 0,0 0 0 0 0,-1 0-1 0 0,0 0 1 0 0,0 0 0 0 0,-1 0-1 0 0,0 0 1 0 0,0 0 0 0 0,-1-1-1 0 0,0 1 1 0 0,0 0 0 0 0,0 0-1 0 0,-5-12 1 0 0,4 15 168 0 0,-1-1-1 0 0,1 1 1 0 0,-1-1-1 0 0,1 1 1 0 0,-1 0-1 0 0,-1 0 1 0 0,1 0-1 0 0,0 0 1 0 0,-1 1-1 0 0,0-1 1 0 0,0 1-1 0 0,0 0 1 0 0,0 0-1 0 0,-1 0 1 0 0,1 1 0 0 0,-1 0-1 0 0,1-1 1 0 0,-10-1-1 0 0,3 1-573 0 0,0 0 0 0 0,0 1 0 0 0,0 1 0 0 0,0 0 0 0 0,0 0 0 0 0,0 1 0 0 0,-1 0 1 0 0,1 1-1 0 0,0 1 0 0 0,0-1 0 0 0,0 2 0 0 0,0 0 0 0 0,-15 5 0 0 0,11-1-108 0 0,-1 0-1 0 0,1 1 1 0 0,1 1 0 0 0,0 0 0 0 0,0 1-1 0 0,1 0 1 0 0,0 1 0 0 0,-14 15 0 0 0,25-23 417 0 0,0-1-1 0 0,0 0 1 0 0,0 1 0 0 0,0 0 0 0 0,1-1-1 0 0,-1 1 1 0 0,1 0 0 0 0,-1 0 0 0 0,1-1 0 0 0,0 1-1 0 0,0 0 1 0 0,1 0 0 0 0,-1 0 0 0 0,1 1 0 0 0,-1-1-1 0 0,1 0 1 0 0,0 0 0 0 0,0 0 0 0 0,0 0 0 0 0,1 5-1 0 0,3 2-1228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39.1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5 1044 0 0,'-20'-3'16119'0'0,"29"1"-13686"0"0,86 13-5364 0 0,-179-17 1769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39.2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1864 0 0,'0'0'1580'0'0,"53"2"14636"0"0,-41-6-16216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39.4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2064 0 0,'0'0'1114'0'0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1.9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69 3 1408 0 0,'0'-2'18840'0'0,"0"22"-19428"0"0,-16 199-3416 0 0,2-47 374 0 0,3-63-2572 0 0,-6-2 4824 0 0,6-23 9973 0 0,20-118-1976 0 0,-6 12-7007 0 0,0 0 0 0 0,-1-41 0 0 0,-2 22-305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2.3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58 102 0 0,'0'0'2439'0'0,"15"-9"537"0"0,50-29 8344 0 0,-62 37-11064 0 0,0-1-1 0 0,0 1 1 0 0,0-1-1 0 0,0 1 1 0 0,0 0-1 0 0,0 0 1 0 0,0 1 0 0 0,1-1-1 0 0,-1 1 1 0 0,0-1-1 0 0,1 1 1 0 0,4 1-1 0 0,-5-1-289 0 0,1 2-1 0 0,0-1 1 0 0,-1 0-1 0 0,1 0 0 0 0,-1 1 1 0 0,1 0-1 0 0,-1 0 1 0 0,0 0-1 0 0,0 0 1 0 0,0 0-1 0 0,4 5 1 0 0,0-1-51 0 0,8 7-530 0 0,-1 0 0 0 0,0 1-1 0 0,-1 1 1 0 0,-1 0 0 0 0,0 1-1 0 0,-2 0 1 0 0,1 1 0 0 0,-2 0-1 0 0,0 1 1 0 0,-1-1 0 0 0,-1 2 0 0 0,5 18-1 0 0,-4-3-724 0 0,-1 0-1 0 0,-1 0 1 0 0,-2 1-1 0 0,-1 0 1 0 0,-4 65-1 0 0,0-92 1447 0 0,0 0-1 0 0,-1-1 0 0 0,1 1 0 0 0,-1-1 0 0 0,-1 1 1 0 0,1-1-1 0 0,-1 0 0 0 0,-1 0 0 0 0,1 0 0 0 0,-1 0 1 0 0,0-1-1 0 0,-1 0 0 0 0,1 1 0 0 0,-8 6 0 0 0,7-8 469 0 0,-1 0-1 0 0,1-1 1 0 0,-1 1-1 0 0,0-1 1 0 0,0 0-1 0 0,0-1 0 0 0,0 0 1 0 0,-1 0-1 0 0,1 0 1 0 0,-1 0-1 0 0,0-1 1 0 0,0 0-1 0 0,0-1 1 0 0,0 0-1 0 0,-11 1 0 0 0,-1-3 153 0 0,0 0-1 0 0,-1-2 0 0 0,1 0 0 0 0,0-1 0 0 0,0-1 1 0 0,-23-9-1 0 0,17 6-513 0 0,40 8-212 0 0,1 0 0 0 0,19-3 0 0 0,171-4-2056 0 0,-199 7 1982 0 0,18 0-1257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2.7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1 1450 0 0,'0'0'1775'0'0,"-2"17"1051"0"0,-1 8 1907 0 0,-3 27 2314 0 0,3-3-5218 0 0,-1 96-5841 0 0,-1 27-4628 0 0,-5-59 5711 0 0,10-92 2921 0 0,3-18 1001 0 0,1-14-522 0 0,0-7-683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3.0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0 252 284 0 0,'0'0'328'0'0,"2"-14"10"0"0,-1 6-247 0 0,1-10 199 0 0,1 0-1 0 0,0 0 0 0 0,2 0 1 0 0,9-27-1 0 0,-9 36 78 0 0,-1-1-1 0 0,1 1 1 0 0,1 0-1 0 0,0 0 1 0 0,0 1-1 0 0,0 0 1 0 0,1 0-1 0 0,9-7 1 0 0,-12 12-181 0 0,-1 0 1 0 0,1 0 0 0 0,0 1 0 0 0,0-1 0 0 0,1 1 0 0 0,-1 0 0 0 0,0 0 0 0 0,1 0-1 0 0,-1 1 1 0 0,1 0 0 0 0,-1 0 0 0 0,1 0 0 0 0,0 0 0 0 0,0 1 0 0 0,-1 0-1 0 0,1 0 1 0 0,0 0 0 0 0,0 0 0 0 0,-1 1 0 0 0,6 1 0 0 0,-4 0-333 0 0,0 0 1 0 0,-1 0-1 0 0,1 1 1 0 0,-1 0-1 0 0,0 0 0 0 0,0 0 1 0 0,0 1-1 0 0,0 0 1 0 0,0 0-1 0 0,-1 0 1 0 0,0 0-1 0 0,0 1 1 0 0,0 0-1 0 0,0-1 1 0 0,-1 1-1 0 0,0 1 0 0 0,4 7 1 0 0,3 8-665 0 0,-1 1 0 0 0,0 0 1 0 0,5 25-1 0 0,-9-23 781 0 0,0 1 0 0 0,-2 0 0 0 0,0 0 1 0 0,-2 0-1 0 0,-1 0 0 0 0,-3 32 0 0 0,1-44-10 0 0,-1 1 0 0 0,0-1 0 0 0,-1 0 0 0 0,0-1 1 0 0,-1 1-1 0 0,-1-1 0 0 0,0 0 0 0 0,0 0 0 0 0,-1 0 0 0 0,-12 15 0 0 0,11-18 27 0 0,1 0 0 0 0,-1 0 0 0 0,0-1-1 0 0,-1 0 1 0 0,0 0 0 0 0,0-1 0 0 0,-1 0-1 0 0,0-1 1 0 0,0 0 0 0 0,-1 0 0 0 0,1-1-1 0 0,-15 4 1 0 0,17-7 173 0 0,-1 0 0 0 0,0-1 1 0 0,1 0-1 0 0,-14 0 0 0 0,20-1 62 0 0,0 1-1 0 0,0-1 1 0 0,1 0 0 0 0,-1 0 0 0 0,0-1-1 0 0,0 1 1 0 0,0 0 0 0 0,0-1 0 0 0,0 1-1 0 0,0-1 1 0 0,0 0 0 0 0,0 1 0 0 0,1-1-1 0 0,-1 0 1 0 0,0 0 0 0 0,1 0 0 0 0,-1 0 0 0 0,0-1-1 0 0,1 1 1 0 0,0 0 0 0 0,-1-1 0 0 0,1 1-1 0 0,0-1 1 0 0,-1 1 0 0 0,0-3 0 0 0,2 3-80 0 0,-1 0 0 0 0,1 0 1 0 0,0 0-1 0 0,0 0 0 0 0,0 0 0 0 0,0 0 1 0 0,0 0-1 0 0,0-1 0 0 0,0 1 0 0 0,1 0 1 0 0,-1 0-1 0 0,0 0 0 0 0,1 0 1 0 0,-1 0-1 0 0,0 0 0 0 0,1 0 0 0 0,-1 0 1 0 0,1 0-1 0 0,0 1 0 0 0,-1-1 1 0 0,1 0-1 0 0,0 0 0 0 0,-1 0 0 0 0,1 1 1 0 0,0-1-1 0 0,0 0 0 0 0,0 1 1 0 0,0-1-1 0 0,-1 0 0 0 0,1 1 0 0 0,0-1 1 0 0,0 1-1 0 0,1-1 0 0 0,39-13 4742 0 0,-34 13-4642 0 0,185-44-1945 0 0,-173 39 549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3.3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1336 0 0,'0'0'1911'0'0,"-1"17"965"0"0,0 5 1016 0 0,-1 32 3726 0 0,2 1-5591 0 0,8 198-6316 0 0,-8-243 4122 0 0,5 65-3402 0 0,1 43-4384 0 0,-2-85 7005 0 0,-1-33-78 0 0,1-5 1187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3.6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0 148 1316 0 0,'0'0'1223'0'0,"6"-16"808"0"0,22-49 5713 0 0,-26 60-7409 0 0,0 1 1 0 0,0 0-1 0 0,1 1 0 0 0,-1-1 0 0 0,1 0 0 0 0,0 1 1 0 0,0-1-1 0 0,1 1 0 0 0,-1 0 0 0 0,0 0 0 0 0,1 0 1 0 0,0 1-1 0 0,0-1 0 0 0,0 1 0 0 0,4-2 0 0 0,-1 1-51 0 0,1 1-1 0 0,-1 0 0 0 0,1 0 0 0 0,-1 1 1 0 0,1 0-1 0 0,10 0 0 0 0,-12 1-325 0 0,-1 0 0 0 0,0 0-1 0 0,0 0 1 0 0,0 1 0 0 0,0 0 0 0 0,0 0-1 0 0,0 0 1 0 0,0 1 0 0 0,-1 0-1 0 0,1 0 1 0 0,0 0 0 0 0,-1 0 0 0 0,0 1-1 0 0,7 4 1 0 0,-5-2-104 0 0,0 1 0 0 0,0 0 0 0 0,-1 0 0 0 0,1 1 0 0 0,-2-1 0 0 0,1 1 0 0 0,-1 0 0 0 0,5 9 0 0 0,-3-1-626 0 0,0-1 0 0 0,0 1 0 0 0,-2 0 0 0 0,0 0 0 0 0,4 30 0 0 0,-2 79-5766 0 0,-7-110 6186 0 0,0-1 0 0 0,-1 1 1 0 0,0-1-1 0 0,-1 1 1 0 0,0-1-1 0 0,-1 0 0 0 0,-1 0 1 0 0,-8 18-1 0 0,6-18 340 0 0,0 0-1 0 0,-1-1 1 0 0,0 0-1 0 0,-1 0 1 0 0,0-1 0 0 0,-1 0-1 0 0,-1-1 1 0 0,1 0-1 0 0,-1 0 1 0 0,-1-1 0 0 0,0-1-1 0 0,-20 11 1 0 0,25-15-50 0 0,-1-1 0 0 0,-1 0 1 0 0,-15 4-1 0 0,21-6 203 0 0,0 0 1 0 0,0-1-1 0 0,0 0 0 0 0,-1 1 1 0 0,1-1-1 0 0,0 0 0 0 0,0-1 1 0 0,0 1-1 0 0,0 0 0 0 0,-13-14 6543 0 0,16 14-6594 0 0,18-5 5626 0 0,-13 4-5081 0 0,147-29 1520 0 0,-102 24-5029 0 0,55 1-1 0 0,-96 5 1650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4.1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0 398 0 0,'0'0'2889'0'0,"-2"16"-50"0"0,1-4-292 0 0,-5 46 6046 0 0,4-5-6199 0 0,2-27-2496 0 0,1 60-3280 0 0,-4 0 0 0 0,-17 106 0 0 0,14-145-718 0 0,4-1 3282 0 0,2-46 844 0 0,0 1 0 0 0,0-1 0 0 0,0 0-1 0 0,0 1 1 0 0,0-1 0 0 0,0 0 0 0 0,0 1-1 0 0,1-1 1 0 0,-1 0 0 0 0,0 0 0 0 0,0 1-1 0 0,0-1 1 0 0,0 0 0 0 0,1 0 0 0 0,-1 1-1 0 0,0-1 1 0 0,0 0 0 0 0,1 0 0 0 0,-1 0-1 0 0,0 1 1 0 0,0-1 0 0 0,1 0 0 0 0,-1 0-1 0 0,0 0 1 0 0,1 0 0 0 0,-1 0 0 0 0,0 0-1 0 0,0 0 1 0 0,1 1 0 0 0,-1-1 0 0 0,0 0-1 0 0,1 0 1 0 0,-1 0 0 0 0,0 0 0 0 0,1 0-1 0 0,-1 0 1 0 0,0-1 0 0 0,1 1 0 0 0,-1 0-1 0 0,0 0 1 0 0,0 0 0 0 0,1 0 0 0 0,-1 0-1 0 0,1-1 1 0 0,14-6 236 0 0,-11 1 25 0 0,-1-1 0 0 0,1 1 0 0 0,-1-1 1 0 0,0 0-1 0 0,0 0 0 0 0,-1 0 0 0 0,3-14 0 0 0,-2 7 355 0 0,5-15 329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4.4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1 295 14 0 0,'3'-15'340'0'0,"4"-17"65"0"0,15-38 0 0 0,-18 58-269 0 0,1-1 0 0 0,0 1 0 0 0,1 1-1 0 0,1-1 1 0 0,0 1 0 0 0,0 0 0 0 0,14-14 0 0 0,-13 17-41 0 0,1 1 1 0 0,-1-1-1 0 0,2 2 1 0 0,-1-1-1 0 0,1 1 1 0 0,0 1-1 0 0,0 0 1 0 0,16-6-1 0 0,-22 10-72 0 0,1-1-1 0 0,0 1 0 0 0,0 0 0 0 0,0 0 0 0 0,0 0 0 0 0,-1 0 0 0 0,1 1 1 0 0,0 0-1 0 0,0 0 0 0 0,0 1 0 0 0,0-1 0 0 0,0 1 0 0 0,0 0 0 0 0,0 0 1 0 0,0 1-1 0 0,-1-1 0 0 0,1 1 0 0 0,-1 0 0 0 0,1 1 0 0 0,-1-1 1 0 0,7 5-1 0 0,-2 2 4 0 0,0 0 1 0 0,-1 1-1 0 0,0 0 0 0 0,-1 0 1 0 0,0 1-1 0 0,0 0 1 0 0,-1 0-1 0 0,-1 0 1 0 0,1 1-1 0 0,-2 0 1 0 0,0 0-1 0 0,4 17 1 0 0,-2 0-13 0 0,-2-1 0 0 0,0 1 0 0 0,-2 0 1 0 0,-1 39-1 0 0,-3-49-12 0 0,0 0 0 0 0,-1-1 1 0 0,-1 1-1 0 0,-1-1 0 0 0,0 0 0 0 0,-2 0 0 0 0,0 0 0 0 0,0-1 1 0 0,-13 19-1 0 0,14-25-15 0 0,-1-1 0 0 0,0 1 0 0 0,-1-1 0 0 0,0-1 0 0 0,-1 1 0 0 0,0-2 0 0 0,0 1 0 0 0,-1-1 0 0 0,0 0-1 0 0,0-1 1 0 0,-1 0 0 0 0,0-1 0 0 0,0 0 0 0 0,-19 6 0 0 0,25-10 291 0 0,-1 0 0 0 0,1-1-1 0 0,-1 1 1 0 0,0-2 0 0 0,0 1-1 0 0,0 0 1 0 0,1-1 0 0 0,-1 0-1 0 0,0-1 1 0 0,0 1 0 0 0,-6-2 0 0 0,11 1-169 0 0,1 1 0 0 0,0 0 0 0 0,-1 0 1 0 0,1 0-1 0 0,-1 0 0 0 0,1-1 0 0 0,-1 1 1 0 0,1 0-1 0 0,-1 0 0 0 0,1-1 1 0 0,0 1-1 0 0,-1 0 0 0 0,1-1 0 0 0,0 1 1 0 0,-1-1-1 0 0,1 1 0 0 0,0 0 1 0 0,-1-1-1 0 0,1 1 0 0 0,0-1 0 0 0,0 1 1 0 0,-1-1-1 0 0,1 1 0 0 0,0-1 1 0 0,0 1-1 0 0,0-1 0 0 0,0 1 0 0 0,0-1 1 0 0,0 1-1 0 0,0-1 0 0 0,0 1 1 0 0,0-1-1 0 0,0 1 0 0 0,0-1 0 0 0,0 1 1 0 0,0-1-1 0 0,0 1 0 0 0,0 0 0 0 0,0-1 1 0 0,1 1-1 0 0,-1-1 0 0 0,0 1 1 0 0,0-1-1 0 0,1 1 0 0 0,-1-1 0 0 0,0 1 1 0 0,0 0-1 0 0,1-1 0 0 0,-1 1 1 0 0,1 0-1 0 0,-1-1 0 0 0,0 1 0 0 0,1 0 1 0 0,-1-1-1 0 0,1 1 0 0 0,-1 0 1 0 0,0 0-1 0 0,2-1 0 0 0,24-15 5932 0 0,15 0-6434 0 0,0 1-1 0 0,67-14 1 0 0,-1-1-261 0 0,-93 25 279 0 0,0-2-623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5.0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3 1408 0 0,'0'0'2241'0'0,"-1"17"497"0"0,1-17-2717 0 0,-1 78 11067 0 0,2-29-8939 0 0,2 88-3940 0 0,2 28-4672 0 0,-12-50 3623 0 0,-5-187 10146 0 0,2-22-5457 0 0,-2-71-57 0 0,12 148-2300 0 0,0-1-1 0 0,1 1 1 0 0,1-1-1 0 0,1 1 1 0 0,7-24-1 0 0,-8 35 283 0 0,0 0 0 0 0,1-1 1 0 0,0 1-1 0 0,0 0 0 0 0,0 1 0 0 0,1-1 1 0 0,0 1-1 0 0,0-1 0 0 0,1 1 0 0 0,-1 0 0 0 0,1 1 1 0 0,0-1-1 0 0,1 1 0 0 0,-1 0 0 0 0,1 0 0 0 0,-1 0 1 0 0,9-3-1 0 0,-12 6-172 0 0,1 0 0 0 0,0-1-1 0 0,0 1 1 0 0,0 0 0 0 0,0 0 0 0 0,0 0 0 0 0,0 1 0 0 0,1-1-1 0 0,-1 1 1 0 0,0 0 0 0 0,0 0 0 0 0,0 0 0 0 0,1 0-1 0 0,-1 0 1 0 0,0 1 0 0 0,0 0 0 0 0,6 1 0 0 0,-6 0 272 0 0,1 0 0 0 0,-1 0 0 0 0,0 0 0 0 0,0 0 0 0 0,0 1 0 0 0,0-1 0 0 0,-1 1 0 0 0,1 0 0 0 0,-1-1 0 0 0,1 1 0 0 0,-1 1 0 0 0,0-1 1 0 0,2 4-1 0 0,2 7 195 0 0,0 1 0 0 0,-1 0-1 0 0,0 0 1 0 0,-2 0 0 0 0,1 0 0 0 0,0 17 0 0 0,-1-6-63 0 0,-2 1-1 0 0,0 0 1 0 0,-2-1 0 0 0,-1 1-1 0 0,-9 44 1 0 0,8-55-6 0 0,-2 1 0 0 0,1-1 1 0 0,-2 0-1 0 0,0-1 1 0 0,-1 0-1 0 0,-1 0 0 0 0,0 0 1 0 0,-1-1-1 0 0,-1 0 1 0 0,-12 15-1 0 0,15-23 76 0 0,1 0 1 0 0,-1 0-1 0 0,0-1 0 0 0,-11 7 1 0 0,15-10-89 0 0,0 0 0 0 0,0-1 0 0 0,0 1 0 0 0,0-1 0 0 0,-1 0 0 0 0,1 0 0 0 0,0 0 0 0 0,-1 0 0 0 0,1 0 0 0 0,0-1 0 0 0,-1 1 0 0 0,1-1 0 0 0,-1 0 1 0 0,-3-1-1 0 0,6 1 103 0 0,1 0-1 0 0,0 0 1 0 0,-1-1 0 0 0,1 1 0 0 0,0 0 0 0 0,-1 0 0 0 0,1 0 0 0 0,0-1 0 0 0,-1 1 0 0 0,1 0 0 0 0,0-1 0 0 0,0 1 0 0 0,-1 0 0 0 0,1 0-1 0 0,0-1 1 0 0,0 1 0 0 0,0 0 0 0 0,-1-1 0 0 0,1 1 0 0 0,0-1 0 0 0,0 1 0 0 0,0 0 0 0 0,0-1 0 0 0,0 1 0 0 0,0 0 0 0 0,0-1 0 0 0,0 1-1 0 0,0-1 1 0 0,0 1 0 0 0,0 0 0 0 0,0-1 0 0 0,0 1 0 0 0,0-1 0 0 0,0 1 0 0 0,0 0 0 0 0,1-1 0 0 0,-1 1 0 0 0,0 0 0 0 0,0-1 0 0 0,0 1 0 0 0,1 0-1 0 0,-1-1 1 0 0,0 1 0 0 0,0 0 0 0 0,1 0 0 0 0,-1-1 0 0 0,15-16 4984 0 0,-6 13-3689 0 0,-1 0 1 0 0,1 0 0 0 0,11-2-1 0 0,57-11-1017 0 0,-31 8-894 0 0,11-3-4105 0 0,-39 6 3047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5.3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1404 0 0,'0'0'2230'0'0,"0"19"542"0"0,0-2-250 0 0,1 39 5872 0 0,4 7-6056 0 0,-1 107-5578 0 0,-2-31 5 0 0,-1-128 2784 0 0,6 52-7573 0 0,-7-62 8098 0 0,0-1 1 0 0,0 1-1 0 0,0-1 1 0 0,0 0 0 0 0,1 1-1 0 0,-1-1 1 0 0,0 1-1 0 0,1-1 1 0 0,-1 0 0 0 0,0 1-1 0 0,1-1 1 0 0,-1 0-1 0 0,0 1 1 0 0,1-1 0 0 0,-1 0-1 0 0,0 1 1 0 0,1-1-1 0 0,-1 0 1 0 0,1 0 0 0 0,-1 0-1 0 0,1 1 1 0 0,-1-1-1 0 0,1 0 1 0 0,-1 0-1 0 0,1 0 1 0 0,-1 0 0 0 0,0 0-1 0 0,1 0 1 0 0,-1 0-1 0 0,1 0 1 0 0,-1 0 0 0 0,1 0-1 0 0,-1 0 1 0 0,1 0-1 0 0,-1 0 1 0 0,1 0 0 0 0,-1-1-1 0 0,1 1 1 0 0,-1 0-1 0 0,1 0 1 0 0,-1-1 0 0 0,0 1-1 0 0,1 0 1 0 0,-1 0-1 0 0,0-1 1 0 0,1 1-1 0 0,-1 0 1 0 0,0-1 0 0 0,1 1-1 0 0,-1 0 1 0 0,0-1-1 0 0,1 1 1 0 0,-1-1 0 0 0,0 1-1 0 0,0-1 1 0 0,0 1-1 0 0,1 0 1 0 0,-1-2 0 0 0,4-6 798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5.6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1 208 1006 0 0,'0'0'779'0'0,"2"-14"337"0"0,-1 3-339 0 0,0-2 418 0 0,0-1 0 0 0,2 1-1 0 0,-1-1 1 0 0,2 1 0 0 0,0 0 0 0 0,0 0 0 0 0,11-21 0 0 0,-11 30-751 0 0,-1-1 1 0 0,1 1 0 0 0,-1 0-1 0 0,1 0 1 0 0,1 0 0 0 0,-1 0-1 0 0,0 1 1 0 0,1 0 0 0 0,0 0-1 0 0,0 0 1 0 0,0 0 0 0 0,0 1 0 0 0,7-3-1 0 0,-9 4-438 0 0,0 0-1 0 0,1 0 0 0 0,-1 1 1 0 0,0-1-1 0 0,1 1 0 0 0,-1-1 1 0 0,0 1-1 0 0,1 0 1 0 0,-1 0-1 0 0,1 1 0 0 0,-1-1 1 0 0,0 1-1 0 0,1 0 1 0 0,-1-1-1 0 0,0 2 0 0 0,0-1 1 0 0,1 0-1 0 0,-1 0 0 0 0,0 1 1 0 0,0 0-1 0 0,-1 0 1 0 0,6 4-1 0 0,0 1-296 0 0,-2 1 0 0 0,1 1 0 0 0,-1-1-1 0 0,0 1 1 0 0,-1 0 0 0 0,0 1 0 0 0,0-1 0 0 0,-1 1 0 0 0,4 14 0 0 0,1 7-2672 0 0,8 57 1 0 0,-14-69 1468 0 0,-1 0 1 0 0,-2 1 0 0 0,-1 27 0 0 0,-1-32 1240 0 0,0 0 0 0 0,-1 0 0 0 0,0 0 0 0 0,-1 0 0 0 0,-7 13 0 0 0,8-20 245 0 0,0 0 0 0 0,-1 0 0 0 0,0-1 0 0 0,-1 0 0 0 0,1 0 0 0 0,-1 0 0 0 0,-1 0 0 0 0,1-1 0 0 0,-1 1 0 0 0,0-1 0 0 0,-1-1 0 0 0,0 0 1 0 0,1 1-1 0 0,-2-2 0 0 0,1 1 0 0 0,0-1 0 0 0,-1 0 0 0 0,0-1 0 0 0,0 0 0 0 0,0 0 0 0 0,0-1 0 0 0,-14 3 0 0 0,22-5 9 0 0,-5 1 130 0 0,-1 0-1 0 0,0-1 0 0 0,-17-15 9363 0 0,36 11-7268 0 0,1 2 0 0 0,24-3 0 0 0,67 5-2925 0 0,-47 2 132 0 0,-38 0-1848 0 0,-9 0 1945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6.1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1 996 0 0,'0'0'2096'0'0,"0"16"794"0"0,0 37 5869 0 0,0 18-4423 0 0,0 74-5538 0 0,4-36-3895 0 0,0 0-3614 0 0,-12-82 8579 0 0,8-33-856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6.5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 32 1158 0 0,'0'0'1506'0'0,"19"-5"560"0"0,61-16 5791 0 0,-74 19-7386 0 0,1 1 0 0 0,-1 0 0 0 0,1 0-1 0 0,0 1 1 0 0,0 0 0 0 0,-1 0 0 0 0,1 0 0 0 0,0 1 0 0 0,-1 0 0 0 0,1 0 0 0 0,-1 1 0 0 0,1 0 0 0 0,7 3-1 0 0,-7-1-361 0 0,-1-1-1 0 0,1 1 0 0 0,-1 1 1 0 0,0-1-1 0 0,0 1 0 0 0,0 0 0 0 0,0 1 1 0 0,-1-1-1 0 0,9 13 0 0 0,-2 2-222 0 0,0 2 1 0 0,-1-1-1 0 0,-1 1 0 0 0,-1 1 0 0 0,9 35 0 0 0,16 82-2556 0 0,-31-118 1353 0 0,0 1 1 0 0,-1 0 0 0 0,-2 0 0 0 0,-2 30-1 0 0,0-44 653 0 0,1 0 0 0 0,-2 1 0 0 0,1-1 0 0 0,-1 0 0 0 0,0-1-1 0 0,-1 1 1 0 0,0 0 0 0 0,-8 12 0 0 0,5-11 476 0 0,0 0 0 0 0,-1-1 1 0 0,0 0-1 0 0,-1 0 0 0 0,0-1 0 0 0,-12 9 0 0 0,9-8 197 0 0,-1-1-1 0 0,1-1 0 0 0,-1 0 0 0 0,0-1 1 0 0,-1 0-1 0 0,0-1 0 0 0,0-1 1 0 0,0 0-1 0 0,0-1 0 0 0,-1 0 1 0 0,-23 1-1 0 0,25-4-37 0 0,0 0 0 0 0,-1-1 1 0 0,1-1-1 0 0,-16-3 0 0 0,24 4 195 0 0,0 0-1 0 0,1-1 1 0 0,-1 0 0 0 0,1 0 0 0 0,-1 0-1 0 0,1 0 1 0 0,-1 0 0 0 0,1-1 0 0 0,0 0-1 0 0,0 0 1 0 0,1 0 0 0 0,-1 0 0 0 0,1-1-1 0 0,-6-6 1 0 0,9 9-15 0 0,-1 1-1 0 0,1-1 0 0 0,0 1 1 0 0,0-1-1 0 0,0 1 1 0 0,0-1-1 0 0,-1 1 1 0 0,1-1-1 0 0,0 1 1 0 0,0-1-1 0 0,0 0 0 0 0,0 1 1 0 0,0-1-1 0 0,0 1 1 0 0,1-1-1 0 0,-1 1 1 0 0,0-1-1 0 0,0 0 1 0 0,0 1-1 0 0,0-1 0 0 0,1 1 1 0 0,-1-1-1 0 0,0 1 1 0 0,0-1-1 0 0,1 1 1 0 0,-1 0-1 0 0,0-1 1 0 0,1 1-1 0 0,-1-1 0 0 0,1 1 1 0 0,-1-1-1 0 0,0 1 1 0 0,1 0-1 0 0,-1-1 1 0 0,2 1-1 0 0,20-12 3749 0 0,-18 10-3432 0 0,21-10 1085 0 0,0 1-1 0 0,48-13 1 0 0,56-5-5076 0 0,-64 15-336 0 0,7 1-4136 0 0,-53 10 5940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7.1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 1308 0 0,'0'0'2140'0'0,"2"16"697"0"0,3 33 5014 0 0,1 16-3282 0 0,4 71-4486 0 0,-8-95-1022 0 0,2 71-3666 0 0,-5-93 1264 0 0,-6 34-1 0 0,-7-29 8468 0 0,14-35-2739 0 0,2-44 2450 0 0,0-1-3991 0 0,2-56-1697 0 0,-4 89-171 0 0,1 1 1 0 0,2 0 0 0 0,9-43-1 0 0,-9 53-51 0 0,1 0 0 0 0,0 0 0 0 0,1 0-1 0 0,1 0 1 0 0,0 1 0 0 0,0 0 0 0 0,1 0-1 0 0,10-12 1 0 0,-10 15 755 0 0,-1 1 1 0 0,1 0-1 0 0,1 0 0 0 0,-1 0 0 0 0,12-7 1 0 0,-18 14 445 0 0,0-1 1 0 0,1 0 0 0 0,-1 0 0 0 0,0 0 0 0 0,1 1-1 0 0,-1-1 1 0 0,1 1 0 0 0,-1-1 0 0 0,1 1-1 0 0,-1-1 1 0 0,1 1 0 0 0,-1 0 0 0 0,1 0 0 0 0,0 0-1 0 0,-1 0 1 0 0,1 0 0 0 0,-1 0 0 0 0,1 0 0 0 0,-1 0-1 0 0,1 1 1 0 0,0-1 0 0 0,-1 1 0 0 0,0-1-1 0 0,1 1 1 0 0,-1 0 0 0 0,1-1 0 0 0,-1 1 0 0 0,0 0-1 0 0,1 0 1 0 0,-1 0 0 0 0,0 0 0 0 0,0 0-1 0 0,0 0 1 0 0,1 0 0 0 0,-1 0 0 0 0,-1 1 0 0 0,1-1-1 0 0,0 0 1 0 0,0 1 0 0 0,0-1 0 0 0,-1 1-1 0 0,2 1 1 0 0,6 16-179 0 0,0 1 0 0 0,-1 0 0 0 0,-1 1 0 0 0,-1-1 0 0 0,4 29-1 0 0,3 108-4522 0 0,-11-146 4401 0 0,-1 2 148 0 0,0-1 1 0 0,-1 1 0 0 0,0 0-1 0 0,0-1 1 0 0,-2 1 0 0 0,0-1-1 0 0,0 1 1 0 0,-1-1-1 0 0,0 0 1 0 0,-12 22 0 0 0,11-26 21 0 0,-1 0 0 0 0,1 0-1 0 0,-1-1 1 0 0,0 0 0 0 0,-1 0 0 0 0,0 0 0 0 0,0-1 0 0 0,0 0 0 0 0,-1 0 0 0 0,1-1 0 0 0,-1 0-1 0 0,-1 0 1 0 0,1-1 0 0 0,-1 0 0 0 0,-13 4 0 0 0,16-7 53 0 0,0 1 0 0 0,0-1 1 0 0,-1-1-1 0 0,-8 1 0 0 0,-6-6 366 0 0,20 5-405 0 0,1 0-1 0 0,-1 0 1 0 0,0-1-1 0 0,1 1 0 0 0,-1-1 1 0 0,1 1-1 0 0,-1-1 1 0 0,1 1-1 0 0,-1-1 0 0 0,1 1 1 0 0,-1-1-1 0 0,1 1 1 0 0,0-1-1 0 0,-1 1 0 0 0,1-1 1 0 0,0 0-1 0 0,0 1 1 0 0,-1-1-1 0 0,1 0 0 0 0,0 1 1 0 0,0-1-1 0 0,0 0 1 0 0,0 1-1 0 0,-1-2 0 0 0,2 1 256 0 0,0 0 0 0 0,-1-1-1 0 0,1 1 1 0 0,0 0-1 0 0,0 0 1 0 0,0 0 0 0 0,0 0-1 0 0,0 1 1 0 0,0-1-1 0 0,0 0 1 0 0,0 0 0 0 0,0 1-1 0 0,0-1 1 0 0,0 0-1 0 0,0 1 1 0 0,0-1 0 0 0,1 1-1 0 0,1-1 1 0 0,27-10 3300 0 0,26-2 1389 0 0,1 2-3288 0 0,70-17-4865 0 0,-108 22 1956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7.4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1 536 0 0,'0'0'2535'0'0,"1"14"404"0"0,4 53 7914 0 0,4 21-7408 0 0,-6-64-4305 0 0,6 107-3221 0 0,-6 66-9059 0 0,-7-197 11817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7.7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64 1248 0 0,'0'0'1814'0'0,"19"-12"1053"0"0,6-4 2628 0 0,30-14 0 0 0,-53 29-5339 0 0,0 0 1 0 0,1 0-1 0 0,-1 1 0 0 0,0-1 1 0 0,1 0-1 0 0,-1 1 0 0 0,1 0 1 0 0,-1-1-1 0 0,0 1 0 0 0,1 0 1 0 0,-1 0-1 0 0,1 1 0 0 0,-1-1 0 0 0,0 0 1 0 0,1 1-1 0 0,-1-1 0 0 0,0 1 1 0 0,4 1-1 0 0,-2 1-229 0 0,1-1 0 0 0,-1 1 0 0 0,0 0 0 0 0,-1 1 0 0 0,1-1 0 0 0,4 5 0 0 0,2 2 179 0 0,-2-1-379 0 0,1-1 0 0 0,-1 1 0 0 0,-1 1 0 0 0,10 15-1 0 0,-10-14-509 0 0,-2 0 0 0 0,0 0 0 0 0,0 1 0 0 0,-1 0 0 0 0,0 0 0 0 0,-1 0 0 0 0,0 0 0 0 0,-1 1 0 0 0,0-1 0 0 0,-1 0 0 0 0,-1 1 0 0 0,0-1 0 0 0,-1 1 0 0 0,0-1 0 0 0,-3 16 0 0 0,1-17 395 0 0,0 1 0 0 0,-1-1 0 0 0,-1 1 0 0 0,1-1-1 0 0,-12 19 1 0 0,2-8 343 0 0,-1-1-1 0 0,-1 0 0 0 0,-25 26 1 0 0,33-39 43 0 0,-1 0 1 0 0,0 0-1 0 0,0-1 0 0 0,-1-1 1 0 0,0 1-1 0 0,0-1 1 0 0,0-1-1 0 0,-1 0 1 0 0,-21 7-1 0 0,27-11-3 0 0,-1 0-1 0 0,1 0 0 0 0,-1 0 1 0 0,1-1-1 0 0,-1 0 0 0 0,1 0 1 0 0,-12-2-1 0 0,16 2 79 0 0,0 0 0 0 0,0 0 0 0 0,0 0 0 0 0,0-1 0 0 0,-1 1 0 0 0,1 0 0 0 0,0-1 0 0 0,0 1-1 0 0,0-1 1 0 0,0 1 0 0 0,1-1 0 0 0,-1 0 0 0 0,0 1 0 0 0,0-1 0 0 0,0 0 0 0 0,0 0 0 0 0,1 1 0 0 0,-1-1 0 0 0,0 0 0 0 0,1 0 0 0 0,-1 0 0 0 0,0 0 0 0 0,1 0 0 0 0,-1 0 0 0 0,1 0 0 0 0,0 0 0 0 0,-1 0 0 0 0,1 0 0 0 0,0 0 0 0 0,0-1 0 0 0,0 1 0 0 0,-1 0 0 0 0,1 0-1 0 0,0 0 1 0 0,1 0 0 0 0,-1 0 0 0 0,0 0 0 0 0,0 0 0 0 0,0 0 0 0 0,1-1 0 0 0,-1 1 0 0 0,0 0 0 0 0,1 0 0 0 0,-1 0 0 0 0,1-1 0 0 0,1 0 236 0 0,-1 1 1 0 0,1-1-1 0 0,-1 0 1 0 0,1 1-1 0 0,-1-1 1 0 0,1 1-1 0 0,0-1 0 0 0,0 1 1 0 0,-1 0-1 0 0,1 0 1 0 0,0 0-1 0 0,0 0 1 0 0,0 0-1 0 0,0 0 0 0 0,4 0 1 0 0,35-10 4320 0 0,25 2-3395 0 0,1 2 0 0 0,92 3 0 0 0,-136 4-1235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8.2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0 2352 0 0,'0'0'1392'0'0,"-19"82"14524"0"0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8.4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2344 0 0,'0'0'522'0'0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8.5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1918 0 0,'0'0'1544'0'0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8.9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39 2836 0 0,'0'0'1650'0'0,"83"-38"13524"0"0,-68 38-15174 0 0,4 3 0 0 0,3 2 0 0 0,-7-4 0 0 0,8 1-1197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2410 0 0,'0'0'1592'0'0,"109"0"14066"0"0,-86 0-15658 0 0,-4 2-1150 0 0,7 0-363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9.3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1556 0 0,'0'0'1712'0'0,"38"6"14680"0"0,-31-6-17730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9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 2104 0 0,'8'-8'17556'0'0,"11"8"-18480"0"0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9.6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0 390 0 0,'0'0'958'0'0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49.7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1 626 0 0,'0'0'1518'0'0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57.0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1581 346 0 0,'-11'8'19311'0'0,"33"-16"-19313"0"0,12-17 7 0 0,45-16-16870 0 0,-52 27 16827 0 0,-20 10 8 0 0,-1 0 1 0 0,1 1-1 0 0,0 0 1 0 0,0 0 0 0 0,12-3-1 0 0,-8 2 45 0 0,0-1 0 0 0,0-1-1 0 0,0 0 1 0 0,0 0 0 0 0,-1-1 0 0 0,0-1-1 0 0,13-11 1 0 0,18-13 17557 0 0,-22 23-18454 0 0,4-4-4105 0 0,29-24 6414 0 0,-36 25-3398 0 0,-1 1-3683 0 0,-2 2 1578 0 0,0-1 3945 0 0,28-21 10299 0 0,-24 17-9370 0 0,-7 5-3693 0 0,34-26-7086 0 0,-19 18 9860 0 0,33-18 0 0 0,-46 28 118 0 0,0-2-1 0 0,-1 1 1 0 0,1-2 0 0 0,10-11 0 0 0,-3 5-144 0 0,0 1 1 0 0,37-23-1 0 0,60-44 427 0 0,-106 75-210 0 0,11-8 5675 0 0,-16 10-6965 0 0,8-4-2966 0 0,-9 7 4391 0 0,0 0 0 0 0,0 0 1 0 0,6-2-1 0 0,-6 3-376 0 0,0-1-1 0 0,-1 1 1 0 0,1-1 0 0 0,-1 0-1 0 0,1 1 1 0 0,-1-2 0 0 0,0 1-1 0 0,4-4 1 0 0,1 0 192 0 0,0-1 0 0 0,0 1-1 0 0,0 0 1 0 0,16-8 0 0 0,11-7 5067 0 0,7-5 7297 0 0,-16 10-12521 0 0,54-30-12531 0 0,-21 13 7970 0 0,-2-5 5564 0 0,97-71-685 0 0,-122 87 2955 0 0,27-20 8808 0 0,-37 21-9849 0 0,41-35-2096 0 0,-43 40 0 0 0,51-41-5137 0 0,35-31-5418 0 0,-81 51 23391 0 0,-31 31-9980 0 0,-140-65-6820 0 0,24 13 176 0 0,26 4-4317 0 0,86 48 8299 0 0,-11-3 250 0 0,20 9-496 0 0,10 3-621 0 0,44 17-978 0 0,-35-17 683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57.2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0 1072 0 0,'0'0'1144'0'0,"4"84"4552"0"0,-4-56-4302 0 0,-4 0 605 0 0,1-3 666 0 0,-1-1-1177 0 0,-4-1 2090 0 0,-3-2-3837 0 0,11-4 516 0 0,-4-1 363 0 0,0-1-614 0 0,4-4-6 0 0,0-1 0 0 0,0-5-394 0 0,0-2 788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58.9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348 160 492 0 0,'0'0'1502'0'0,"3"-13"1674"0"0,10-37 8426 0 0,-12 48-11473 0 0,-1 0-1 0 0,1-1 1 0 0,-1 1 0 0 0,0 0-1 0 0,0 0 1 0 0,1-1 0 0 0,-2 1 0 0 0,1 0-1 0 0,0-1 1 0 0,0 1 0 0 0,-1 0-1 0 0,1 0 1 0 0,-1-1 0 0 0,0 1 0 0 0,1 0-1 0 0,-1 0 1 0 0,0 0 0 0 0,0 0-1 0 0,-1 0 1 0 0,1 0 0 0 0,0 0 0 0 0,-1 0-1 0 0,1 1 1 0 0,-1-1 0 0 0,1 0 0 0 0,-1 1-1 0 0,-2-3 1 0 0,-3 1-228 0 0,1-1 0 0 0,-1 1 0 0 0,0 0 0 0 0,0 0 0 0 0,0 1 0 0 0,-8-3 0 0 0,10 4 76 0 0,-8-2-148 0 0,0 0-1 0 0,0 0 1 0 0,0 2-1 0 0,0-1 1 0 0,0 2-1 0 0,0 0 1 0 0,-25 3 0 0 0,32-2 58 0 0,0 0 1 0 0,0 0 0 0 0,0 1 0 0 0,1 0-1 0 0,-1 0 1 0 0,1 0 0 0 0,-1 1-1 0 0,1-1 1 0 0,0 1 0 0 0,0 1 0 0 0,0-1-1 0 0,1 1 1 0 0,-1-1 0 0 0,1 1 0 0 0,0 1-1 0 0,0-1 1 0 0,0 1 0 0 0,0-1 0 0 0,1 1-1 0 0,-3 5 1 0 0,-3 9-3158 0 0,0 0 0 0 0,-9 34 1 0 0,14-37 3016 0 0,1-1 1 0 0,1 1 0 0 0,0 0 0 0 0,0 18 0 0 0,2-27 255 0 0,0 12 10 0 0,0 0 0 0 0,1 0 0 0 0,0 0 0 0 0,2 0 1 0 0,0 0-1 0 0,8 24 0 0 0,3 5-91 0 0,-12-36 633 0 0,1-1 1 0 0,0 0-1 0 0,9 21 1 0 0,-10-30-221 0 0,-1 0 0 0 0,1 0 0 0 0,0 0-1 0 0,0-1 1 0 0,0 1 0 0 0,0 0 0 0 0,0-1 0 0 0,0 1 0 0 0,1-1-1 0 0,-1 0 1 0 0,0 0 0 0 0,1 0 0 0 0,-1 0 0 0 0,1 0 0 0 0,4 1-1 0 0,46 7 6246 0 0,-39-7-5957 0 0,152 22-635 0 0,-160-24 13 0 0,0 0 0 0 0,0 1-1 0 0,0-2 1 0 0,1 1 0 0 0,-1-1 0 0 0,0 0-1 0 0,0 0 1 0 0,0-1 0 0 0,0 0 0 0 0,0 0-1 0 0,-1 0 1 0 0,1-1 0 0 0,-1 0 0 0 0,1 0-1 0 0,6-5 1 0 0,1 1-440 0 0,-1 1 0 0 0,1 0 0 0 0,26-7 0 0 0,-29 10 198 0 0,1 0 0 0 0,-1-1 0 0 0,0 0 1 0 0,0 0-1 0 0,0-1 0 0 0,-1-1 1 0 0,10-6-1 0 0,-15 7 587 0 0,0 0 0 0 0,0 0 1 0 0,0-1-1 0 0,-1 1 0 0 0,1-1 0 0 0,-1 0 1 0 0,-1 0-1 0 0,1 0 0 0 0,2-12 1 0 0,0 6-128 0 0,-3 1-1522 0 0,1 1 0 0 0,-2-1 0 0 0,1 1 0 0 0,-1-1 0 0 0,-1 1-1 0 0,0-14 1 0 0,-1 6-73 0 0,1 14 766 0 0,0-1 0 0 0,-1 1 0 0 0,0-1 0 0 0,0 1 0 0 0,-3-7 0 0 0,-20-43 336 0 0,13 33 198 0 0,3 6 78 0 0,-1 0-1 0 0,0 1 1 0 0,-13-13-1 0 0,14 17 5 0 0,-3-2 2 0 0,-1 1 0 0 0,0 0 0 0 0,-1 0 0 0 0,0 1 0 0 0,-1 1 0 0 0,0 0 0 0 0,-21-9 0 0 0,21 12-1 0 0,-1 1 0 0 0,1 0 0 0 0,-1 1-1 0 0,0 0 1 0 0,-1 2 0 0 0,1 0-1 0 0,0 0 1 0 0,-1 1 0 0 0,1 1-1 0 0,-16 2 1 0 0,22 0-19 0 0,1 0-1 0 0,-1 0 1 0 0,1 1 0 0 0,0 0-1 0 0,0 1 1 0 0,0 0 0 0 0,0 0-1 0 0,1 0 1 0 0,-10 8-1 0 0,16-11-14 0 0,1-1 0 0 0,-1 0 0 0 0,1 1-1 0 0,-1-1 1 0 0,1 0 0 0 0,-1 1-1 0 0,0-1 1 0 0,1 1 0 0 0,-1-1-1 0 0,1 1 1 0 0,0-1 0 0 0,-1 1 0 0 0,1-1-1 0 0,-1 1 1 0 0,1 0 0 0 0,0-1-1 0 0,-1 1 1 0 0,1-1 0 0 0,0 1-1 0 0,0 0 1 0 0,0-1 0 0 0,-1 1 0 0 0,1 0-1 0 0,0 0 1 0 0,0-1 0 0 0,0 1-1 0 0,0 0 1 0 0,1 0 140 0 0,-1 0 0 0 0,1 0 0 0 0,-1 0 0 0 0,1 0 0 0 0,0-1 0 0 0,-1 1 0 0 0,1 0 0 0 0,0-1 0 0 0,-1 1 0 0 0,1 0 0 0 0,0-1 0 0 0,0 1 0 0 0,0-1 0 0 0,0 1 0 0 0,0-1-1 0 0,1 1 1 0 0,3 1 227 0 0,0 0-1 0 0,1-1 0 0 0,-1 0 0 0 0,1 0 0 0 0,8 1 0 0 0,1-2-1818 0 0,4 0 191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8:59.7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265 1 574 0 0,'-12'0'16365'0'0,"-7"13"-13643"0"0,-8 18-3234 0 0,13-14 924 0 0,-24 24-514 0 0,-1-2 0 0 0,-46 36 0 0 0,84-74 120 0 0,-1 0-1 0 0,1 0 1 0 0,0 0-1 0 0,-1 0 0 0 0,1 0 1 0 0,0 0-1 0 0,0 0 0 0 0,0 1 1 0 0,0-1-1 0 0,0 0 0 0 0,0 1 1 0 0,0-1-1 0 0,0 1 0 0 0,1-1 1 0 0,-1 1-1 0 0,0-1 1 0 0,0 4-1 0 0,25-6 75 0 0,-14-1-182 0 0,0-1 0 0 0,0-1 0 0 0,-1 0-1 0 0,1 0 1 0 0,-1-1 0 0 0,0 0 0 0 0,17-13 0 0 0,0 1-292 0 0,115-81-12126 0 0,-121 83 10105 0 0,-88 79 5018 0 0,-54 48-4473 0 0,87-86 1936 0 0,10-9 317 0 0,-34 33 1 0 0,58-50-283 0 0,1 0 0 0 0,-1 0 0 0 0,1 0 0 0 0,0 1 0 0 0,-1-1 0 0 0,1 0 1 0 0,0 0-1 0 0,-1 0 0 0 0,1 1 0 0 0,0-1 0 0 0,0 0 0 0 0,-1 1 0 0 0,1-1 0 0 0,0 0 1 0 0,0 1-1 0 0,0-1 0 0 0,-1 0 0 0 0,1 1 0 0 0,0-1 0 0 0,0 0 0 0 0,0 1 1 0 0,0-1-1 0 0,0 1 0 0 0,0-1 0 0 0,0 0 0 0 0,0 1 0 0 0,0-1 0 0 0,0 1 0 0 0,0-1 1 0 0,0 0-1 0 0,0 1 0 0 0,0-1 0 0 0,0 1 0 0 0,14-1 4034 0 0,21-12 427 0 0,107-69-5668 0 0,-63 35-2584 0 0,1 4-3498 0 0,-66 36 6689 0 0,14-7 1109 0 0,-47 31 7298 0 0,-1-1-3299 0 0,-5 3-2446 0 0,-13 9-3294 0 0,-30 25-2251 0 0,45-36 2378 0 0,12-10-225 0 0,0 1 0 0 0,1 0-1 0 0,0 0 1 0 0,1 1 0 0 0,-1 0 0 0 0,2 1-1 0 0,4 20 7485 0 0,7-31-5643 0 0,4-1 95 0 0,21-9 3647 0 0,16-16-3361 0 0,-7 4-1160 0 0,-9 9-30 0 0,76-43-314 0 0,-99 53 424 0 0,0 0 0 0 0,1 0 0 0 0,-1 1 0 0 0,1 0 0 0 0,7-3 0 0 0,-12 5 46 0 0,-2 3 370 0 0,-21 26-568 0 0,-41 42 0 0 0,36-42-1704 0 0,-48 69 141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21.7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0 916 0 0,'0'0'1101'0'0,"-3"11"1881"0"0,-8 32 8749 0 0,12-26-8585 0 0,12-1-2920 0 0,-5-8-668 0 0,52 99-822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21.9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1 364 0 0,'0'0'1726'0'0,"-37"70"15844"0"0,40-68-17818 0 0,5 1 496 0 0,-1-3-840 0 0,5 0 1184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22.1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1 212 0 0,'80'22'12776'0'0,"-84"-18"-11909"0"0,-13 16 3750 0 0,17-19-4563 0 0,-1 0 0 0 0,1 0 0 0 0,-1 0 1 0 0,1 1-1 0 0,0-1 0 0 0,-1 0 1 0 0,1 0-1 0 0,0 0 0 0 0,0 0 0 0 0,0 0 1 0 0,0 1-1 0 0,0-1 0 0 0,0 0 1 0 0,0 0-1 0 0,0 0 0 0 0,0 0 0 0 0,0 0 1 0 0,1 1-1 0 0,-1 0 0 0 0,0-2-66 0 0,4 6-140 0 0,-3-6 150 0 0,-1 0 0 0 0,1 0 0 0 0,-1 0 0 0 0,1 0 0 0 0,-1 0 0 0 0,1 0 0 0 0,-1-1 0 0 0,1 1 0 0 0,-1 0 0 0 0,0 0 0 0 0,1 0 0 0 0,-1-1 0 0 0,1 1 0 0 0,-1 0 0 0 0,0-1 0 0 0,1 1 0 0 0,-1 0-1 0 0,0-1 1 0 0,1 1 0 0 0,-1-1 0 0 0,0 1 0 0 0,0 0 0 0 0,1-1 0 0 0,-1 1 0 0 0,0-1 0 0 0,0 1 0 0 0,0-1 0 0 0,1 1 0 0 0,-1 0 0 0 0,0-1 0 0 0,0 1 0 0 0,0-1 0 0 0,0 1 0 0 0,0-1 0 0 0,22-61 340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44.4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35 634 388 0 0,'0'0'923'0'0,"1"-11"2442"0"0,0-4 2623 0 0,0-7 1192 0 0,0-3-5364 0 0,-8 3-1816 0 0,7 21 0 0 0,-1 0 0 0 0,1 0 0 0 0,0 0 0 0 0,-1 0 0 0 0,1 0 0 0 0,-1 0 0 0 0,1 0 0 0 0,-1 0 0 0 0,0 0 0 0 0,1 0 0 0 0,-1 1 0 0 0,0-1 0 0 0,0 0 0 0 0,0 1 0 0 0,1-1 0 0 0,-1 0 0 0 0,0 1 0 0 0,0-1 0 0 0,0 1 0 0 0,-2-1 0 0 0,-1 1 0 0 0,0 0 0 0 0,1 0 0 0 0,0 0 0 0 0,2 0-7 0 0,24 0 14 0 0,45 1-3767 0 0,19 0-4943 0 0,-31-4 5980 0 0,13-7 2758 0 0,-41 5-8 0 0,54-3-1 0 0,-44 7-7 0 0,0-1 0 0 0,0-2-1 0 0,0-1 1 0 0,54-15 0 0 0,-52 10 181 0 0,68-6 0 0 0,-4 2-571 0 0,-46 1 391 0 0,-2-3 0 0 0,1-2 0 0 0,73-35 0 0 0,-100 39-3 0 0,129-66 28 0 0,-128 63-47 0 0,47-19 0 0 0,-17 10 5 0 0,-6 6 2547 0 0,30 2 5739 0 0,-10 4-4294 0 0,-68 12-3995 0 0,32-8 0 0 0,76-8 0 0 0,-69 11-2060 0 0,22-12-5191 0 0,12-2 1678 0 0,-51 12 5236 0 0,16-1 12491 0 0,-27 7-10783 0 0,-18 3-1347 0 0,-3 0 131 0 0,0 0-1 0 0,0 0 0 0 0,0 0 1 0 0,0 0-1 0 0,0 1 0 0 0,0-1 1 0 0,0 1-1 0 0,-3 1 1 0 0,-10 4-14 0 0,11-2-44 0 0,10-5-53 0 0,49-14-44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44.8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 1 128 0 0,'-4'0'19532'0'0,"9"0"-19532"0"0,-2 0 0 0 0,0-1 0 0 0,0 1 0 0 0,0 0 0 0 0,0 0 0 0 0,0 0 0 0 0,0 1 0 0 0,0-1 0 0 0,0 1 0 0 0,0-1 0 0 0,0 1 0 0 0,-1 0 0 0 0,1 0 0 0 0,0 0 0 0 0,0 1 0 0 0,-1-1 0 0 0,1 1 0 0 0,-1-1 0 0 0,1 1 0 0 0,-1 0 0 0 0,0 0 0 0 0,1 0 0 0 0,-1 0 0 0 0,2 3 0 0 0,44 42-1024 0 0,-34-34 81 0 0,25 28-1 0 0,-36-38 25 0 0,0 1 0 0 0,0 0 1 0 0,-1-1-1 0 0,0 1 0 0 0,1 1 0 0 0,-1-1 0 0 0,-1 0 1 0 0,1 0-1 0 0,-1 1 0 0 0,0-1 0 0 0,2 8 1 0 0,-3-8 861 0 0,0-1 0 0 0,-1 1 0 0 0,1-1 0 0 0,-1 0 0 0 0,1 1 0 0 0,-1-1 0 0 0,0 0 0 0 0,0 1 0 0 0,-1-1 0 0 0,1 0 0 0 0,-1 0 0 0 0,1 0 0 0 0,-1 0 0 0 0,0 0 0 0 0,-4 5 0 0 0,-18 23 79 0 0,-25 29 58 0 0,44-55-159 0 0,0 0-1 0 0,-1 0 1 0 0,0 0 0 0 0,1-1 0 0 0,-2 0-1 0 0,1 0 1 0 0,0 0 0 0 0,-9 2 0 0 0,14-5 27 0 0,0-1-40 0 0,-1 1 1 0 0,1 0 0 0 0,-1-1-1 0 0,1 0 1 0 0,-1 1-1 0 0,0-1 1 0 0,1 0 0 0 0,-1 0-1 0 0,0 0 1 0 0,1 0-1 0 0,-1 0 1 0 0,1 0 0 0 0,-1 0-1 0 0,0 0 1 0 0,1-1-1 0 0,-1 1 1 0 0,-1-1 0 0 0,-21-13-2355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47.3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540 87 892 0 0,'1'0'4574'0'0,"-91"-5"6271"0"0,28-6-7496 0 0,11-3-3695 0 0,-162-39-3716 0 0,174 49 944 0 0,33 4 3652 0 0,1 0 0 0 0,-1 0 0 0 0,0 1 0 0 0,1 0 0 0 0,-1 0 1 0 0,1 0-1 0 0,-1 1 0 0 0,1-1 0 0 0,0 1 0 0 0,0 1 0 0 0,0-1 1 0 0,0 1-1 0 0,-9 6 0 0 0,14-9-534 0 0,0 0 1 0 0,-1 0-1 0 0,1 0 1 0 0,0 0-1 0 0,0 0 1 0 0,0 0-1 0 0,0 0 1 0 0,0 1-1 0 0,0-1 1 0 0,0 0-1 0 0,0 0 1 0 0,0 0-1 0 0,0 0 1 0 0,0 0-1 0 0,-1 0 1 0 0,1 0-1 0 0,0 0 1 0 0,0 1-1 0 0,0-1 1 0 0,0 0-1 0 0,0 0 1 0 0,0 0-1 0 0,0 0 0 0 0,0 0 1 0 0,0 0-1 0 0,0 0 1 0 0,0 1-1 0 0,0-1 1 0 0,0 0-1 0 0,0 0 1 0 0,0 0-1 0 0,0 0 1 0 0,0 0-1 0 0,0 0 1 0 0,1 0-1 0 0,-1 1 1 0 0,0-1-1 0 0,0 0 1 0 0,0 0-1 0 0,0 0 1 0 0,0 0-1 0 0,0 0 1 0 0,0 0-1 0 0,0 0 1 0 0,0 0-1 0 0,0 0 1 0 0,0 0-1 0 0,1 1 1 0 0,7 2-87 0 0,10 0 149 0 0,12-3-211 0 0,-12-1-827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47.6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245 0 932 0 0,'0'0'1111'0'0,"-18"12"804"0"0,-5 3 526 0 0,-84 51 9849 0 0,96-60-12151 0 0,0 0 0 0 0,1 1-1 0 0,-1 0 1 0 0,1 0 0 0 0,0 1-1 0 0,-13 14 1 0 0,21-18-139 0 0,1 0 0 0 0,-1 1 0 0 0,1-1 0 0 0,0 0 0 0 0,0 1 0 0 0,0-1 0 0 0,0 1 0 0 0,1-1 0 0 0,0 1 0 0 0,0-1 0 0 0,0 1 0 0 0,0 0 0 0 0,1-1 0 0 0,0 1 0 0 0,0-1 0 0 0,0 0 0 0 0,0 1 0 0 0,1-1 0 0 0,0 0 0 0 0,0 0 0 0 0,0 0 0 0 0,3 4 0 0 0,5 1-450 0 0,0-2-1 0 0,0 1 1 0 0,1-1-1 0 0,23 10 1 0 0,-22-12-975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48.1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102 665 564 0 0,'8'-22'14088'0'0,"-3"0"-9482"0"0,-1-51-4945 0 0,-3 25 43 0 0,1 10-1390 0 0,3-26-4765 0 0,15-76 0 0 0,-9 86 6231 0 0,-3 1-1 0 0,3-97 0 0 0,-11 150 254 0 0,-3 6 116 0 0,1-1 0 0 0,-1 1 0 0 0,0-1 0 0 0,-1 0 0 0 0,1 1 0 0 0,-8 6 0 0 0,2 0 647 0 0,-5 6 1613 0 0,-1-1 0 0 0,0 0 0 0 0,-19 15 0 0 0,4-9-2492 0 0,-1-6-3947 0 0,35-30 8424 0 0,3 4-2405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48.3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1 954 0 0,'0'0'2014'0'0,"71"59"14678"0"0,-56-49-16692 0 0,-3 2 0 0 0,-1 0 0 0 0,8 0 0 0 0,-12 0 0 0 0,5 2-1445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48.6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14 1312 0 0,'0'0'2124'0'0,"18"-2"614"0"0,-5 0-120 0 0,51-5 5882 0 0,-8 5-6132 0 0,-37 2-2430 0 0,1 0 0 0 0,-1 2-1 0 0,1 0 1 0 0,-1 1 0 0 0,0 1-1 0 0,35 12 1 0 0,-31-12-130 0 0,-16-4 820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48.9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 1 1376 0 0,'0'0'1835'0'0,"11"9"943"0"0,32 31 8161 0 0,-41-38-10791 0 0,0 0 1 0 0,0 0-1 0 0,0 0 1 0 0,-1 0-1 0 0,1 1 1 0 0,-1-1-1 0 0,1 1 1 0 0,-1-1-1 0 0,0 1 1 0 0,0-1-1 0 0,0 1 1 0 0,-1-1-1 0 0,1 1 1 0 0,0 0-1 0 0,-1 0 1 0 0,0-1-1 0 0,0 1 1 0 0,0 0-1 0 0,0 0 1 0 0,0-1-1 0 0,0 1 1 0 0,-2 4-1 0 0,0-1-233 0 0,0 0 0 0 0,0-1-1 0 0,-1 1 1 0 0,1-1-1 0 0,-2 0 1 0 0,1 0 0 0 0,-5 6-1 0 0,-65 84-3130 0 0,66-87 2207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49.3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 1 1114 0 0,'0'0'1949'0'0,"2"16"896"0"0,7 63 7659 0 0,-5-9-7256 0 0,-4-22-4638 0 0,-11 80 0 0 0,-6-14-5791 0 0,9-52 3708 0 0,-5-5 16907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49.5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76 1126 0 0,'0'0'1406'0'0,"4"15"1294"0"0,10 48 7651 0 0,-13-60-10215 0 0,-1-1 0 0 0,1 1 0 0 0,0-1 0 0 0,0 1 0 0 0,0 0 0 0 0,0-1-1 0 0,1 0 1 0 0,-1 1 0 0 0,1-1 0 0 0,-1 0 0 0 0,1 0 0 0 0,0 0 0 0 0,0 0-1 0 0,0 0 1 0 0,0 0 0 0 0,0-1 0 0 0,0 1 0 0 0,1 0 0 0 0,-1-1 0 0 0,1 0-1 0 0,-1 0 1 0 0,1 0 0 0 0,-1 0 0 0 0,1 0 0 0 0,-1 0 0 0 0,1 0 0 0 0,0-1-1 0 0,-1 0 1 0 0,1 1 0 0 0,0-1 0 0 0,0 0 0 0 0,3-1 0 0 0,1 1-233 0 0,0-2 1 0 0,-1 1-1 0 0,1-1 1 0 0,0 0-1 0 0,-1 0 1 0 0,1-1-1 0 0,-1 0 1 0 0,0 0-1 0 0,9-6 1 0 0,73-56-6754 0 0,-72 51 4256 0 0,0 0 0 0 0,-1-1 0 0 0,16-22 0 0 0,-7 5 718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1.4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238 29 1156 0 0,'-25'2'16805'0'0,"1"-2"-15106"0"0,17 1-1699 0 0,0 0 0 0 0,0 0 0 0 0,0 1 0 0 0,0 0 0 0 0,0 0 0 0 0,0 1 0 0 0,0-1 0 0 0,-9 7 0 0 0,5-3 0 0 0,0 1 0 0 0,0 0 0 0 0,-20 18 0 0 0,27-21 0 0 0,-1 1 0 0 0,0 0 0 0 0,1 0 0 0 0,0 0 0 0 0,0 0 0 0 0,0 1 0 0 0,1-1 0 0 0,0 1 0 0 0,0 0 0 0 0,0 0 0 0 0,1 0 0 0 0,0 0 0 0 0,0 1 0 0 0,1-1 0 0 0,-1 1 0 0 0,1-1 0 0 0,1 1 0 0 0,-1-1 0 0 0,2 11 0 0 0,-1-8-199 0 0,1 0 0 0 0,1-1 0 0 0,0 1 0 0 0,0-1 0 0 0,0 0 0 0 0,1 1 0 0 0,0-1 0 0 0,1 0 0 0 0,0-1 0 0 0,0 1 0 0 0,10 12 0 0 0,-10-12-51 0 0,3 3-1488 0 0,0 0 0 0 0,1 0-1 0 0,15 17 1 0 0,-20-25 1374 0 0,0 0 0 0 0,1 0 0 0 0,0-1 0 0 0,-1 1-1 0 0,1-1 1 0 0,0 0 0 0 0,0 0 0 0 0,1 0 0 0 0,-1 0-1 0 0,0-1 1 0 0,0 1 0 0 0,1-1 0 0 0,-1 0 0 0 0,10 0-1 0 0,-5 0 386 0 0,-1-1 0 0 0,1-1 0 0 0,0 1 0 0 0,0-2 0 0 0,0 1-1 0 0,0-1 1 0 0,12-5 0 0 0,1-1 32 0 0,33-21 1 0 0,-46 24-72 0 0,34-14-261 0 0,-33 15 272 0 0,0 0 1 0 0,0-1 0 0 0,0 0 0 0 0,-1 0 0 0 0,12-9 0 0 0,-17 10 3 0 0,-1-1 0 0 0,1 1 0 0 0,-1-1 1 0 0,0 0-1 0 0,0 0 0 0 0,0 0 0 0 0,-1 0 1 0 0,4-10-1 0 0,7-14 9 0 0,-10 22 152 0 0,-1-1 0 0 0,0 1 0 0 0,0-1 0 0 0,-1 1 1 0 0,1-1-1 0 0,-2 0 0 0 0,0-15 0 0 0,0 20 58 0 0,1 0 345 0 0,-1-1-1 0 0,0 1 0 0 0,0 0 0 0 0,0 0 1 0 0,-1 0-1 0 0,1-1 0 0 0,-1 1 0 0 0,1 0 1 0 0,-1 0-1 0 0,0 0 0 0 0,0 0 0 0 0,-1 0 1 0 0,1 0-1 0 0,-1 0 0 0 0,1 0 0 0 0,-4-3 1 0 0,-6-6-45 0 0,0 0 0 0 0,-2 1-1 0 0,1 0 1 0 0,-1 1 0 0 0,-1 0 0 0 0,0 1 0 0 0,-15-7 0 0 0,23 13-939 0 0,0 0 0 0 0,0 1 0 0 0,-1 0 0 0 0,1 0 0 0 0,-1 1 0 0 0,1-1 0 0 0,-1 1 0 0 0,0 1 0 0 0,0 0 0 0 0,1-1 0 0 0,-1 2 0 0 0,0-1 0 0 0,1 1 0 0 0,-1 0 0 0 0,0 1 0 0 0,-6 1 0 0 0,4 0-170 0 0,1 0 0 0 0,0 1 1 0 0,0 0-1 0 0,0 0 0 0 0,0 1 0 0 0,1-1 0 0 0,0 2 0 0 0,0-1 1 0 0,0 1-1 0 0,0 0 0 0 0,-9 12 0 0 0,-9 33 9349 0 0,33-49-6163 0 0,12-2-129 0 0,-12 0-1972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1.9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169 1 236 0 0,'0'0'2194'0'0,"-12"16"799"0"0,-9 12 2798 0 0,-12 16 948 0 0,-3 1-5032 0 0,-25 17-1707 0 0,56-53 0 0 0,18-15 0 0 0,-7 3 0 0 0,14-10-1505 0 0,0-1 0 0 0,-1 0 0 0 0,0-2-1 0 0,-1 0 1 0 0,24-29 0 0 0,11-9-634 0 0,-43 47 2156 0 0,-15 18-3466 0 0,-9 11 166 0 0,8-14 4699 0 0,-17 20 2337 0 0,-47 44 0 0 0,17-19 2375 0 0,53-53-6098 0 0,0 0 0 0 0,0 0 0 0 0,-1 0 1 0 0,1 0-1 0 0,0 0 0 0 0,0 0 1 0 0,0 0-1 0 0,0 0 0 0 0,0 0 0 0 0,0 1 1 0 0,0-1-1 0 0,0 0 0 0 0,0 0 0 0 0,0 0 1 0 0,0 0-1 0 0,0 0 0 0 0,0 0 0 0 0,0 0 1 0 0,0 1-1 0 0,0-1 0 0 0,0 0 1 0 0,0 0-1 0 0,0 0 0 0 0,0 0 0 0 0,0 0 1 0 0,0 0-1 0 0,0 0 0 0 0,0 0 0 0 0,0 1 1 0 0,0-1-1 0 0,0 0 0 0 0,0 0 0 0 0,0 0 1 0 0,0 0-1 0 0,0 0 0 0 0,0 0 1 0 0,0 0-1 0 0,1 0 0 0 0,-1 0 0 0 0,0 1 1 0 0,0-1-1 0 0,0 0 0 0 0,0 0 0 0 0,0 0 1 0 0,0 0-1 0 0,0 0 0 0 0,0 0 0 0 0,0 0 1 0 0,1 0-1 0 0,-1 0 0 0 0,0 0 1 0 0,0 0-1 0 0,0 0 0 0 0,0 0 0 0 0,0 0 1 0 0,12 2 914 0 0,11-2-846 0 0,-11-2-459 0 0,-1 0 1 0 0,0-1-1 0 0,0 0 1 0 0,0 0 0 0 0,14-7-1 0 0,50-28 2382 0 0,-73 36-1848 0 0,11-9-359 0 0,-12 10-89 0 0,1-1 0 0 0,-1 1 0 0 0,1 0 0 0 0,-1-1 0 0 0,1 1 0 0 0,0 0 0 0 0,-1 0 0 0 0,1 0 0 0 0,0 0 0 0 0,0 0 0 0 0,0 0 0 0 0,3-1 0 0 0,-12 16 4078 0 0,-18 21-4723 0 0,6-8-1298 0 0,-20 36-1 0 0,38-61 1994 0 0,0 0 0 0 0,0 0-1 0 0,0 0 1 0 0,0 0 0 0 0,0 1-1 0 0,1-1 1 0 0,-1 0 0 0 0,1 0-1 0 0,-1 0 1 0 0,1 1 0 0 0,0-1-1 0 0,0 0 1 0 0,0 0 0 0 0,0 1-1 0 0,1 3 1 0 0,2-2-1266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2.7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204 22 180 0 0,'0'0'1532'0'0,"-102"-21"14716"0"0,87 21-14548 0 0,0 0-1700 0 0,0 0 0 0 0,0 0 0 0 0,0 5 0 0 0,0 1 0 0 0,3 1 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2.9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159 1 142 0 0,'0'0'2002'0'0,"-98"78"15514"0"0,87-63-17516 0 0,0-2 0 0 0,3 1 0 0 0,1 4 0 0 0,3-2 0 0 0,-4 1 0 0 0,8 4 0 0 0,-4-6 0 0 0,-3 10-764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3.1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1 960 0 0,'0'0'908'0'0,"2"14"2080"0"0,4 47 8856 0 0,1-34-8659 0 0,6-6-2970 0 0,-3-8-655 0 0,9 14 252 0 0,0-1 0 0 0,2 0 0 0 0,29 26-1 0 0,-38-39 161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3.26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1 186 0 0,'0'0'1269'0'0,"13"11"1826"0"0,40 33 8996 0 0,-38-31-10479 0 0,27 20 33 0 0,-38-31-1744 0 0,0 0 1 0 0,0-1 0 0 0,1 1-1 0 0,-1-1 1 0 0,1 0-1 0 0,-1 0 1 0 0,9 1-1 0 0,7-1-1043 0 0,-7 0 124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3.4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2 138 0 0,'0'0'1640'0'0,"102"2"16242"0"0,-87-2-17882 0 0,3 0 0 0 0,1 0 0 0 0,-4-2 0 0 0,4 1 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3.6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71 760 0 0,'0'0'1198'0'0,"49"-39"16504"0"0,-34 33-17702 0 0,-3-4 0 0 0,3 5 0 0 0,-4-6-24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3.7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99 696 0 0,'0'0'1066'0'0,"34"-80"16832"0"0,-34 75-18300 0 0,7-8 804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3.9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1 784 0 0,'0'0'242'0'0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4.1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0 924 0 0,'0'0'532'0'0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4.4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366 137 58 0 0,'0'0'1321'0'0,"-18"-6"667"0"0,-5-1 445 0 0,-101-34 10754 0 0,122 40-13144 0 0,-38-14 272 0 0,-39-21 0 0 0,67 30-348 0 0,0 1 0 0 0,0 0 0 0 0,-13-4 1 0 0,6 4-627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4.5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302 18 744 0 0,'0'0'694'0'0,"-98"-8"6627"0"0,76 5-5787 0 0,-1 0 521 0 0,0 1 661 0 0,5 1-1757 0 0,-1 1 2573 0 0,4 0-3427 0 0,0 0-105 0 0,0 6 0 0 0,3 2-727 0 0,-3 3 50 0 0,0 1-929 0 0,4-3-526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4.9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125 1 416 0 0,'0'0'327'0'0,"-5"15"941"0"0,-1 0-53 0 0,-2 4 914 0 0,0 0-1 0 0,2 1 0 0 0,-6 29 1 0 0,4 9 3426 0 0,0 0-3388 0 0,-11 133-4907 0 0,13-109 3917 0 0,4 51-1071 0 0,1-17-5792 0 0,-1-89 2615 0 0,0 0 0 0 0,-10 34 0 0 0,5-20 2856 0 0,1 0-1 0 0,2 0 0 0 0,2 67 0 0 0,4-92 245 0 0,0-1-1 0 0,1 0 1 0 0,1 0-1 0 0,0 0 1 0 0,1 0-1 0 0,11 20 1 0 0,-14-29-21 0 0,5 9-75 0 0,1-1-1 0 0,0-1 1 0 0,1 0 0 0 0,16 19-1 0 0,-4-5-522 0 0,-5-3-452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5.1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0 914 0 0,'0'0'1310'0'0,"117"53"16126"0"0,-87-43-17436 0 0,4 3 0 0 0,-8-4-729 0 0,12 6-500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5.3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28 944 0 0,'0'0'1030'0'0,"102"-8"16656"0"0,-76 2-17686 0 0,4-1 0 0 0,1 1 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5.4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31 592 0 0,'0'0'1644'0'0,"98"-31"15780"0"0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5.6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1 100 524 0 0,'0'0'1176'0'0,"72"-85"16784"0"0,-61 70-17960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5.8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0 117 602 0 0,'0'0'1120'0'0,"42"-85"16818"0"0,-35 75-17938 0 0,1 2 0 0 0,-1 0 0 0 0,1 2-386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6.0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1 678 0 0,'0'0'212'0'0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6.2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162 368 168 0 0,'0'0'1307'0'0,"-10"-15"807"0"0,-62-102 13054 0 0,60 95-14916 0 0,1 0-1 0 0,1-2 1 0 0,-11-35-1 0 0,-1-31-4858 0 0,18 72 3575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6.4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253 270 88 0 0,'0'0'501'0'0,"-13"-15"2000"0"0,-4-2 602 0 0,-12-16 2309 0 0,1-6 1330 0 0,17 24-6554 0 0,-1 1-1 0 0,0 1 1 0 0,-1 0-1 0 0,0 1 1 0 0,-1 0 0 0 0,-20-13-1 0 0,28 21-284 0 0,1 1-313 0 0,0-1 0 0 0,1 1 0 0 0,-1 0 1 0 0,1-1-1 0 0,0 0 0 0 0,0 0 0 0 0,0 0 1 0 0,0-1-1 0 0,1 1 0 0 0,-4-7 1 0 0,6 3-757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19:56.7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385 101 1772 0 0,'0'0'716'0'0,"-109"-27"-598"0"0,75 17 14 0 0,-4 2 18 0 0,4-1-14 0 0,-3 1-50 0 0,6-2-24 0 0,1 4-22 0 0,8-2-40 0 0,3 3-58 0 0,4 2-158 0 0,7 1 588 0 0,4 0-920 0 0,1-1-329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19.4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98 848 0 0,'0'0'1566'0'0,"0"-13"1411"0"0,-1-1 2047 0 0,0-14 2319 0 0,6 1-5441 0 0,-5 26-1903 0 0,1 0 1 0 0,-1 0-1 0 0,0 1 0 0 0,0-1 1 0 0,1 0-1 0 0,-1 0 0 0 0,0 1 0 0 0,1-1 1 0 0,-1 0-1 0 0,1 0 0 0 0,-1 1 1 0 0,1-1-1 0 0,-1 0 0 0 0,1 1 0 0 0,-1-1 1 0 0,1 1-1 0 0,-1-1 0 0 0,1 1 0 0 0,0-1 1 0 0,0 1-1 0 0,0-1 0 0 0,0 1-1 0 0,0 0-1 0 0,0 0 1 0 0,-1 0-1 0 0,1 0 1 0 0,0 0-1 0 0,-1 0 1 0 0,1 0-1 0 0,0 0 1 0 0,0 1-1 0 0,-1-1 0 0 0,1 0 1 0 0,0 0-1 0 0,-1 1 1 0 0,1-1-1 0 0,0 1 1 0 0,-1-1-1 0 0,1 0 1 0 0,-1 1-1 0 0,2 0 1 0 0,3 5-54 0 0,1 0 1 0 0,-1 1-1 0 0,7 11 1 0 0,-5-8-62 0 0,3 4-657 0 0,0-1 0 0 0,0-1 1 0 0,2 0-1 0 0,-1 0 0 0 0,1-1 1 0 0,16 10-1 0 0,-20-15-44 0 0,0-2-1 0 0,1 1 1 0 0,0-1 0 0 0,0 0-1 0 0,0-1 1 0 0,0 0 0 0 0,0 0-1 0 0,1-1 1 0 0,-1-1 0 0 0,1 1-1 0 0,18-1 1 0 0,-16-2 806 0 0,0 0 0 0 0,0-1-1 0 0,1 0 1 0 0,-1-1 0 0 0,0 0 0 0 0,-1-1-1 0 0,1 0 1 0 0,-1-1 0 0 0,1 0 0 0 0,-2-1-1 0 0,1 0 1 0 0,0-1 0 0 0,13-12 0 0 0,-12 10 15 0 0,8-7-13 0 0,1 1 1 0 0,0 1-1 0 0,33-16 0 0 0,-47 27 12 0 0,0 0-1 0 0,1 0 1 0 0,0 1-1 0 0,0 0 0 0 0,-1 0 1 0 0,1 1-1 0 0,0 0 0 0 0,0 1 1 0 0,0-1-1 0 0,0 2 1 0 0,0-1-1 0 0,0 1 0 0 0,0 0 1 0 0,0 1-1 0 0,9 2 0 0 0,8 6 64 0 0,0 2 0 0 0,0 0 1 0 0,-1 2-1 0 0,-1 0 0 0 0,32 26 0 0 0,-32-22 21 0 0,1-1 0 0 0,0-1 1 0 0,1-2-1 0 0,47 21 0 0 0,-64-33-78 0 0,-1 0-1 0 0,0 0 1 0 0,1 0-1 0 0,-1-1 1 0 0,1 0-1 0 0,0-1 0 0 0,-1 0 1 0 0,1 0-1 0 0,-1-1 1 0 0,1 1-1 0 0,0-2 1 0 0,-1 1-1 0 0,13-5 0 0 0,0-2 8 0 0,0-1 0 0 0,-1-1-1 0 0,25-17 1 0 0,26-14 40 0 0,-62 38-77 0 0,0 0 0 0 0,0 0-1 0 0,0 1 1 0 0,0 0 0 0 0,1 0-1 0 0,-1 1 1 0 0,1 0 0 0 0,-1 0-1 0 0,1 1 1 0 0,0 0 0 0 0,-1 1-1 0 0,1 0 1 0 0,9 2 0 0 0,10 4 98 0 0,0 1-1 0 0,41 18 1 0 0,-8-2-2 0 0,-29-14-25 0 0,-1-2-1 0 0,2-1 1 0 0,-1-1 0 0 0,1-2 0 0 0,0-1 0 0 0,-1-1 0 0 0,1-2-1 0 0,0-2 1 0 0,0-1 0 0 0,37-7 0 0 0,-54 7-56 0 0,288-43-2588 0 0,-254 43 793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20.6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 32 1672 0 0,'-6'-10'6829'0'0,"-9"-9"645"0"0,9 16-4822 0 0,4 14-1619 0 0,22 138-2856 0 0,-3-31-297 0 0,11 256-8134 0 0,-19-235 10529 0 0,-9-106-233 0 0,-1-26 90 0 0,1 1 0 0 0,0-1 0 0 0,0 0 1 0 0,1 1-1 0 0,-2 29 8884 0 0,-1-36-8788 0 0,-12 1 4210 0 0,3-2-4732 0 0,10 0 120 0 0,1 0 166 0 0,-1 0-91 0 0,1-1 60 0 0,0 1 0 0 0,-1 0 0 0 0,1 0 0 0 0,0 0 0 0 0,0 0-1 0 0,0 0 1 0 0,0 0 0 0 0,-1-1 0 0 0,1 1 0 0 0,0 0 0 0 0,0 0 0 0 0,0 0 0 0 0,0-1 0 0 0,0 1-1 0 0,0 0 1 0 0,0 0 0 0 0,0 0 0 0 0,0 0 0 0 0,0-1 0 0 0,0 1 0 0 0,0 0 0 0 0,0 0-1 0 0,0-1 1 0 0,0 1 0 0 0,0 0 0 0 0,0 0 0 0 0,0 0 0 0 0,0-1 0 0 0,0 1 0 0 0,0 0-1 0 0,0 0 1 0 0,0 0 0 0 0,0 0 0 0 0,0-1 0 0 0,0 1 0 0 0,0 0 0 0 0,0 0 0 0 0,1 0-1 0 0,-1-1 1 0 0,0 1 0 0 0,0 0 0 0 0,0 0 0 0 0,0 0 0 0 0,0 0 0 0 0,1 0 0 0 0,-1 0-1 0 0,0-1 1 0 0,0 1 0 0 0,0 0 0 0 0,0 0 0 0 0,1 0 0 0 0,-1 0 0 0 0,8-9 1629 0 0,-20 27-995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21.1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92 1456 0 0,'0'0'1377'0'0,"9"-14"1081"0"0,27-42 7481 0 0,-34 54-9537 0 0,-1 0-1 0 0,1 0 1 0 0,0 0-1 0 0,0 1 1 0 0,0-1-1 0 0,0 0 1 0 0,0 1-1 0 0,3-2 1 0 0,-3 2-315 0 0,0 1 1 0 0,0-1 0 0 0,1 0 0 0 0,-1 1 0 0 0,0-1 0 0 0,1 1-1 0 0,-1 0 1 0 0,0 0 0 0 0,4 0 0 0 0,1 0-150 0 0,3 0-94 0 0,0 0-1 0 0,-1 1 1 0 0,1 1-1 0 0,-1-1 1 0 0,1 2-1 0 0,-1-1 1 0 0,0 1-1 0 0,0 0 1 0 0,0 1 0 0 0,0 0-1 0 0,0 1 1 0 0,-1 0-1 0 0,0 0 1 0 0,0 1-1 0 0,0-1 1 0 0,12 14-1 0 0,-8-6-262 0 0,0 0 0 0 0,-1 0 0 0 0,0 1 0 0 0,-1 0 0 0 0,-1 1 0 0 0,0 0 0 0 0,-2 0 0 0 0,10 26 0 0 0,-13-33-156 0 0,-2 1 0 0 0,1-1 0 0 0,-1 1 1 0 0,-1 0-1 0 0,1 0 0 0 0,-2 0 0 0 0,1 0 1 0 0,-1 0-1 0 0,-1 0 0 0 0,1 0 0 0 0,-1 0 1 0 0,-1 0-1 0 0,-4 16 0 0 0,2-16 515 0 0,0-1 0 0 0,0 1-1 0 0,-1-1 1 0 0,0 0 0 0 0,0 0 0 0 0,-1 0-1 0 0,0-1 1 0 0,-7 8 0 0 0,-11 8 135 0 0,0 0 1 0 0,-2-2-1 0 0,-29 20 0 0 0,42-33-31 0 0,0 0 0 0 0,0-1 0 0 0,-1-1 0 0 0,0 0 0 0 0,0 0 0 0 0,-1-1-1 0 0,1-1 1 0 0,-1-1 0 0 0,-17 2 0 0 0,50-6 3142 0 0,0 1 0 0 0,20 3 0 0 0,-11 0-2231 0 0,36 10 0 0 0,-45-8-1078 0 0,0 0 0 0 0,0 2-1 0 0,0 0 1 0 0,-1 1 0 0 0,0 0 0 0 0,0 2-1 0 0,-1 0 1 0 0,15 12 0 0 0,-27-19-64 0 0,-1 0 0 0 0,1 1 0 0 0,-1-1 0 0 0,0 1 0 0 0,0-1 0 0 0,0 1-1 0 0,0 0 1 0 0,-1 1 0 0 0,1-1 0 0 0,-1 0 0 0 0,0 0 0 0 0,-1 1 0 0 0,1 0 0 0 0,-1-1 0 0 0,0 1 0 0 0,0 0 0 0 0,0-1 0 0 0,-1 1 0 0 0,1 0 0 0 0,-1 0 0 0 0,0-1 0 0 0,-1 1 0 0 0,1 0 0 0 0,-1 0 0 0 0,0 0 0 0 0,0-1 0 0 0,-1 1 0 0 0,-1 4 0 0 0,-1 1-247 0 0,-1 0 0 0 0,-1 0 0 0 0,1 0-1 0 0,-2-1 1 0 0,1 0 0 0 0,-1 0 0 0 0,-1-1 0 0 0,1 0 0 0 0,-1 0 0 0 0,-1-1 0 0 0,-9 7 0 0 0,-3 1 354 0 0,-41 22 0 0 0,54-33 124 0 0,-1 0 0 0 0,1 0-1 0 0,-1-1 1 0 0,0-1 0 0 0,0 1 0 0 0,-1-1-1 0 0,1-1 1 0 0,-13 1 0 0 0,22-2 7 0 0,-1 0 0 0 0,1 0 0 0 0,-1 0 0 0 0,1 0 1 0 0,-1-1-1 0 0,1 1 0 0 0,-1 0 0 0 0,1 0 1 0 0,-1-1-1 0 0,1 1 0 0 0,0 0 0 0 0,-1-1 0 0 0,1 1 1 0 0,-1 0-1 0 0,1-1 0 0 0,0 1 0 0 0,-1-1 0 0 0,1 1 1 0 0,0 0-1 0 0,0-1 0 0 0,-1 1 0 0 0,1-1 0 0 0,0 1 1 0 0,0-1-1 0 0,0 1 0 0 0,-1-1 0 0 0,1 1 0 0 0,0-1 1 0 0,0 1-1 0 0,0-1 0 0 0,0 0 0 0 0,0 1 0 0 0,0-1 1 0 0,0 1-1 0 0,0-1 0 0 0,0 1 0 0 0,1-1 0 0 0,-1 1 1 0 0,0-1-1 0 0,0 1 0 0 0,1-1 0 0 0,7-26 1179 0 0,-8 27-1204 0 0,7-26-883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21.4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0 674 0 0,'0'0'3379'0'0,"-1"15"-656"0"0,0 62 6667 0 0,1 5-5532 0 0,2 20-4227 0 0,4 55-4519 0 0,-1-43 2850 0 0,-3-19-2946 0 0,4 77 2741 0 0,-5-166 2172 0 0,0-1 0 0 0,0 0 1 0 0,1 0-1 0 0,-1 0 0 0 0,1 0 1 0 0,0 0-1 0 0,0 0 0 0 0,1 0 0 0 0,-1-1 1 0 0,1 1-1 0 0,0-1 0 0 0,7 8 1 0 0,-5-6-1379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21.8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64 68 1336 0 0,'0'0'1908'0'0,"-9"16"737"0"0,-27 52 7617 0 0,32-61-9573 0 0,1 0 0 0 0,1 0 0 0 0,-1 1 0 0 0,-1 10 0 0 0,3-10-694 0 0,0 0 0 0 0,1 0 0 0 0,0 0 0 0 0,0 0-1 0 0,1 0 1 0 0,0 1 0 0 0,1-1 0 0 0,0-1 0 0 0,3 10 0 0 0,-3-8-360 0 0,2-1-1 0 0,-1 0 1 0 0,1 0-1 0 0,0 0 1 0 0,1 0 0 0 0,0-1-1 0 0,0 0 1 0 0,1 0 0 0 0,-1 0-1 0 0,1-1 1 0 0,1 1 0 0 0,0-1-1 0 0,-1-1 1 0 0,2 1-1 0 0,-1-1 1 0 0,8 4 0 0 0,-6-5-204 0 0,0 0 0 0 0,1 0 0 0 0,-1 0 0 0 0,0-1 0 0 0,1-1 0 0 0,0 1 1 0 0,0-2-1 0 0,-1 1 0 0 0,1-1 0 0 0,0-1 0 0 0,0 0 0 0 0,0 0 0 0 0,0-1 0 0 0,11-2 1 0 0,-13 0 550 0 0,0 1 0 0 0,0-1 0 0 0,0 0 0 0 0,0-1 0 0 0,-1 0 0 0 0,0 0 0 0 0,0-1 1 0 0,0 1-1 0 0,0-2 0 0 0,-1 1 0 0 0,0-1 0 0 0,0 0 0 0 0,0 0 0 0 0,5-8 0 0 0,-6 7 13 0 0,1-1 0 0 0,-1 0-1 0 0,-1 0 1 0 0,0 0-1 0 0,0-1 1 0 0,0 1-1 0 0,-1-1 1 0 0,-1 0 0 0 0,1 0-1 0 0,-2 0 1 0 0,1-1-1 0 0,0-13 1 0 0,-2 8 28 0 0,-1 1 1 0 0,0-1 0 0 0,-1 0-1 0 0,0 1 1 0 0,-7-24 0 0 0,6 31-4 0 0,0 0 0 0 0,0 1-1 0 0,0-1 1 0 0,-1 1 0 0 0,0-1 0 0 0,0 1 0 0 0,0 1 0 0 0,-1-1 0 0 0,0 0 0 0 0,0 1 0 0 0,0 0 0 0 0,-1 0 0 0 0,-9-5-1 0 0,7 5 18 0 0,-1 0 0 0 0,1 1-1 0 0,-1 0 1 0 0,0 1-1 0 0,0 0 1 0 0,-1 0-1 0 0,1 1 1 0 0,-1 1-1 0 0,1-1 1 0 0,-12 1 0 0 0,17 0 8 0 0,-1 1 0 0 0,0 0 1 0 0,1 0-1 0 0,-1 1 0 0 0,1-1 1 0 0,-1 1-1 0 0,1 0 1 0 0,-1 1-1 0 0,1-1 0 0 0,-1 1 1 0 0,1-1-1 0 0,0 1 0 0 0,0 0 1 0 0,0 1-1 0 0,0-1 0 0 0,0 1 1 0 0,0 0-1 0 0,1 0 0 0 0,-1 0 1 0 0,1 0-1 0 0,0 1 1 0 0,-5 5-1 0 0,7-5 85 0 0,-1 0-1 0 0,1-1 1 0 0,0 1 0 0 0,0 0 0 0 0,0 0-1 0 0,0-1 1 0 0,0 1 0 0 0,1 0 0 0 0,0 0-1 0 0,0 0 1 0 0,0 0 0 0 0,1 5-1 0 0,0-2-622 0 0,0-1 0 0 0,0 1 0 0 0,1 0 0 0 0,0-1 0 0 0,0 0 0 0 0,4 8 0 0 0,6 6-1340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22.2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59 47 1428 0 0,'0'0'2971'0'0,"-10"15"-311"0"0,-30 48 7427 0 0,39-60-9882 0 0,-1-1 0 0 0,1 1 0 0 0,0-1 0 0 0,0 1 0 0 0,0 0 0 0 0,1-1 0 0 0,-1 1 0 0 0,1 0 1 0 0,-1 0-1 0 0,1-1 0 0 0,0 1 0 0 0,0 4 0 0 0,1-4-287 0 0,0 1 0 0 0,0-1 1 0 0,1 1-1 0 0,-1-1 0 0 0,0 0 0 0 0,1 1 0 0 0,0-1 0 0 0,0 0 1 0 0,0 0-1 0 0,4 4 0 0 0,-1 0-3 0 0,1 0-348 0 0,0 0 1 0 0,0-1-1 0 0,0 0 0 0 0,1 0 0 0 0,0 0 1 0 0,1-1-1 0 0,-1 0 0 0 0,1 0 0 0 0,0-1 1 0 0,0 0-1 0 0,0 0 0 0 0,12 3 0 0 0,-6-3-746 0 0,1 0 0 0 0,0-1 0 0 0,0-1-1 0 0,0 0 1 0 0,0-1 0 0 0,22-1-1 0 0,-33 0 1204 0 0,0-1-1 0 0,1 1 1 0 0,-1-1-1 0 0,0 0 1 0 0,0 0 0 0 0,0 0-1 0 0,0 0 1 0 0,-1-1-1 0 0,1 0 1 0 0,0 1-1 0 0,-1-2 1 0 0,1 1-1 0 0,-1 0 1 0 0,1-1-1 0 0,-1 1 1 0 0,0-1-1 0 0,0 0 1 0 0,0 0-1 0 0,-1 0 1 0 0,1 0-1 0 0,-1-1 1 0 0,1 1-1 0 0,-1-1 1 0 0,0 1-1 0 0,-1-1 1 0 0,1 0-1 0 0,2-7 1 0 0,-3 5 381 0 0,0 1-1 0 0,0-1 1 0 0,0 0-1 0 0,-1 1 1 0 0,0-1 0 0 0,0 0-1 0 0,0 1 1 0 0,-1-1 0 0 0,0 1-1 0 0,0-1 1 0 0,0 0 0 0 0,-1 1-1 0 0,0 0 1 0 0,0-1 0 0 0,0 1-1 0 0,-1 0 1 0 0,0 0 0 0 0,0 0-1 0 0,-6-8 1 0 0,-1 2 68 0 0,-1 0 0 0 0,-12-10 0 0 0,12 12-916 0 0,-1 0-1 0 0,0 1 1 0 0,0 1 0 0 0,-26-12 0 0 0,31 16 221 0 0,0 0 0 0 0,1 1 0 0 0,-1 0 0 0 0,0 0 0 0 0,0 1 1 0 0,0 0-1 0 0,0 0 0 0 0,0 0 0 0 0,0 1 0 0 0,0 0 0 0 0,0 0 0 0 0,0 1 0 0 0,0 0 0 0 0,0 0 1 0 0,0 1-1 0 0,0 0 0 0 0,0 0 0 0 0,0 1 0 0 0,1-1 0 0 0,-12 8 0 0 0,16-8 407 0 0,-1 0-1 0 0,0 0 1 0 0,1 1 0 0 0,-1-1-1 0 0,1 1 1 0 0,0-1-1 0 0,0 1 1 0 0,0 0-1 0 0,0 0 1 0 0,0 0 0 0 0,1 0-1 0 0,0 0 1 0 0,-1 0-1 0 0,1 1 1 0 0,0-1-1 0 0,0 0 1 0 0,1 1-1 0 0,-1-1 1 0 0,0 6 0 0 0,1 7 1076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23.0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71 1190 0 0,'0'0'2754'0'0,"1"17"72"0"0,8 58 7036 0 0,8-10-6834 0 0,-14-55-3028 0 0,0-1 0 0 0,1 1 0 0 0,0-1 0 0 0,1 0 0 0 0,0 0 0 0 0,1 0 0 0 0,0-1 0 0 0,0 0 0 0 0,0 0 0 0 0,1 0 0 0 0,16 12 0 0 0,-23-19 0 0 0,1-1 0 0 0,0 1 0 0 0,-1-1 0 0 0,1 1 0 0 0,0-1 0 0 0,0 1 0 0 0,-1-1 0 0 0,1 0 0 0 0,0 1 0 0 0,0-1 0 0 0,0 0 0 0 0,0 0 0 0 0,-1 0 0 0 0,1 1 0 0 0,0-1 0 0 0,0 0 0 0 0,0 0 0 0 0,0 0 0 0 0,0-1 0 0 0,-1 1 0 0 0,1 0 0 0 0,0 0 0 0 0,0 0 0 0 0,0-1 0 0 0,0 1 0 0 0,-1 0 0 0 0,1-1 0 0 0,0 1 0 0 0,0 0 0 0 0,-1-1 0 0 0,1 1 0 0 0,0-1 0 0 0,-1 0 0 0 0,1 1 0 0 0,0-1 0 0 0,-1 1 0 0 0,1-1 0 0 0,-1 0 0 0 0,1-1 0 0 0,3-3 0 0 0,-2 0 0 0 0,1-1 0 0 0,-1 1 0 0 0,4-11 0 0 0,-3 6 0 0 0,72-211-309 0 0,-72 214 253 0 0,0-1 0 0 0,1 1 0 0 0,0-1 1 0 0,8-11-1 0 0,-11 17 17 0 0,0 1 1 0 0,0-1-1 0 0,1 0 0 0 0,-1 1 1 0 0,0 0-1 0 0,1-1 0 0 0,0 1 1 0 0,-1 0-1 0 0,1 0 0 0 0,0-1 1 0 0,-1 1-1 0 0,1 1 0 0 0,0-1 1 0 0,0 0-1 0 0,0 0 0 0 0,0 1 1 0 0,0-1-1 0 0,0 1 0 0 0,0-1 1 0 0,0 1-1 0 0,0 0 0 0 0,0 0 1 0 0,4 0-1 0 0,-4 1-112 0 0,0 0 0 0 0,0-1 1 0 0,0 1-1 0 0,0 0 0 0 0,-1 0 0 0 0,1 1 1 0 0,0-1-1 0 0,0 0 0 0 0,-1 1 1 0 0,1-1-1 0 0,-1 1 0 0 0,1-1 0 0 0,-1 1 1 0 0,2 2-1 0 0,16 27-2760 0 0,-6-5 1489 0 0,-3-6-1209 0 0,12 32 1 0 0,-14-30 2615 0 0,0 0 1 0 0,20 34-1 0 0,-27-56 15 0 0,-1 0 1 0 0,0 1-1 0 0,0-1 0 0 0,0 0 0 0 0,0 0 0 0 0,0 1 0 0 0,1-1 0 0 0,-1 0 0 0 0,0 0 1 0 0,0 0-1 0 0,0 1 0 0 0,1-1 0 0 0,-1 0 0 0 0,0 0 0 0 0,0 0 0 0 0,1 0 0 0 0,-1 0 1 0 0,0 1-1 0 0,0-1 0 0 0,1 0 0 0 0,-1 0 0 0 0,0 0 0 0 0,0 0 0 0 0,1 0 1 0 0,-1 0-1 0 0,0 0 0 0 0,0 0 0 0 0,1 0 0 0 0,-1 0 0 0 0,0 0 0 0 0,1 0 0 0 0,-1 0 1 0 0,0 0-1 0 0,0 0 0 0 0,1 0 0 0 0,-1-1 0 0 0,1 1 0 0 0,9-10 1634 0 0,4-17-1527 0 0,-2-15-2034 0 0,9-26 1128 0 0,-19 61 803 0 0,1 1 1 0 0,0-1-1 0 0,0 1 0 0 0,1 0 0 0 0,0 1 1 0 0,0-1-1 0 0,9-9 0 0 0,-12 14 10 0 0,0 0-1 0 0,1 0 1 0 0,-1 0-1 0 0,0 0 0 0 0,1 0 1 0 0,-1 0-1 0 0,1 0 0 0 0,-1 1 1 0 0,1-1-1 0 0,0 1 0 0 0,-1-1 1 0 0,1 1-1 0 0,0 0 0 0 0,-1-1 1 0 0,1 1-1 0 0,0 0 0 0 0,-1 0 1 0 0,1 0-1 0 0,1 0 1 0 0,1 1 173 0 0,0 0 0 0 0,0 0 0 0 0,0 0 0 0 0,0 1 0 0 0,-1-1 0 0 0,1 1 0 0 0,6 4 0 0 0,1 2 381 0 0,1 1 0 0 0,-1 0 0 0 0,13 15 0 0 0,-15-15-1223 0 0,12 12-430 0 0,-1 1 0 0 0,0 1-1 0 0,20 34 1 0 0,-32-47 98 0 0,-4-7-116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23.2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1058 0 0,'0'0'5029'0'0,"2"9"-2660"0"0,5 29 6599 0 0,-7-37-8864 0 0,1 1 1 0 0,-1-1-1 0 0,0 1 1 0 0,0-1 0 0 0,1 1-1 0 0,-1-1 1 0 0,1 0 0 0 0,0 1-1 0 0,-1-1 1 0 0,1 0-1 0 0,0 0 1 0 0,0 1 0 0 0,0-1-1 0 0,-1 0 1 0 0,1 0 0 0 0,1 0-1 0 0,-1 0 1 0 0,0 0-1 0 0,0 0 1 0 0,0 0 0 0 0,2 1-1 0 0,8 8-287 0 0,-5-3-115 0 0,-5-4-1073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08.3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536 673 618 0 0,'-11'-11'10176'0'0,"10"11"-9793"0"0,0 0 0 0 0,0 0-1 0 0,0-1 1 0 0,0 1 0 0 0,1 0-1 0 0,-1 0 1 0 0,0 0 0 0 0,0 0 0 0 0,0 0-1 0 0,0 0 1 0 0,0 0 0 0 0,0 0-1 0 0,0 0 1 0 0,0 1 0 0 0,0-1 0 0 0,-2 1 765 0 0,1 0-766 0 0,-5 0 830 0 0,-22 5-1212 0 0,-25 1-1834 0 0,35-4 24 0 0,-37 2 0 0 0,50-5 769 0 0,0-1 1 0 0,1 0 0 0 0,-1 0-1 0 0,0 0 1 0 0,1-1 0 0 0,-1 0 0 0 0,1 0-1 0 0,-7-4 1 0 0,-44-26 341 0 0,26 13 786 0 0,10 6-41 0 0,1-1-1 0 0,1 0 1 0 0,0-1 0 0 0,-21-25 0 0 0,18 19-31 0 0,7 4-332 0 0,8 8 1961 0 0,1 0 0 0 0,0-1 0 0 0,-4-11-1 0 0,3 6-2604 0 0,2 1-3583 0 0,1 2 4353 0 0,1-1-1 0 0,0-1 1 0 0,1-19 0 0 0,-3-134 268 0 0,4 163 511 0 0,1 1 0 0 0,0-1 0 0 0,0 1 0 0 0,0-1 0 0 0,0 1 0 0 0,1-1 0 0 0,-1 1 0 0 0,1 0 0 0 0,0 0 0 0 0,0 0-1 0 0,0 0 1 0 0,4-4 0 0 0,0-1 1282 0 0,2 0-1 0 0,-1 1 0 0 0,11-8 0 0 0,-2 4-2624 0 0,0 1-1 0 0,28-12 1 0 0,-1 0-28 0 0,-16 11 445 0 0,-20 9-912 0 0,0 0-1 0 0,0 1 0 0 0,14-1 0 0 0,0 3-3002 0 0,30 4-1 0 0,-14-2 6229 0 0,-21 0-2038 0 0,-1 0 0 0 0,1 1 0 0 0,-1 1 0 0 0,0 0 0 0 0,-1 1 0 0 0,1 0 0 0 0,-1 1 0 0 0,26 18 0 0 0,-31-20-68 0 0,7 6 130 0 0,0 1 1 0 0,-1 1-1 0 0,17 17 1 0 0,6 5 25 0 0,-30-27-21 0 0,-1 0-1 0 0,-1 0 1 0 0,0 0 0 0 0,0 1-1 0 0,0 0 1 0 0,-1 0-1 0 0,-1 1 1 0 0,0-1 0 0 0,0 1-1 0 0,0 0 1 0 0,-2 0-1 0 0,4 15 1 0 0,-2 7-918 0 0,-3 11 5865 0 0,-1-37-3837 0 0,-1 0 1 0 0,0 0-1 0 0,0 0 1 0 0,-5 11 0 0 0,-9 12-921 0 0,10-21-1400 0 0,-1 0-1 0 0,-1 0 1 0 0,1 0 0 0 0,-1 0-1 0 0,-1-1 1 0 0,-11 9-1 0 0,-4 0 523 0 0,-27 14 0 0 0,46-28 836 0 0,-11 5 407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09.3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430 836 606 0 0,'0'0'1661'0'0,"-14"-3"1307"0"0,-45-9 8576 0 0,55 11-11204 0 0,0 0 0 0 0,0 0 1 0 0,0-1-1 0 0,0 1 1 0 0,0-1-1 0 0,1 0 0 0 0,-1 0 1 0 0,0 0-1 0 0,-5-5 1 0 0,-6-3-864 0 0,-32-13 523 0 0,-17-9 0 0 0,58 28 0 0 0,1 0 0 0 0,-1 0 0 0 0,1 0 0 0 0,0-1 0 0 0,0 0 0 0 0,0 0 0 0 0,1 0 0 0 0,-6-8 0 0 0,-3-7 0 0 0,8 13 0 0 0,0 0 0 0 0,1 0 0 0 0,-7-15 0 0 0,-15-34-2867 0 0,18 43 1379 0 0,1-1 0 0 0,1-1 0 0 0,0 1 0 0 0,-4-21 0 0 0,6 16-1208 0 0,-5-26-344 0 0,-2-23 2872 0 0,6 34 218 0 0,3 19-48 0 0,0 0-1 0 0,0-21 1 0 0,2 31 246 0 0,1 0 0 0 0,-1 0 0 0 0,1 0 1 0 0,0 0-1 0 0,1 1 0 0 0,-1-1 0 0 0,1 0 0 0 0,0 1 0 0 0,0-1 1 0 0,0 1-1 0 0,4-7 0 0 0,21-24 1019 0 0,-14 19-2224 0 0,0 2 1 0 0,1-1-1 0 0,1 2 0 0 0,19-14 0 0 0,12-2 1318 0 0,-36 24-364 0 0,1 0 1 0 0,0 1-1 0 0,1 0 0 0 0,-1 1 1 0 0,1 0-1 0 0,0 0 0 0 0,-1 1 1 0 0,1 1-1 0 0,0 0 0 0 0,0 1 1 0 0,0 0-1 0 0,0 1 0 0 0,0 0 1 0 0,0 1-1 0 0,15 4 0 0 0,-17-3 1 0 0,0 0-1 0 0,0 1 0 0 0,0 1 0 0 0,0-1 1 0 0,-1 2-1 0 0,1-1 0 0 0,-1 1 0 0 0,-1 1 1 0 0,1-1-1 0 0,-1 1 0 0 0,0 1 0 0 0,-1 0 1 0 0,0 0-1 0 0,0 0 0 0 0,0 1 0 0 0,-1 0 1 0 0,6 13-1 0 0,56 128 40 0 0,-61-130-20 0 0,-1 0 0 0 0,-1 0 0 0 0,-1 1 1 0 0,-1-1-1 0 0,2 41 0 0 0,-6-53-60 0 0,1 1 0 0 0,-1-1-1 0 0,-1 1 1 0 0,0-1-1 0 0,0 0 1 0 0,0 0 0 0 0,-1 0-1 0 0,0 0 1 0 0,-1 0 0 0 0,0-1-1 0 0,0 1 1 0 0,0-1 0 0 0,-1 0-1 0 0,0-1 1 0 0,0 1-1 0 0,-1-1 1 0 0,0 0 0 0 0,0 0-1 0 0,-13 9 1 0 0,1-5-1212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10.2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329 1 650 0 0,'0'0'1362'0'0,"-18"1"1655"0"0,-54 3 8692 0 0,64-3-11417 0 0,0 0 0 0 0,0 0 1 0 0,0 1-1 0 0,0 0 0 0 0,0 1 0 0 0,0-1 1 0 0,1 1-1 0 0,-1 1 0 0 0,1-1 0 0 0,-11 8 0 0 0,9-3-409 0 0,0-1 0 0 0,0 1 0 0 0,1 1 0 0 0,0 0 0 0 0,-8 12 0 0 0,6-7-793 0 0,0 1 1 0 0,1 0-1 0 0,1 0 0 0 0,-9 24 1 0 0,10-20-741 0 0,1 0 0 0 0,1 1 0 0 0,1-1 0 0 0,1 1 0 0 0,1 0 0 0 0,0 28 0 0 0,2-40 1661 0 0,1 0 0 0 0,0 0 0 0 0,0 0-1 0 0,1 0 1 0 0,0-1 0 0 0,0 1 0 0 0,1 0 0 0 0,0-1-1 0 0,0 1 1 0 0,1-1 0 0 0,0 0 0 0 0,0 0 0 0 0,1-1-1 0 0,0 1 1 0 0,0-1 0 0 0,0 0 0 0 0,1 0 0 0 0,0-1-1 0 0,0 0 1 0 0,1 0 0 0 0,-1 0 0 0 0,1-1 0 0 0,0 1-1 0 0,0-2 1 0 0,12 5 0 0 0,-8-3-21 0 0,1-1-1 0 0,-1 0 1 0 0,1-1-1 0 0,0 0 1 0 0,0-1 0 0 0,0-1-1 0 0,0 0 1 0 0,0 0-1 0 0,0-1 1 0 0,0-1 0 0 0,0 0-1 0 0,0 0 1 0 0,0-1 0 0 0,0-1-1 0 0,0 0 1 0 0,17-7-1 0 0,-1-4-31 0 0,51-31-1 0 0,-70 38 45 0 0,0 1-1 0 0,0-2 1 0 0,0 1 0 0 0,-1-1-1 0 0,0 0 1 0 0,-1-1 0 0 0,0 0 0 0 0,11-16-1 0 0,-15 18-3 0 0,0 0 0 0 0,0 1-1 0 0,-1-1 1 0 0,1 0 0 0 0,-2 0-1 0 0,3-10 1 0 0,-4 14 1 0 0,0-1 1 0 0,1 0-1 0 0,-1 1 0 0 0,-1-1 0 0 0,1 0 1 0 0,0 1-1 0 0,-1-1 0 0 0,0 1 0 0 0,0-1 1 0 0,0 1-1 0 0,0-1 0 0 0,0 1 0 0 0,-1-1 1 0 0,-2-3-1 0 0,-1-2 5 0 0,-1 0 0 0 0,0 1 0 0 0,-1 0 0 0 0,0 0 1 0 0,0 0-1 0 0,0 1 0 0 0,-1 0 0 0 0,0 0 0 0 0,-1 1 0 0 0,0 0 0 0 0,1 0 0 0 0,-2 1 1 0 0,1 0-1 0 0,-1 1 0 0 0,0 0 0 0 0,1 1 0 0 0,-2 0 0 0 0,-17-3 0 0 0,15 4-10 0 0,0 0-1 0 0,0 2 0 0 0,-1 0 1 0 0,1 0-1 0 0,-26 5 1 0 0,33-4-99 0 0,-1 1 1 0 0,1 0-1 0 0,0 0 1 0 0,0 1-1 0 0,0 0 1 0 0,0 0-1 0 0,0 0 1 0 0,1 1-1 0 0,0-1 1 0 0,-1 1-1 0 0,1 1 1 0 0,1-1-1 0 0,-1 1 1 0 0,-6 8-1 0 0,-7 15-1323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10.8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171 0 462 0 0,'0'0'1409'0'0,"-17"3"935"0"0,-54 9 7097 0 0,67-11-9230 0 0,0 0 0 0 0,1-1 0 0 0,-1 2 0 0 0,0-1 1 0 0,0 0-1 0 0,1 1 0 0 0,-1 0 0 0 0,1-1 0 0 0,-1 1 0 0 0,1 1 0 0 0,0-1 0 0 0,0 0 1 0 0,0 1-1 0 0,0 0 0 0 0,0 0 0 0 0,1 0 0 0 0,-1 0 0 0 0,1 0 0 0 0,0 0 0 0 0,0 0 1 0 0,0 1-1 0 0,-2 5 0 0 0,1 1-49 0 0,0-1 1 0 0,2 1 0 0 0,-1 0 0 0 0,1 0-1 0 0,0 0 1 0 0,2 14 0 0 0,-1-13-154 0 0,0-2-8 0 0,2 0 0 0 0,-1 0 0 0 0,1 0-1 0 0,0-1 1 0 0,0 1 0 0 0,1-1 0 0 0,1 1 0 0 0,-1-1-1 0 0,1 0 1 0 0,8 11 0 0 0,-1-2-12 0 0,1-1 0 0 0,0 0 0 0 0,24 22 0 0 0,-23-27-623 0 0,0 0-1 0 0,0 0 1 0 0,1-2 0 0 0,1 0 0 0 0,-1 0 0 0 0,17 5-1 0 0,-20-9-479 0 0,-1-1 1 0 0,1 0-1 0 0,0-1 0 0 0,1 0 0 0 0,-1-1 0 0 0,1 0 0 0 0,-1 0 0 0 0,1-2 0 0 0,17 0 0 0 0,-25-1 1081 0 0,0 1 1 0 0,-1-1-1 0 0,1 0 1 0 0,0-1 0 0 0,-1 1-1 0 0,0-1 1 0 0,1 1-1 0 0,-1-1 1 0 0,0 0 0 0 0,0 0-1 0 0,1-1 1 0 0,-2 1 0 0 0,1-1-1 0 0,0 1 1 0 0,0-1-1 0 0,-1 0 1 0 0,0 0 0 0 0,1 0-1 0 0,-1 0 1 0 0,0 0-1 0 0,-1-1 1 0 0,1 1 0 0 0,-1-1-1 0 0,1 1 1 0 0,-1-1-1 0 0,0 1 1 0 0,0-1 0 0 0,0-6-1 0 0,1 2 45 0 0,-1 0-1 0 0,0 0 0 0 0,-1 0 0 0 0,0 0 1 0 0,0 0-1 0 0,-1 0 0 0 0,0 0 1 0 0,-1 0-1 0 0,1 0 0 0 0,-1 0 0 0 0,-1 0 1 0 0,-4-10-1 0 0,-5-5-4 0 0,-1 1 1 0 0,-1 0-1 0 0,-18-21 1 0 0,27 37-6 0 0,0-1 0 0 0,-1 1 0 0 0,0 0-1 0 0,0 1 1 0 0,0 0 0 0 0,-1 0 0 0 0,1 0 0 0 0,-1 0 0 0 0,0 1 0 0 0,-1 1 0 0 0,1-1 0 0 0,-1 1 0 0 0,-12-3 0 0 0,19 5 71 0 0,0 1 0 0 0,0-1 0 0 0,-1 1 0 0 0,1 0 0 0 0,0 0 0 0 0,-1-1 0 0 0,1 1 0 0 0,0 0 0 0 0,0 0 0 0 0,-1 0 0 0 0,1 1 0 0 0,0-1 0 0 0,-1 0 0 0 0,1 0 0 0 0,0 1 1 0 0,-1-1-1 0 0,1 1 0 0 0,0-1 0 0 0,0 1 0 0 0,0-1 0 0 0,-1 1 0 0 0,1 0 0 0 0,0 0 0 0 0,0-1 0 0 0,0 1 0 0 0,0 0 0 0 0,0 0 0 0 0,0 0 0 0 0,1 0 0 0 0,-2 2 0 0 0,0 2 526 0 0,1-1 0 0 0,0 1 0 0 0,0 0 0 0 0,0-1 0 0 0,1 1 0 0 0,0 0-1 0 0,0 6 1 0 0,0-10-502 0 0,0 16-855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11.3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134 0 1118 0 0,'0'0'1659'0'0,"-17"6"647"0"0,-52 17 6734 0 0,67-23-8810 0 0,0 1-1 0 0,0-1 0 0 0,-1 1 1 0 0,1 0-1 0 0,0 0 0 0 0,0 0 1 0 0,0 0-1 0 0,1 0 0 0 0,-1 0 1 0 0,0 0-1 0 0,0 1 0 0 0,1-1 0 0 0,-1 1 1 0 0,1-1-1 0 0,-1 1 0 0 0,1 0 1 0 0,-1-1-1 0 0,1 1 0 0 0,0 0 1 0 0,0 0-1 0 0,0 0 0 0 0,0 0 1 0 0,-1 3-1 0 0,0 1-196 0 0,1 0-141 0 0,-1 0 0 0 0,1 0 0 0 0,0 1 0 0 0,1-1 0 0 0,-1 1 0 0 0,1-1 0 0 0,0 0 0 0 0,1 1 0 0 0,0-1-1 0 0,0 0 1 0 0,0 1 0 0 0,1-1 0 0 0,-1 0 0 0 0,2 0 0 0 0,-1 0 0 0 0,1 0 0 0 0,-1 0 0 0 0,2-1 0 0 0,4 8 0 0 0,0-2-245 0 0,0 1 1 0 0,1-1-1 0 0,1-1 0 0 0,0 0 1 0 0,0 0-1 0 0,0-1 1 0 0,22 13-1 0 0,-18-13-887 0 0,0-2-1 0 0,1 1 1 0 0,0-2 0 0 0,0 0-1 0 0,0-1 1 0 0,1-1 0 0 0,17 3-1 0 0,-19-5 975 0 0,0 0-1 0 0,0-1 0 0 0,1-1 0 0 0,24-3 1 0 0,-32 2 262 0 0,0-1 1 0 0,0 0 0 0 0,0 0-1 0 0,-1-1 1 0 0,1 0-1 0 0,-1 0 1 0 0,0 0 0 0 0,1-1-1 0 0,-1 0 1 0 0,-1 0 0 0 0,1 0-1 0 0,-1-1 1 0 0,1 0-1 0 0,-1 0 1 0 0,-1 0 0 0 0,1-1-1 0 0,-1 0 1 0 0,0 1 0 0 0,5-11-1 0 0,-4 7 50 0 0,-1 0-1 0 0,0 0 0 0 0,0-1 1 0 0,-1 0-1 0 0,0 0 0 0 0,-1 1 1 0 0,0-1-1 0 0,0-1 0 0 0,-1 1 1 0 0,-1 0-1 0 0,0 0 0 0 0,0 0 1 0 0,-2-11-1 0 0,1 16 296 0 0,-1 0 0 0 0,1 0 0 0 0,-1 1 0 0 0,0-1 1 0 0,0 0-1 0 0,-1 1 0 0 0,1-1 0 0 0,-1 1 0 0 0,0 0 0 0 0,0 0 0 0 0,-1 0 1 0 0,1 0-1 0 0,-1 1 0 0 0,0-1 0 0 0,0 1 0 0 0,0 0 0 0 0,0 0 0 0 0,-8-4 1 0 0,4 3 228 0 0,-1 0 1 0 0,1 0 0 0 0,-1 1-1 0 0,0 0 1 0 0,0 1 0 0 0,0 0 0 0 0,0 0-1 0 0,0 1 1 0 0,-13-1 0 0 0,-17 5-1277 0 0,32-2-133 0 0,1 0 0 0 0,-1 0-1 0 0,1 1 1 0 0,-1 0 0 0 0,1 0 0 0 0,-10 5-1 0 0,14-5 526 0 0,-1-1-1 0 0,1 1 1 0 0,0-1-1 0 0,0 1 1 0 0,0 0-1 0 0,0-1 1 0 0,0 1-1 0 0,0 0 1 0 0,1 0 0 0 0,-1 1-1 0 0,0-1 1 0 0,1 0-1 0 0,0 1 1 0 0,-1-1-1 0 0,1 0 1 0 0,0 1-1 0 0,0 3 1 0 0,0-3 281 0 0,0 1 1 0 0,1 0 0 0 0,0-1-1 0 0,0 1 1 0 0,0 0-1 0 0,0-1 1 0 0,1 1-1 0 0,-1 0 1 0 0,3 6 0 0 0,14 30 1256 0 0,-6-24-1739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11.7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119 119 410 0 0,'0'0'2588'0'0,"-16"9"310"0"0,-49 32 8068 0 0,62-39-10717 0 0,0 0 1 0 0,1 0-1 0 0,-1 1 0 0 0,0-1 0 0 0,1 1 0 0 0,0 0 0 0 0,-1 0 0 0 0,1-1 0 0 0,0 2 0 0 0,0-1 1 0 0,-1 4-1 0 0,1-2-360 0 0,1 0 1 0 0,0 0-1 0 0,-1 0 1 0 0,2 1-1 0 0,-1-1 1 0 0,1 0-1 0 0,0 1 1 0 0,0 7-1 0 0,1 0 426 0 0,0-7-336 0 0,0 0 0 0 0,0 1 0 0 0,0-1 0 0 0,1 0 0 0 0,0 0 0 0 0,0 0 0 0 0,1-1 1 0 0,0 1-1 0 0,0-1 0 0 0,0 1 0 0 0,0-1 0 0 0,1 0 0 0 0,0 0 0 0 0,0 0 0 0 0,1-1 0 0 0,4 5 0 0 0,3 2 95 0 0,0-1 0 0 0,1-1 0 0 0,0 0-1 0 0,0 0 1 0 0,21 8 0 0 0,-25-13-151 0 0,1 0 0 0 0,0 0 0 0 0,0-1 0 0 0,0-1 0 0 0,0 0 0 0 0,1 0 0 0 0,-1-1 0 0 0,1 0 0 0 0,-1-1 0 0 0,1 0 0 0 0,-1-1 0 0 0,1 0 0 0 0,16-4 0 0 0,-18 2-359 0 0,0 0 1 0 0,0 0-1 0 0,0-1 0 0 0,0 0 0 0 0,-1-1 1 0 0,0 0-1 0 0,0 0 0 0 0,0 0 0 0 0,-1-1 1 0 0,1 0-1 0 0,-1-1 0 0 0,-1 0 0 0 0,1 0 1 0 0,-1 0-1 0 0,6-11 0 0 0,-4 6-354 0 0,-1 0 1 0 0,0-1-1 0 0,-1 0 1 0 0,0-1-1 0 0,-1 1 1 0 0,-1-1-1 0 0,0 0 1 0 0,3-24-1 0 0,-6 30 758 0 0,0 1-1 0 0,-1-1 0 0 0,0 1 1 0 0,-1 0-1 0 0,0-1 1 0 0,0 1-1 0 0,0-1 0 0 0,-1 1 1 0 0,0 0-1 0 0,-1 0 1 0 0,0 0-1 0 0,0 0 1 0 0,0 1-1 0 0,-1-1 0 0 0,0 1 1 0 0,0 0-1 0 0,0 0 1 0 0,-9-9-1 0 0,4 7 10 0 0,0 0 1 0 0,-1 1-1 0 0,0 1 0 0 0,0 0 0 0 0,0 0 1 0 0,-1 1-1 0 0,0 0 0 0 0,0 0 1 0 0,0 2-1 0 0,0-1 0 0 0,-1 1 0 0 0,0 1 1 0 0,1 0-1 0 0,-1 1 0 0 0,0 0 1 0 0,0 1-1 0 0,0 0 0 0 0,1 1 0 0 0,-1 0 1 0 0,0 1-1 0 0,0 0 0 0 0,1 1 1 0 0,-21 8-1 0 0,16-5-752 0 0,-3 1-773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12.71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212 55 846 0 0,'0'0'1982'0'0,"-13"-9"920"0"0,-41-25 8247 0 0,52 32-11010 0 0,0 1 0 0 0,0-1 0 0 0,-1 1 0 0 0,1 0 0 0 0,0 0 0 0 0,-1 0 0 0 0,1 0 0 0 0,-1 1 0 0 0,1-1 0 0 0,-1 1 0 0 0,0-1 1 0 0,1 1-1 0 0,-1 0 0 0 0,1 0 0 0 0,-1 0 0 0 0,1 0 0 0 0,-1 1 0 0 0,0-1 0 0 0,1 1 0 0 0,-1 0 0 0 0,1-1 0 0 0,0 1 0 0 0,-1 0 1 0 0,-2 2-1 0 0,0 0-217 0 0,1 0 1 0 0,0 1 0 0 0,0-1 0 0 0,0 1-1 0 0,0 0 1 0 0,1 0 0 0 0,-1 0-1 0 0,-2 5 1 0 0,1 0-165 0 0,-1 0 0 0 0,1 0 0 0 0,1 0 0 0 0,0 1 0 0 0,0-1 0 0 0,1 1-1 0 0,0 0 1 0 0,0 1 0 0 0,1-1 0 0 0,1 0 0 0 0,0 0 0 0 0,0 1 0 0 0,1-1 0 0 0,0 1 0 0 0,1-1-1 0 0,2 14 1 0 0,0-11-147 0 0,1 0-1 0 0,0 0 0 0 0,1 0 1 0 0,0-1-1 0 0,1 1 1 0 0,0-1-1 0 0,1 0 0 0 0,0-1 1 0 0,1 0-1 0 0,0 0 1 0 0,1 0-1 0 0,11 9 0 0 0,0-1-1337 0 0,2-1-1 0 0,26 18 0 0 0,-24-21 1157 0 0,1-1 0 0 0,31 14 0 0 0,-35-20 530 0 0,0 0 0 0 0,1-1 0 0 0,0-1 0 0 0,0-1 0 0 0,0-1 0 0 0,1-1 0 0 0,0 0 0 0 0,31-2 0 0 0,-46-2 47 0 0,0 0 1 0 0,-1-1 0 0 0,1 1 0 0 0,0-1 0 0 0,-1-1-1 0 0,1 0 1 0 0,-1 0 0 0 0,0 0 0 0 0,0-1 0 0 0,0 0-1 0 0,-1 0 1 0 0,1 0 0 0 0,-1-1 0 0 0,0 0 0 0 0,0-1-1 0 0,-1 1 1 0 0,1-1 0 0 0,-1 0 0 0 0,-1 0 0 0 0,1-1-1 0 0,-1 0 1 0 0,0 1 0 0 0,0-1 0 0 0,-1-1 0 0 0,5-13-1 0 0,-5 10 15 0 0,1 0 1 0 0,-1-1-1 0 0,-1 1 0 0 0,0-1 0 0 0,-1 1 0 0 0,0-1 0 0 0,-1 0 0 0 0,0 1 0 0 0,-1-1 0 0 0,0 0 0 0 0,-1 1 0 0 0,0-1 0 0 0,-1 1 0 0 0,0 0 0 0 0,-1 0 0 0 0,0 0 1 0 0,-6-11-1 0 0,3 10-69 0 0,-1 0 1 0 0,1 1-1 0 0,-2 0 1 0 0,0 1-1 0 0,0 0 1 0 0,-15-13-1 0 0,17 18 62 0 0,1 0-1 0 0,-1 1 1 0 0,0-1-1 0 0,0 1 1 0 0,-1 1 0 0 0,1 0-1 0 0,-1 0 1 0 0,0 0-1 0 0,0 1 1 0 0,0 0-1 0 0,-15-2 1 0 0,11 3 55 0 0,-47-1-212 0 0,54 2 216 0 0,1 0-1 0 0,0 0 1 0 0,0 1-1 0 0,0 0 0 0 0,0 0 1 0 0,0 0-1 0 0,0 1 1 0 0,0-1-1 0 0,0 1 1 0 0,1 0-1 0 0,-6 3 0 0 0,7-4 99 0 0,1 1 0 0 0,0-1 1 0 0,0 0-1 0 0,0 1 0 0 0,0-1 0 0 0,0 1 0 0 0,0-1 0 0 0,0 1 0 0 0,0 0 0 0 0,1-1 0 0 0,-1 1 0 0 0,1 0 0 0 0,-1 0 0 0 0,1-1 0 0 0,0 1 0 0 0,0 0 0 0 0,0 2 0 0 0,1 30 2077 0 0,2-19-655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13.1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104 3 1024 0 0,'0'0'1506'0'0,"-15"15"330"0"0,-47 48 5503 0 0,59-60-7013 0 0,1-1-1 0 0,0 1 0 0 0,-1 0 1 0 0,1 0-1 0 0,0 0 1 0 0,1 0-1 0 0,-1 0 1 0 0,0 0-1 0 0,1 0 0 0 0,0 0 1 0 0,0 1-1 0 0,0-1 1 0 0,0 0-1 0 0,0 1 1 0 0,0-1-1 0 0,1 1 0 0 0,0-1 1 0 0,0 1-1 0 0,0 6 1 0 0,1 2 761 0 0,-1-7-1069 0 0,0 0 1 0 0,1 0-1 0 0,0 0 1 0 0,0 0-1 0 0,0 0 1 0 0,0 0-1 0 0,1-1 1 0 0,0 1-1 0 0,0-1 1 0 0,0 1-1 0 0,0-1 0 0 0,6 8 1 0 0,-2-5 18 0 0,-1-1 0 0 0,1 0 0 0 0,0 0 0 0 0,1 0 0 0 0,-1-1 0 0 0,1 0 0 0 0,9 4 0 0 0,-2-1-268 0 0,1-1 0 0 0,0-1-1 0 0,0 0 1 0 0,0-1-1 0 0,1-1 1 0 0,0 0-1 0 0,25 2 1 0 0,-29-5-545 0 0,0 0 0 0 0,0-1 1 0 0,0-1-1 0 0,0 0 0 0 0,0-1 0 0 0,0 0 0 0 0,0 0 1 0 0,13-6-1 0 0,-21 7 516 0 0,0-1-1 0 0,-1 1 1 0 0,1-1 0 0 0,0 0 0 0 0,-1 0-1 0 0,0-1 1 0 0,1 1 0 0 0,-1-1 0 0 0,0 1 0 0 0,0-1-1 0 0,0 0 1 0 0,-1 0 0 0 0,1 0 0 0 0,-1-1-1 0 0,0 1 1 0 0,0-1 0 0 0,0 1 0 0 0,0-1 0 0 0,0 0-1 0 0,-1 1 1 0 0,0-1 0 0 0,1 0 0 0 0,-1 0-1 0 0,-1 0 1 0 0,1 0 0 0 0,-1 0 0 0 0,1-6-1 0 0,-1 3 700 0 0,-1 0-1 0 0,1 1 1 0 0,-1-1-1 0 0,0 1 0 0 0,0-1 1 0 0,-1 1-1 0 0,0-1 0 0 0,0 1 1 0 0,0 0-1 0 0,-1 0 1 0 0,0 0-1 0 0,0 0 0 0 0,-1 0 1 0 0,0 1-1 0 0,0 0 0 0 0,0-1 1 0 0,0 1-1 0 0,-6-4 1 0 0,-7-7-1751 0 0,-31-22 0 0 0,29 25-1880 0 0,-34-17-1 0 0,51 29 3172 0 0,0 0 0 0 0,0 0 0 0 0,0 0 0 0 0,0 1 0 0 0,0-1 0 0 0,0 1 0 0 0,0-1 0 0 0,-1 1-1 0 0,1 0 1 0 0,-3 0 0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13.4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1 201 874 0 0,'0'0'1984'0'0,"0"14"-153"0"0,2 48 5741 0 0,-1-58-7276 0 0,0-1 0 0 0,0 1 0 0 0,1-1 0 0 0,-1 1 0 0 0,1-1-1 0 0,0 0 1 0 0,0 0 0 0 0,0 0 0 0 0,0 0 0 0 0,0 0 0 0 0,1 0 0 0 0,0 0 0 0 0,-1-1 0 0 0,1 1 0 0 0,0-1 0 0 0,0 0 0 0 0,0 0 0 0 0,0 0 0 0 0,1 0 0 0 0,-1-1 0 0 0,0 1 0 0 0,1-1 0 0 0,-1 0 0 0 0,5 1 0 0 0,0 1-643 0 0,0-1 0 0 0,0 0 0 0 0,1 0-1 0 0,-1-1 1 0 0,1 0 0 0 0,-1-1 0 0 0,1 0-1 0 0,-1 0 1 0 0,1 0 0 0 0,0-2 0 0 0,-1 1-1 0 0,0-1 1 0 0,1 0 0 0 0,-1 0 0 0 0,0-1 0 0 0,0 0-1 0 0,11-7 1 0 0,-13 7 28 0 0,0-1-1 0 0,-1 0 1 0 0,0 0-1 0 0,0 0 1 0 0,0 0-1 0 0,0-1 0 0 0,0 0 1 0 0,-1 0-1 0 0,0-1 1 0 0,0 1-1 0 0,0-1 1 0 0,-1 0-1 0 0,0 1 1 0 0,0-2-1 0 0,-1 1 1 0 0,1 0-1 0 0,-1 0 1 0 0,-1-1-1 0 0,1 1 1 0 0,-1-1-1 0 0,0 0 1 0 0,0-11-1 0 0,-5-25-2409 0 0,2 38 2720 0 0,0-1 0 0 0,0 1 0 0 0,0-1 0 0 0,-1 1 0 0 0,0 0 0 0 0,0 0 0 0 0,0 0 0 0 0,0 0 0 0 0,-1 1 0 0 0,0-1 0 0 0,0 1 0 0 0,0 0 0 0 0,0 0 0 0 0,-6-4 0 0 0,-69-51-1538 0 0,60 46 217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13.93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363 0 262 0 0,'0'0'2010'0'0,"-17"7"-662"0"0,-54 25 3893 0 0,69-31-4993 0 0,-1 1 0 0 0,1-1 0 0 0,-1 1 1 0 0,1 0-1 0 0,0-1 0 0 0,-1 1 0 0 0,1 0 1 0 0,0 0-1 0 0,0 0 0 0 0,1 1 1 0 0,-1-1-1 0 0,0 0 0 0 0,1 1 0 0 0,-1-1 1 0 0,1 1-1 0 0,0 0 0 0 0,0-1 0 0 0,0 1 1 0 0,-1 4-1 0 0,-1 3 488 0 0,-1-1-848 0 0,2 0 0 0 0,-1 1 1 0 0,1-1-1 0 0,1 1 0 0 0,0-1 1 0 0,0 1-1 0 0,1-1 0 0 0,0 1 1 0 0,3 15-1 0 0,-1-14-347 0 0,0 0-1 0 0,2 0 0 0 0,-1 0 0 0 0,1-1 1 0 0,1 0-1 0 0,0 1 0 0 0,0-1 1 0 0,1-1-1 0 0,0 1 0 0 0,1-1 1 0 0,0 0-1 0 0,10 9 0 0 0,-7-8-45 0 0,1 0 0 0 0,0-1-1 0 0,1-1 1 0 0,0 0 0 0 0,0 0-1 0 0,0-1 1 0 0,1-1 0 0 0,0 0 0 0 0,22 7-1 0 0,-23-10 581 0 0,1 0 0 0 0,-1-1 0 0 0,0-1 0 0 0,0 1 0 0 0,1-2 0 0 0,23-1 0 0 0,-33 0 13 0 0,0 1 0 0 0,0-1-1 0 0,0 0 1 0 0,0 0 0 0 0,0 0 0 0 0,0 0 0 0 0,0 0 0 0 0,-1-1-1 0 0,1 1 1 0 0,0-1 0 0 0,-1 0 0 0 0,1 0 0 0 0,-1 0 0 0 0,1 0-1 0 0,-1 0 1 0 0,0 0 0 0 0,0-1 0 0 0,0 1 0 0 0,0-1 0 0 0,-1 0 0 0 0,1 1-1 0 0,-1-1 1 0 0,1 0 0 0 0,-1 0 0 0 0,0 0 0 0 0,0 0 0 0 0,0 0-1 0 0,-1 0 1 0 0,1 0 0 0 0,0-5 0 0 0,0 1-135 0 0,-1 0 1 0 0,0-1-1 0 0,0 1 1 0 0,0 0-1 0 0,-1 0 1 0 0,0 0-1 0 0,-1 0 0 0 0,1 0 1 0 0,-1 0-1 0 0,-1 0 1 0 0,1 0-1 0 0,-7-10 1 0 0,0 2-34 0 0,0 1 0 0 0,-1 0 0 0 0,-1 1 0 0 0,0 0 0 0 0,-1 1 0 0 0,-1 0 0 0 0,1 1 0 0 0,-2 0 0 0 0,0 1 0 0 0,0 0 0 0 0,0 2 0 0 0,-1-1 0 0 0,-1 2 0 0 0,1 0 0 0 0,-1 1 0 0 0,-1 0 0 0 0,1 2 0 0 0,-1-1 0 0 0,1 2 0 0 0,-1 1 0 0 0,-23-2 0 0 0,23 4 76 0 0,0 0 0 0 0,0 2 0 0 0,-31 5 0 0 0,40-5-23 0 0,-1 0-1 0 0,0 1 1 0 0,1 1-1 0 0,0-1 1 0 0,0 2-1 0 0,0-1 1 0 0,0 1-1 0 0,1 0 1 0 0,-8 6-1 0 0,-3 3-153 0 0,11-8 27 0 0,0 0 0 0 0,1 0 0 0 0,-1 0 0 0 0,-7 10 0 0 0,-3 6-1092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14.3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253 44 426 0 0,'0'0'1932'0'0,"-15"14"-1810"0"0,-44 47 161 0 0,57-58-180 0 0,-1-1 0 0 0,1 1 0 0 0,-1 1 0 0 0,1-1 0 0 0,0 0 0 0 0,0 0 0 0 0,1 1 1 0 0,-1-1-1 0 0,1 1 0 0 0,0 0 0 0 0,-1-1 0 0 0,2 1 0 0 0,-1 0 0 0 0,0 0 0 0 0,1-1 0 0 0,0 1 1 0 0,-1 0-1 0 0,2 0 0 0 0,-1 4 0 0 0,1 6-143 0 0,-1-10-39 0 0,0 0 0 0 0,1 0 0 0 0,-1 0-1 0 0,1 0 1 0 0,0-1 0 0 0,0 1 0 0 0,0 0 0 0 0,0 0 0 0 0,1-1 0 0 0,0 1 0 0 0,-1-1-1 0 0,1 0 1 0 0,1 1 0 0 0,-1-1 0 0 0,3 3 0 0 0,0-1 56 0 0,0-1 0 0 0,0 1 0 0 0,0-1 0 0 0,1 0 1 0 0,-1 0-1 0 0,1-1 0 0 0,0 1 0 0 0,7 1 0 0 0,2 1 26 0 0,0-1-1 0 0,0-1 1 0 0,1 0-1 0 0,0-1 1 0 0,-1-1-1 0 0,29 0 1 0 0,-38-2-5 0 0,0 0 0 0 0,0-1 0 0 0,0 0 0 0 0,0-1 0 0 0,0 1 0 0 0,0-1 0 0 0,0 0 0 0 0,0-1 0 0 0,-1 1 0 0 0,1-1 0 0 0,-1 0 0 0 0,1-1 0 0 0,-1 1 0 0 0,0-1 0 0 0,-1 0 1 0 0,1 0-1 0 0,6-9 0 0 0,-8 10 6 0 0,-1 0 0 0 0,0 0 0 0 0,0 0 0 0 0,0 0 0 0 0,0 0 0 0 0,-1-1 0 0 0,1 1 1 0 0,-1-1-1 0 0,0 1 0 0 0,0-1 0 0 0,0 0 0 0 0,0 1 0 0 0,-1-1 0 0 0,1 0 0 0 0,-1 1 0 0 0,0-1 0 0 0,0 0 1 0 0,-1 0-1 0 0,1 1 0 0 0,-1-1 0 0 0,0 0 0 0 0,1 1 0 0 0,-2-1 0 0 0,1 1 0 0 0,0-1 0 0 0,-1 1 1 0 0,0-1-1 0 0,1 1 0 0 0,-1 0 0 0 0,-4-4 0 0 0,-6-9 9 0 0,-1 1 0 0 0,0 0 0 0 0,-2 1-1 0 0,1 1 1 0 0,-2 0 0 0 0,0 1 0 0 0,0 1 0 0 0,-1 0 0 0 0,-34-15 0 0 0,41 22-31 0 0,1 0 0 0 0,-2 0 0 0 0,1 2 0 0 0,0-1 0 0 0,-1 1 0 0 0,1 0 0 0 0,-1 1 0 0 0,1 1 0 0 0,-1-1 0 0 0,1 2 0 0 0,-1 0 0 0 0,0 0 0 0 0,1 0 0 0 0,-1 1 0 0 0,1 1 0 0 0,0 0 0 0 0,0 1 0 0 0,0-1 0 0 0,0 2 0 0 0,-10 5 0 0 0,15-6-122 0 0,0 0 0 0 0,0 0 0 0 0,0 1 0 0 0,0-1 0 0 0,0 1 0 0 0,1 0 0 0 0,0 0 0 0 0,0 1 0 0 0,0-1 0 0 0,-3 8 0 0 0,5-9-62 0 0,-12 17-1132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14.7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32 614 0 0,'0'0'1518'0'0,"6"15"1076"0"0,19 50 7798 0 0,-23-59-9754 0 0,1-1 0 0 0,0 1-1 0 0,0-1 1 0 0,1 0-1 0 0,5 6 1 0 0,-4-5-485 0 0,1-1 0 0 0,-1 0 0 0 0,1-1 1 0 0,12 8-1 0 0,-7-5-203 0 0,-2-2 47 0 0,-1 0 1 0 0,1 0-1 0 0,0 0 0 0 0,0-1 0 0 0,0-1 1 0 0,1 0-1 0 0,-1 0 0 0 0,1-1 0 0 0,0 0 1 0 0,0 0-1 0 0,0-1 0 0 0,0-1 0 0 0,18-1 0 0 0,-25 1 4 0 0,0-1 0 0 0,-1 0 0 0 0,1 0 0 0 0,0 0 0 0 0,-1-1 0 0 0,1 1 0 0 0,-1 0 0 0 0,0-1 0 0 0,0 0 0 0 0,1 1 0 0 0,-1-1 0 0 0,0 0-1 0 0,0 0 1 0 0,-1-1 0 0 0,1 1 0 0 0,0 0 0 0 0,-1 0 0 0 0,1-1 0 0 0,-1 1 0 0 0,0-1 0 0 0,0 1 0 0 0,0-1 0 0 0,0 0 0 0 0,0 1 0 0 0,0-1-1 0 0,-1 0 1 0 0,0 0 0 0 0,1 1 0 0 0,-1-1 0 0 0,0 0 0 0 0,0 0 0 0 0,-1 0 0 0 0,1 1 0 0 0,0-1 0 0 0,-1 0 0 0 0,0 0 0 0 0,1 1-1 0 0,-1-1 1 0 0,0 0 0 0 0,-1 1 0 0 0,0-3 0 0 0,-8-8-990 0 0,0 0-1 0 0,0 1 1 0 0,-1 1-1 0 0,0 0 1 0 0,-1 0 0 0 0,-22-14-1 0 0,27 20 502 0 0,1 1 1 0 0,-1 0-1 0 0,0 0 0 0 0,0 1 0 0 0,0 0 1 0 0,0 0-1 0 0,0 1 0 0 0,-1 0 0 0 0,1 0 0 0 0,-1 0 1 0 0,0 1-1 0 0,1 0 0 0 0,-1 1 0 0 0,0 0 1 0 0,-14 1-1 0 0,18 1 289 0 0,1-1 1 0 0,0 0 0 0 0,0 1-1 0 0,-1-1 1 0 0,1 1 0 0 0,0 0-1 0 0,0 0 1 0 0,1 0 0 0 0,-1 1-1 0 0,0-1 1 0 0,1 1 0 0 0,-1-1-1 0 0,1 1 1 0 0,0 0 0 0 0,-3 5-1 0 0,0 4-529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15.0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0 520 0 0,'0'0'1126'0'0,"5"15"183"0"0,17 48 2736 0 0,-19-57-3529 0 0,0 0-1 0 0,0 1 1 0 0,1-1-1 0 0,0-1 0 0 0,0 1 1 0 0,0-1-1 0 0,1 1 1 0 0,-1-1-1 0 0,1 0 1 0 0,1-1-1 0 0,-1 1 1 0 0,11 6-1 0 0,-4-5 615 0 0,0 1 0 0 0,1-2 0 0 0,0 0 0 0 0,20 6 0 0 0,-17-7-1039 0 0,0 0 0 0 0,0-1 0 0 0,19 1 0 0 0,-31-4-94 0 0,1 0-1 0 0,-1 0 1 0 0,1 0-1 0 0,-1 0 1 0 0,1 0 0 0 0,-1-1-1 0 0,1 0 1 0 0,-1 0-1 0 0,0 0 1 0 0,1-1-1 0 0,-1 0 1 0 0,0 1 0 0 0,0-1-1 0 0,0-1 1 0 0,7-4-1 0 0,-10 5 4 0 0,0 1 0 0 0,0-1 0 0 0,0 1 0 0 0,0-1 0 0 0,0 0 0 0 0,0 1 0 0 0,-1-1 0 0 0,1 0 0 0 0,-1 0 0 0 0,1 0 0 0 0,-1 1 0 0 0,0-1 0 0 0,1 0 0 0 0,-1 0 0 0 0,0 0 0 0 0,0 0 0 0 0,-1-3 0 0 0,0 0 0 0 0,0-1 0 0 0,0 0 0 0 0,0 1 0 0 0,-4-10 0 0 0,-2 0 0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25.3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1518 3026 402 0 0,'0'0'1166'0'0,"-21"1"-867"0"0,-14 3-266 0 0,-79 3 30 0 0,79-6 13 0 0,1-2-1 0 0,-1-2 1 0 0,1-1 0 0 0,-1-2-1 0 0,1-1 1 0 0,1-1-1 0 0,0-2 1 0 0,0-2-1 0 0,1-1 1 0 0,-32-17 0 0 0,16 5-24 0 0,-244-131 281 0 0,145 62-276 0 0,122 75-48 0 0,0-2 1 0 0,1 0-1 0 0,-30-36 0 0 0,31 27-9 0 0,2-1-1 0 0,0-1 1 0 0,2-1-1 0 0,2-1 1 0 0,0 0-1 0 0,3-1 1 0 0,-11-37-1 0 0,-51-265-7 0 0,47 186 4 0 0,28 146 3 0 0,-51-279-27 0 0,43 221 22 0 0,4 0 0 0 0,3-98 0 0 0,5 138 3 0 0,0 1 0 0 0,2-1 0 0 0,0 1 0 0 0,1 0 0 0 0,2 0 0 0 0,0 1 1 0 0,1 0-1 0 0,1 0 0 0 0,24-34 0 0 0,-5 12-28 0 0,3 2 0 0 0,1 2 0 0 0,50-46 0 0 0,12 1-29 0 0,4 4 0 0 0,128-78 0 0 0,-124 96 64 0 0,3 3-1 0 0,2 6 1 0 0,3 4 0 0 0,2 5-1 0 0,1 5 1 0 0,130-26-1 0 0,-195 54-4 0 0,-1 2 1 0 0,2 3-1 0 0,90-1 0 0 0,-116 8-2 0 0,0 0-1 0 0,1 2 0 0 0,-1 2 1 0 0,0 0-1 0 0,-1 1 0 0 0,1 1 1 0 0,-1 1-1 0 0,-1 1 1 0 0,37 21-1 0 0,-9 1 12 0 0,-1 2 0 0 0,-1 3 0 0 0,-2 1 0 0 0,-1 3 0 0 0,-3 1 0 0 0,-1 2 0 0 0,-2 2 0 0 0,-2 2 0 0 0,-2 1 0 0 0,-3 2 0 0 0,-1 1 1 0 0,-3 1-1 0 0,35 90 0 0 0,22 120 27 0 0,-20 85-27 0 0,-58-287 1 0 0,-3 1 1 0 0,-2 0-1 0 0,-12 108 1 0 0,1-118 20 0 0,-2-1 0 0 0,-2 0 0 0 0,-2 0 1 0 0,-3-2-1 0 0,-1 0 0 0 0,-3-1 0 0 0,-1-1 1 0 0,-3-1-1 0 0,-1-2 0 0 0,-56 69 0 0 0,44-68-54 0 0,-1-1 0 0 0,-2-2 0 0 0,-2-2 1 0 0,-1-1-1 0 0,-2-3 0 0 0,-2-2 0 0 0,-1-2 0 0 0,-1-2 0 0 0,-62 25 0 0 0,94-46-192 0 0,1-1 1 0 0,-1-1 0 0 0,1 0-1 0 0,-2-2 1 0 0,-32 5-1 0 0,8-8-1184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26.26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1486 2492 394 0 0,'0'0'145'0'0,"-24"5"24"0"0,-1 0-65 0 0,-15 3 173 0 0,0-2 0 0 0,-47 2 0 0 0,30-8-111 0 0,0-2-1 0 0,0-3 1 0 0,1-2 0 0 0,0-3-1 0 0,0-2 1 0 0,1-3 0 0 0,-104-42-1 0 0,100 32-76 0 0,2-2 1 0 0,0-3-1 0 0,2-3 0 0 0,1-2 0 0 0,-53-45 0 0 0,80 56-72 0 0,0-1-1 0 0,1-1 1 0 0,1-2-1 0 0,2 0 1 0 0,1-2-1 0 0,1 0 1 0 0,2-1-1 0 0,1-1 1 0 0,1-1-1 0 0,-16-45 1 0 0,16 23-30 0 0,2-1 0 0 0,3 0-1 0 0,2 0 1 0 0,2-1 0 0 0,3-1 0 0 0,3 1-1 0 0,2 0 1 0 0,3-1 0 0 0,2 1 0 0 0,13-61-1 0 0,-6 63-2 0 0,2 0 0 0 0,3 1-1 0 0,2 1 1 0 0,2 0 0 0 0,3 2-1 0 0,2 1 1 0 0,2 0 0 0 0,2 3-1 0 0,2 0 1 0 0,48-53 0 0 0,-29 46 9 0 0,3 2 0 0 0,1 3 0 0 0,3 2 0 0 0,1 2-1 0 0,107-59 1 0 0,-115 77 13 0 0,2 2 0 0 0,0 2 0 0 0,2 2 0 0 0,0 3 0 0 0,1 2 0 0 0,1 3-1 0 0,99-10 1 0 0,-78 20-6 0 0,1 3 0 0 0,-1 3 0 0 0,0 4 0 0 0,0 3 0 0 0,-1 4 0 0 0,143 45 0 0 0,-118-23 1 0 0,-1 5 0 0 0,-3 4 1 0 0,-1 5-1 0 0,128 87 0 0 0,-176-103 7 0 0,-1 2 0 0 0,76 75 0 0 0,-104-91-7 0 0,-2 1 0 0 0,0 1 1 0 0,-2 1-1 0 0,0 0 1 0 0,-2 1-1 0 0,0 1 0 0 0,-2 0 1 0 0,11 31-1 0 0,-12-21 11 0 0,-2 1-1 0 0,-2-1 1 0 0,0 2 0 0 0,-3-1-1 0 0,1 53 1 0 0,-7-41 14 0 0,-1 1 0 0 0,-3-1 0 0 0,-18 75 1 0 0,-1-39 29 0 0,-3-1 0 0 0,-4-1 0 0 0,-3-1 0 0 0,-55 89 0 0 0,-15 2 81 0 0,-8-4-1 0 0,-226 259 1 0 0,169-252-945 0 0,160-166 561 0 0,0-1-1 0 0,-14 10 1 0 0,-30 8-1110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34.8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0 224 622 0 0,'0'0'802'0'0,"2"-14"774"0"0,0 1-358 0 0,3-23 4549 0 0,1-42 0 0 0,-6 63-4704 0 0,-1 8-708 0 0,1-1 1 0 0,0 1 0 0 0,1 0-1 0 0,-1-1 1 0 0,2 1 0 0 0,-1-1 0 0 0,3-8-1 0 0,5 36-355 0 0,3 37-1775 0 0,-2 0 0 0 0,1 63-1 0 0,1-2-875 0 0,22 45-4924 0 0,-32-156 7862 0 0,0 1-1 0 0,1 0 0 0 0,0-1 0 0 0,0 1 0 0 0,1-1 1 0 0,4 7-1 0 0,-8-13-294 0 0,1-1 0 0 0,-1 0-1 0 0,0 0 1 0 0,0 1 0 0 0,1-1 0 0 0,-1 0 0 0 0,0 0 0 0 0,0 0 0 0 0,1 0-1 0 0,-1 1 1 0 0,0-1 0 0 0,1 0 0 0 0,-1 0 0 0 0,0 0 0 0 0,0 0 0 0 0,1 0-1 0 0,-1 0 1 0 0,0 0 0 0 0,1 0 0 0 0,-1 0 0 0 0,0 0 0 0 0,1 0 0 0 0,-1 0-1 0 0,0 0 1 0 0,1 0 0 0 0,-1 0 0 0 0,0 0 0 0 0,1 0 0 0 0,-1-1 0 0 0,0 1-1 0 0,0 0 1 0 0,1 0 0 0 0,-1 0 0 0 0,0 0 0 0 0,0-1 0 0 0,1 1 0 0 0,-1 0-1 0 0,0 0 1 0 0,0 0 0 0 0,1-1 0 0 0,-1 1 0 0 0,0 0 0 0 0,0 0 0 0 0,0-1-1 0 0,12-16 800 0 0,-8 10-1026 0 0,32-42 1030 0 0,2 1-1 0 0,2 2 1 0 0,53-47-1 0 0,27-8-1102 0 0,7 9-3999 0 0,-92 69 1493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36.6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123 1 552 0 0,'0'0'2899'0'0,"-10"13"-101"0"0,-2 2 766 0 0,6-8-1624 0 0,1 0 0 0 0,0 0 0 0 0,-9 16 0 0 0,10-15-1523 0 0,1-1 1 0 0,0 1-1 0 0,1 0 1 0 0,-2 9-1 0 0,-48 364-14526 0 0,52-378 13729 0 0,-2 27-902 0 0,2-29 1269 0 0,0-1 0 0 0,0 1 0 0 0,0 0 0 0 0,0 0 1 0 0,0-1-1 0 0,0 1 0 0 0,0 0 0 0 0,0 0 0 0 0,0-1 0 0 0,0 1 1 0 0,0 0-1 0 0,1 0 0 0 0,-1-1 0 0 0,0 1 0 0 0,1 0 0 0 0,-1-1 1 0 0,0 1-1 0 0,1 0 0 0 0,-1-1 0 0 0,0 1 0 0 0,1-1 0 0 0,-1 1 1 0 0,1-1-1 0 0,0 1 0 0 0,-1-1 0 0 0,1 1 0 0 0,-1-1 0 0 0,2 1 1 0 0,-2-1 130 0 0,1 0 1 0 0,-1 0-1 0 0,1-1 1 0 0,-1 1-1 0 0,1 0 1 0 0,-1-1-1 0 0,0 1 1 0 0,1 0-1 0 0,-1-1 1 0 0,1 1-1 0 0,-1-1 1 0 0,0 1-1 0 0,1 0 1 0 0,-1-1-1 0 0,0 1 1 0 0,0-1-1 0 0,1 1 1 0 0,-1-1 0 0 0,0 1-1 0 0,0-1 1 0 0,0 1-1 0 0,1-1 1 0 0,-1 1-1 0 0,0-1 1 0 0,0 0-1 0 0,2-17 1679 0 0,-2 17-1820 0 0,1-23 45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36.8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48 442 0 0,'0'0'2496'0'0,"19"-3"431"0"0,-9 0-1013 0 0,69-10 7330 0 0,-13 7-6607 0 0,230 5-2637 0 0,-293 1 0 0 0,-1 0 0 0 0,1 0 0 0 0,0-1 0 0 0,-1 1 0 0 0,1-1 0 0 0,0 1 0 0 0,-1-1 0 0 0,1 0 0 0 0,-1 0 0 0 0,0-1 0 0 0,4-1 0 0 0,7-9 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37.0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74 1 290 0 0,'0'0'2389'0'0,"-3"19"555"0"0,-18 118 11073 0 0,4 39-16901 0 0,1-6-6626 0 0,9-127 6929 0 0,4-29 2326 0 0,0 1-1 0 0,1-1 0 0 0,1 0 1 0 0,0 0-1 0 0,1 1 0 0 0,3 23 1 0 0,8-11-418 0 0,-4-19 209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37.3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42 1 1126 0 0,'0'0'1921'0'0,"0"19"-715"0"0,-1-2-297 0 0,-8 105 5631 0 0,0-21-6547 0 0,7 54-4680 0 0,-2 46 1538 0 0,4-182 3121 0 0,1 4-708 0 0,-3-21 1654 0 0,-2-11 1738 0 0,-3-10-1532 0 0,3-6 262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37.5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99 260 0 0,'0'0'1902'0'0,"13"-14"151"0"0,46-44 5611 0 0,-56 55-7167 0 0,1 0 0 0 0,0 0 0 0 0,0 0 0 0 0,0 0 0 0 0,0 1 0 0 0,5-3 0 0 0,-6 4-514 0 0,0 0 0 0 0,0 1-1 0 0,1-1 1 0 0,-1 1 0 0 0,0-1 0 0 0,0 1 0 0 0,0 0 0 0 0,1 0 0 0 0,4 1 0 0 0,5 0 63 0 0,-5-1 147 0 0,0 0-1 0 0,0 1 1 0 0,0 0 0 0 0,0 1-1 0 0,0 0 1 0 0,0 0 0 0 0,-1 1 0 0 0,1 0-1 0 0,-1 0 1 0 0,0 0 0 0 0,11 8 0 0 0,-9-5-422 0 0,0 1 1 0 0,-1 0-1 0 0,0 1 1 0 0,0 0-1 0 0,-1 0 1 0 0,0 1-1 0 0,12 18 1 0 0,-12-15-499 0 0,0 1 0 0 0,-1 0 0 0 0,0 1 0 0 0,-1-1 0 0 0,-1 1 0 0 0,0 0 1 0 0,-1 0-1 0 0,0 1 0 0 0,-1-1 0 0 0,-1 1 0 0 0,0-1 0 0 0,-1 1 0 0 0,-3 18 0 0 0,1-22 585 0 0,-1 1 0 0 0,0-1 0 0 0,-1 1 0 0 0,-1-1-1 0 0,0 0 1 0 0,0-1 0 0 0,-1 1 0 0 0,-1-1 0 0 0,1 0 0 0 0,-13 13 0 0 0,-4 2 270 0 0,0-2 0 0 0,-40 32 1 0 0,36-33-167 0 0,-2-1 1 0 0,-59 33-1 0 0,76-50-131 0 0,7-4-54 0 0,9-4-303 0 0,9-6 5347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37.8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91 0 1218 0 0,'0'0'2112'0'0,"-2"15"-792"0"0,0 2 118 0 0,-1 9 1902 0 0,-10 39-1 0 0,-28 148-7095 0 0,31-147 1005 0 0,3-20 1684 0 0,-2 69 0 0 0,5-50 3252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38.0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1 704 0 0,'0'0'2773'0'0,"17"7"55"0"0,56 25 7862 0 0,-68-30-10229 0 0,-1 1 0 0 0,1 0 0 0 0,-1 0 0 0 0,1 0 0 0 0,4 5 0 0 0,-6-5-564 0 0,0 1 0 0 0,0 0-1 0 0,-1-1 1 0 0,1 1 0 0 0,-1 0 0 0 0,3 7-1 0 0,2 2-148 0 0,-3-5-167 0 0,-1 0 1 0 0,1 0-1 0 0,-1 0 1 0 0,-1 0-1 0 0,0 0 1 0 0,0 1-1 0 0,0-1 1 0 0,-1 1-1 0 0,0-1 1 0 0,-1 1-1 0 0,0 9 1 0 0,-1-12 265 0 0,0 1 0 0 0,0 0 0 0 0,-1 0 1 0 0,1-1-1 0 0,-6 13 0 0 0,4-13 501 0 0,0-1-1 0 0,0 0 0 0 0,0-1 0 0 0,0 1 1 0 0,-1 0-1 0 0,1-1 0 0 0,-8 6 1 0 0,6-4-83 0 0,-1-1 0 0 0,0 1 0 0 0,0-2 1 0 0,0 1-1 0 0,-1-1 0 0 0,1 0 0 0 0,-1 0 1 0 0,0-1-1 0 0,0 0 0 0 0,-1 0 0 0 0,1 0 0 0 0,-1-1 1 0 0,1 0-1 0 0,-16 1 0 0 0,23-3-264 0 0,-1 0 0 0 0,1 0 1 0 0,-1 0-1 0 0,1 0 0 0 0,-1 0 0 0 0,1 0 0 0 0,-1 0 0 0 0,1-1 0 0 0,-1 1 1 0 0,1 0-1 0 0,-1 0 0 0 0,1 0 0 0 0,-1-1 0 0 0,1 1 0 0 0,-1 0 0 0 0,1-1 0 0 0,-1 1 1 0 0,1 0-1 0 0,0-1 0 0 0,-1 1 0 0 0,1 0 0 0 0,0-1 0 0 0,-1 1 0 0 0,1-1 1 0 0,0 1-1 0 0,0-1 0 0 0,-1 1 0 0 0,1 0 0 0 0,0-1 0 0 0,0 1 0 0 0,0-1 0 0 0,-1 1 1 0 0,1-1-1 0 0,0 1 0 0 0,0-1 0 0 0,0 0 0 0 0,0 1 0 0 0,0-1 0 0 0,0 1 1 0 0,0-1-1 0 0,0-2 8 0 0,-3-9-9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38.2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8 0 0,'0'0'2093'0'0,"12"18"-373"0"0,88 121 7156 0 0,-85-117-9944 0 0,1-1-1 0 0,36 38 1 0 0,-44-52 1469 0 0,-1-1-1 0 0,1 1 1 0 0,0-2 0 0 0,0 1-1 0 0,0-1 1 0 0,1 0 0 0 0,0-1-1 0 0,0 0 1 0 0,0 0-1 0 0,1-1 1 0 0,10 2 0 0 0,-4-4-1652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39.9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1170 0 0,'0'0'3264'0'0,"19"3"-605"0"0,47 9 6946 0 0,4 0-6643 0 0,51 7-2962 0 0,59 11 0 0 0,-177-29-95 0 0,-8 0-82 0 0,-7-1 232 0 0,0 0 162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0.1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70 0 870 0 0,'0'0'1235'0'0,"-7"16"153"0"0,1 0-487 0 0,-3 6 921 0 0,1 0 0 0 0,-11 46 0 0 0,10-11-2769 0 0,3 1 0 0 0,0 77 0 0 0,16 118-2448 0 0,-2-119 3789 0 0,2 40-2982 0 0,-10-168 1220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0.3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60 1264 0 0,'0'0'2308'0'0,"113"-28"8641"0"0,-79 22-9648 0 0,7-1-1748 0 0,4 3-525 0 0,8-3 133 0 0,-4 2-571 0 0,4 2-826 0 0,-4 3 801 0 0,-8 0-1644 0 0,-14 0 221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0.7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43 103 942 0 0,'0'0'3118'0'0,"-1"17"-482"0"0,1-1 483 0 0,-3 54 4618 0 0,-5-17-5629 0 0,7-49-2108 0 0,0 1 0 0 0,0-1 0 0 0,0 0 0 0 0,0 0 0 0 0,-1 0 0 0 0,1 1 0 0 0,-1-1 0 0 0,0-1 0 0 0,-5 8 0 0 0,4-8 0 0 0,2-3 0 0 0,1 0 0 0 0,0 0 0 0 0,-1 0 0 0 0,1 0 0 0 0,0 0 0 0 0,-1 0 0 0 0,1-1 0 0 0,0 1 0 0 0,-1 0 0 0 0,1 0 0 0 0,0 0 0 0 0,-1 0 0 0 0,1 0 0 0 0,0 0 0 0 0,0-1 0 0 0,-1 1 0 0 0,1 0 0 0 0,0 0 0 0 0,-1 0 0 0 0,1-1 0 0 0,0 1 0 0 0,0 0 0 0 0,0 0 0 0 0,-1-1 0 0 0,1 1 0 0 0,0 0 0 0 0,0-1 0 0 0,0 1 0 0 0,0 0 0 0 0,0-1 0 0 0,-1 1 0 0 0,1 0 0 0 0,0-1 0 0 0,0 1 0 0 0,0 0 0 0 0,0-1 0 0 0,0 1 0 0 0,0 0 0 0 0,0-1 0 0 0,0 1 0 0 0,0 0 0 0 0,0-1 0 0 0,0 1 0 0 0,0 0 0 0 0,1-1 0 0 0,-1 1 0 0 0,0-1 0 0 0,0 1 0 0 0,0-15-275 0 0,0 0 0 0 0,1-1-1 0 0,1 1 1 0 0,1 0 0 0 0,0 0-1 0 0,1 1 1 0 0,0-1 0 0 0,1 1-1 0 0,1 0 1 0 0,0 0 0 0 0,1 0-1 0 0,9-13 1 0 0,-10 18-672 0 0,2-1 0 0 0,-1 1 1 0 0,2 0-1 0 0,-1 0 0 0 0,15-11 0 0 0,-17 16 385 0 0,-1 1-1 0 0,1 0 1 0 0,0 0-1 0 0,0 0 1 0 0,0 0-1 0 0,0 1 0 0 0,0 0 1 0 0,1 1-1 0 0,-1-1 1 0 0,1 1-1 0 0,12 0 1 0 0,-11 0 444 0 0,1 1-1 0 0,-1 1 1 0 0,1 0-1 0 0,-1 0 1 0 0,1 0 0 0 0,-1 1-1 0 0,0 1 1 0 0,0-1-1 0 0,0 1 1 0 0,0 1 0 0 0,0-1-1 0 0,8 6 1 0 0,-3 0-799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1.0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184 1 930 0 0,'0'0'2010'0'0,"-18"5"64"0"0,-58 19 5725 0 0,38-5-3900 0 0,33-16-3868 0 0,1 0 0 0 0,0 1 0 0 0,0 0 0 0 0,0 0 0 0 0,0 0 0 0 0,1 0-1 0 0,-1 0 1 0 0,1 1 0 0 0,1 0 0 0 0,-5 8 0 0 0,6-10 57 0 0,-1-1 0 0 0,1 1 0 0 0,0 0-1 0 0,1 0 1 0 0,-1 0 0 0 0,0 0 0 0 0,1 0 0 0 0,0 0 0 0 0,0 0-1 0 0,0 1 1 0 0,0-1 0 0 0,0 0 0 0 0,0 0 0 0 0,1 0-1 0 0,0 0 1 0 0,-1 0 0 0 0,1 0 0 0 0,0 0 0 0 0,0-1 0 0 0,1 1-1 0 0,-1 0 1 0 0,1 0 0 0 0,-1-1 0 0 0,1 1 0 0 0,0-1 0 0 0,0 1-1 0 0,0-1 1 0 0,0 0 0 0 0,0 0 0 0 0,1 0 0 0 0,2 2-1 0 0,-1-1-99 0 0,0 0-1 0 0,-1-1 0 0 0,1 1 1 0 0,0-1-1 0 0,0 0 0 0 0,0 0 1 0 0,0-1-1 0 0,0 1 0 0 0,1-1 1 0 0,-1 0-1 0 0,0 0 0 0 0,1 0 1 0 0,-1-1-1 0 0,1 1 0 0 0,-1-1 0 0 0,1 0 1 0 0,-1-1-1 0 0,1 1 0 0 0,-1-1 1 0 0,0 0-1 0 0,8-2 0 0 0,-9 1-205 0 0,0 1-1 0 0,0-1 1 0 0,0 0-1 0 0,0-1 1 0 0,0 1-1 0 0,-1 0 1 0 0,0-1-1 0 0,1 0 1 0 0,-1 1 0 0 0,0-1-1 0 0,0 0 1 0 0,0 0-1 0 0,-1 0 1 0 0,1 0-1 0 0,-1 0 1 0 0,1-1-1 0 0,-1 1 1 0 0,0 0-1 0 0,0-1 1 0 0,0-4-1 0 0,2-9-2359 0 0,-1 0-1 0 0,-1-32 1 0 0,-1 38 1259 0 0,-6-17-1333 0 0,3 22 2978 0 0,5 20-251 0 0,-1-9-84 0 0,1-1 0 0 0,0 1-1 0 0,0 0 1 0 0,0-1-1 0 0,1 1 1 0 0,-1-1 0 0 0,1 0-1 0 0,0 0 1 0 0,0 0 0 0 0,7 6-1 0 0,1 1-181 0 0,1-1 0 0 0,14 11 1 0 0,-10-10-427 0 0,0-1 0 0 0,19 10 0 0 0,-15-12-525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1.5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201 43 494 0 0,'0'0'2739'0'0,"-17"-3"178"0"0,-53-6 7900 0 0,68 9-10701 0 0,0-1 0 0 0,0 1 0 0 0,0 0 0 0 0,0 0 0 0 0,0 0 0 0 0,0 1 0 0 0,0-1 1 0 0,1 0-1 0 0,-1 1 0 0 0,0-1 0 0 0,0 1 0 0 0,0-1 0 0 0,0 1 0 0 0,1 0 0 0 0,-1 0 0 0 0,0 0 0 0 0,1 0 0 0 0,-1 0 0 0 0,0 0 1 0 0,1 1-1 0 0,-1-1 0 0 0,1 0 0 0 0,0 1 0 0 0,0-1 0 0 0,-1 1 0 0 0,1-1 0 0 0,0 1 0 0 0,-1 2 0 0 0,0 1-200 0 0,1-1 0 0 0,0 1 0 0 0,0 0 0 0 0,0 0 0 0 0,0-1 0 0 0,1 1 0 0 0,0 7 0 0 0,0-11 83 0 0,0 2-52 0 0,0-1 1 0 0,1 1-1 0 0,-1-1 0 0 0,1 1 0 0 0,-1-1 0 0 0,1 1 0 0 0,0-1 1 0 0,0 0-1 0 0,0 1 0 0 0,0-1 0 0 0,0 0 0 0 0,1 0 0 0 0,-1 0 1 0 0,1 1-1 0 0,-1-2 0 0 0,1 1 0 0 0,0 0 0 0 0,0 0 0 0 0,0 0 1 0 0,0-1-1 0 0,0 1 0 0 0,0-1 0 0 0,0 0 0 0 0,0 0 0 0 0,1 1 1 0 0,-1-1-1 0 0,0-1 0 0 0,1 1 0 0 0,2 0 0 0 0,-2 0-32 0 0,-1 0 0 0 0,1-1-1 0 0,0 1 1 0 0,0-1 0 0 0,0 0-1 0 0,-1 0 1 0 0,1 0 0 0 0,0 0-1 0 0,0-1 1 0 0,-1 1-1 0 0,1-1 1 0 0,0 1 0 0 0,0-1-1 0 0,-1 0 1 0 0,1 0 0 0 0,-1 0-1 0 0,1-1 1 0 0,-1 1 0 0 0,1-1-1 0 0,-1 1 1 0 0,0-1 0 0 0,0 0-1 0 0,0 1 1 0 0,0-1 0 0 0,0 0-1 0 0,3-4 1 0 0,-1-3-1100 0 0,1 0 1 0 0,-1-1-1 0 0,-1 1 0 0 0,0-1 1 0 0,0 0-1 0 0,-1 0 1 0 0,0 0-1 0 0,1-13 0 0 0,-2 15 76 0 0,6-18 1627 0 0,5 45 7218 0 0,-5 1-7376 0 0,-1 1-1 0 0,4 24 0 0 0,-6-20-1336 0 0,-2 0-1 0 0,0 1 0 0 0,-2-1 0 0 0,0 0 1 0 0,-2 0-1 0 0,-1 0 0 0 0,-1 0 1 0 0,-9 31-1 0 0,7-35 871 0 0,-1-2 0 0 0,-1 1 0 0 0,-12 21 0 0 0,12-27 109 0 0,-1-1-1 0 0,0-1 0 0 0,-1 1 1 0 0,-15 14-1 0 0,18-20 36 0 0,0-1-1 0 0,0 0 1 0 0,-1 0 0 0 0,0 0-1 0 0,0-1 1 0 0,-1 0-1 0 0,0 0 1 0 0,-9 3 0 0 0,16-7-38 0 0,1-1 0 0 0,-1 1 0 0 0,0-1 0 0 0,0 1 0 0 0,0-1 0 0 0,0 0 0 0 0,0 0 0 0 0,0 1 1 0 0,1-2-1 0 0,-1 1 0 0 0,0 0 0 0 0,0 0 0 0 0,0 0 0 0 0,0-1 0 0 0,-2 0 0 0 0,3 0 0 0 0,0 1 0 0 0,0-1 0 0 0,0 0 0 0 0,0 0 0 0 0,0 1 0 0 0,0-1 0 0 0,0 0 0 0 0,0 0 0 0 0,0 0 0 0 0,1 0 0 0 0,-1 0 0 0 0,0 0 0 0 0,1 0 0 0 0,-1-1 0 0 0,0 1 0 0 0,1 0 0 0 0,-1-2 0 0 0,0-4 125 0 0,0-1 0 0 0,0 1 0 0 0,0-1 0 0 0,1 1 0 0 0,0-1 1 0 0,2-8-1 0 0,-2 12 24 0 0,1-4 253 0 0,1 0 0 0 0,0 1 0 0 0,0-1 0 0 0,0 0 0 0 0,1 1 0 0 0,0-1 0 0 0,1 1 0 0 0,0 0 0 0 0,0 0 0 0 0,0 0 0 0 0,1 1 0 0 0,0 0 0 0 0,0 0 0 0 0,1 0 0 0 0,0 0 0 0 0,8-6 0 0 0,-9 8-487 0 0,0 1 0 0 0,0 0 1 0 0,0 0-1 0 0,0 0 0 0 0,1 1 1 0 0,-1-1-1 0 0,1 1 0 0 0,8-1 0 0 0,-1 1-375 0 0,-1 0 0 0 0,23 1 0 0 0,-20 1-718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2.5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498 175 788 0 0,'0'0'2373'0'0,"-8"-15"507"0"0,-28-47 8022 0 0,32 56-10254 0 0,-1 0 0 0 0,1 0-1 0 0,-1 1 1 0 0,-9-9 0 0 0,7 9-745 0 0,0 0 0 0 0,-1 0 0 0 0,1 0 0 0 0,-11-3 0 0 0,12 5 60 0 0,-4-2-259 0 0,-1 0 0 0 0,0 1 1 0 0,0 0-1 0 0,0 1 0 0 0,0 0 0 0 0,-1 1 0 0 0,1 0 0 0 0,-1 1 1 0 0,1 0-1 0 0,-16 1 0 0 0,20 1 50 0 0,-1 0 0 0 0,1 1 1 0 0,0-1-1 0 0,-1 1 0 0 0,1 0 0 0 0,0 1 1 0 0,0 0-1 0 0,0 0 0 0 0,1 1 0 0 0,-1 0 1 0 0,1 0-1 0 0,0 0 0 0 0,0 1 0 0 0,0-1 1 0 0,1 2-1 0 0,-10 9 0 0 0,4 0-1045 0 0,0 1-1 0 0,1 0 1 0 0,-11 21-1 0 0,11-16 713 0 0,1 1 1 0 0,-8 31-1 0 0,11-28 605 0 0,1 0 0 0 0,1 1 0 0 0,1 0 0 0 0,1-1 0 0 0,3 50 0 0 0,1-62-28 0 0,1 0 0 0 0,0 0 0 0 0,1-1 1 0 0,0 1-1 0 0,1-1 0 0 0,0 0 0 0 0,1-1 0 0 0,0 1 1 0 0,1-1-1 0 0,0 0 0 0 0,1-1 0 0 0,13 16 0 0 0,-5-10-93 0 0,-1-1-1 0 0,2 0 1 0 0,0-1 0 0 0,1 0-1 0 0,0-2 1 0 0,32 17-1 0 0,-36-24-91 0 0,-1 0 0 0 0,1 0-1 0 0,0-1 1 0 0,0-1-1 0 0,0 0 1 0 0,0-1 0 0 0,1-1-1 0 0,-1 0 1 0 0,1-1-1 0 0,23-2 1 0 0,-11-6-676 0 0,5-10-383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2.8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116 27 854 0 0,'0'0'2389'0'0,"-17"13"-194"0"0,-53 45 5989 0 0,68-56-7960 0 0,-1 1-1 0 0,0-1 0 0 0,1 1 1 0 0,0 0-1 0 0,-1 0 0 0 0,1 0 1 0 0,0 0-1 0 0,0 0 0 0 0,1 0 1 0 0,-1 0-1 0 0,1 1 0 0 0,-2 4 1 0 0,3-6-108 0 0,0 0 0 0 0,-1 0 0 0 0,1 0 0 0 0,0 0 0 0 0,0 0 0 0 0,0 0 0 0 0,1 0 1 0 0,-1 0-1 0 0,1 0 0 0 0,-1 0 0 0 0,1 0 0 0 0,-1 0 0 0 0,1 0 0 0 0,0 0 0 0 0,2 3 0 0 0,-1-1-17 0 0,2 0-1 0 0,-1 0 0 0 0,0-1 0 0 0,1 1 0 0 0,-1-1 1 0 0,1 0-1 0 0,0 0 0 0 0,0 0 0 0 0,1-1 1 0 0,-1 1-1 0 0,0-1 0 0 0,8 3 0 0 0,-3-2-129 0 0,1-1 0 0 0,0 1 0 0 0,-1-1 0 0 0,1-1 0 0 0,0 0 0 0 0,0 0-1 0 0,0-1 1 0 0,0-1 0 0 0,16-1 0 0 0,-20 0-21 0 0,1 1 0 0 0,0-1 0 0 0,-1 0 0 0 0,0 0 0 0 0,1 0 1 0 0,-1-1-1 0 0,0 0 0 0 0,0 0 0 0 0,0-1 0 0 0,-1 0 0 0 0,1 0 0 0 0,-1 0 0 0 0,0-1 0 0 0,9-9 0 0 0,-13 12-151 0 0,1-1-1 0 0,-1 0 0 0 0,1 1 1 0 0,-1-1-1 0 0,0 0 0 0 0,0 0 1 0 0,0 0-1 0 0,0 0 0 0 0,-1 0 1 0 0,1 0-1 0 0,-1 0 0 0 0,0 0 1 0 0,0 0-1 0 0,0 0 0 0 0,0 0 1 0 0,0 0-1 0 0,-1 0 1 0 0,0-4-1 0 0,0 3-330 0 0,-1-1 0 0 0,1 0-1 0 0,-1 0 1 0 0,0 1 0 0 0,-1-1 0 0 0,1 1 0 0 0,-1-1 0 0 0,0 1 0 0 0,-6-7 0 0 0,3 5-179 0 0,0 0 0 0 0,0 1 0 0 0,0 0 0 0 0,-1 0 0 0 0,0 1 0 0 0,-14-7 0 0 0,10 6 619 0 0,1 2 0 0 0,-1 0 0 0 0,0 0 0 0 0,0 1 1 0 0,1 0-1 0 0,-2 1 0 0 0,-17 0 0 0 0,28 1 101 0 0,1 0-1 0 0,-1 0 1 0 0,0 0-1 0 0,1-1 1 0 0,-1 1 0 0 0,0 0-1 0 0,1 0 1 0 0,-1 1 0 0 0,0-1-1 0 0,0 0 1 0 0,1 0 0 0 0,-1 0-1 0 0,0 0 1 0 0,1 1-1 0 0,-1-1 1 0 0,1 0 0 0 0,-1 1-1 0 0,0-1 1 0 0,1 0 0 0 0,-1 1-1 0 0,1-1 1 0 0,-1 1 0 0 0,1-1-1 0 0,-1 1 1 0 0,1-1-1 0 0,-1 1 1 0 0,1-1 0 0 0,-1 1-1 0 0,1-1 1 0 0,0 1 0 0 0,-1 0-1 0 0,1-1 1 0 0,0 1-1 0 0,0 0 1 0 0,-1 0 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3.1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75 0 634 0 0,'0'0'2876'0'0,"-8"18"-1417"0"0,-24 59 4204 0 0,27-63-5238 0 0,0 0 0 0 0,1 0 0 0 0,1 1 0 0 0,0 0 0 0 0,-1 20 0 0 0,1-7-648 0 0,-1 7-1161 0 0,2 0 0 0 0,1-1 0 0 0,2 1 0 0 0,5 39 0 0 0,-2-50 965 0 0,1 0 0 0 0,0-1 0 0 0,2 0 0 0 0,1 0 0 0 0,0 0 0 0 0,23 39 0 0 0,-28-57 304 0 0,0 0 1 0 0,0 1-1 0 0,1-2 1 0 0,0 1-1 0 0,0 0 1 0 0,0-1 0 0 0,7 6-1 0 0,-3-6-377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3.3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15 670 0 0,'0'0'2619'0'0,"-3"15"-74"0"0,-6 47 7297 0 0,9-60-9548 0 0,0 0-1 0 0,0 0 1 0 0,0 0-1 0 0,0 1 1 0 0,0-1-1 0 0,1 0 1 0 0,-1 0-1 0 0,1 0 1 0 0,-1 0-1 0 0,1 0 1 0 0,1 2-1 0 0,-1-2-254 0 0,0 0 1 0 0,1-1-1 0 0,-1 1 0 0 0,0-1 0 0 0,1 1 0 0 0,-1-1 0 0 0,1 0 0 0 0,0 1 0 0 0,0-1 0 0 0,-1 0 1 0 0,1 0-1 0 0,2 0 0 0 0,1 2-86 0 0,3 1 47 0 0,0 0 0 0 0,0-1 0 0 0,0-1 0 0 0,1 1 0 0 0,15 2 0 0 0,-20-4 0 0 0,1-1 0 0 0,-1 1 0 0 0,0-1 0 0 0,0 0 0 0 0,1 0 0 0 0,-1 0 0 0 0,0-1 0 0 0,1 0 0 0 0,-1 1 0 0 0,0-2 0 0 0,0 1 0 0 0,0 0 0 0 0,0-1 0 0 0,5-2 0 0 0,-7 3 0 0 0,-1-1 0 0 0,1 1 0 0 0,-1-1 0 0 0,0 1 0 0 0,1-1 0 0 0,-1 0 0 0 0,0 1 0 0 0,0-1 0 0 0,0 0 0 0 0,0 0 0 0 0,0 0 0 0 0,-1 0 0 0 0,1 0 0 0 0,0 0 0 0 0,-1 0 0 0 0,1 0 0 0 0,-1 0 0 0 0,0 0 0 0 0,0 0 0 0 0,0 0 0 0 0,0 0 0 0 0,0 0 0 0 0,0 0 0 0 0,-1 0 0 0 0,0-3 0 0 0,1 1 0 0 0,-1 1 0 0 0,-1-1 0 0 0,1 0 0 0 0,0 1 0 0 0,-1-1 0 0 0,0 1 0 0 0,0-1 0 0 0,0 1 0 0 0,0 0 0 0 0,0 0 0 0 0,-1 0 0 0 0,-3-4 0 0 0,1 4-6 0 0,0-1 0 0 0,0 1 0 0 0,0 0 0 0 0,0 0 1 0 0,0 1-1 0 0,-10-4 0 0 0,-3 0 23 0 0,18 5-42 0 0,0 1 0 0 0,0 0 1 0 0,-1 0-1 0 0,1 0 0 0 0,0 0 1 0 0,0 0-1 0 0,0-1 1 0 0,0 1-1 0 0,0 0 0 0 0,0 0 1 0 0,0 0-1 0 0,0-1 1 0 0,0 1-1 0 0,-1 0 0 0 0,1 0 1 0 0,0 0-1 0 0,0-1 1 0 0,0 1-1 0 0,0 0 0 0 0,0 0 1 0 0,0 0-1 0 0,0-1 1 0 0,0 1-1 0 0,0 0 0 0 0,1 0 1 0 0,-1 0-1 0 0,0-1 0 0 0,0 1 1 0 0,0 0-1 0 0,0 0 1 0 0,0 0-1 0 0,0 0 0 0 0,0-1 1 0 0,0 1-1 0 0,0 0 1 0 0,1 0-1 0 0,-1 0 0 0 0,0 0 1 0 0,0-1-1 0 0,0 1 1 0 0,0 0-1 0 0,0 0 0 0 0,1 0 1 0 0,-1 0-1 0 0,0 0 1 0 0,0 0-1 0 0,0 0 0 0 0,1 0 1 0 0,8-7 983 0 0,1 1-688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3.6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1 112 0 0,'0'0'1614'0'0,"10"15"750"0"0,32 49 5821 0 0,-21-23-2967 0 0,-5 7-2984 0 0,1 2-2385 0 0,-14-46 150 0 0,-2-1-272 0 0,0-1 0 0 0,0 1 1 0 0,0-1-1 0 0,0 1 0 0 0,0-1 0 0 0,0 1 0 0 0,0 5 1 0 0,6-15 690 0 0,0-19-80 0 0,1-1 0 0 0,14-30 0 0 0,4 4-3855 0 0,6 4-3358 0 0,-21 36 3558 0 0,0 3 1136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4.0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15 1114 0 0,'0'0'3082'0'0,"17"-2"-335"0"0,1-1 440 0 0,37-4 4316 0 0,-1 5-5476 0 0,16 2-5841 0 0,0 4-1 0 0,123 22 0 0 0,-176-24 272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4.2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0 474 0 0,'0'0'3445'0'0,"17"17"-645"0"0,53 56 7562 0 0,-65-68-10104 0 0,0 1 1 0 0,0 0 0 0 0,-1 0 0 0 0,0 0 0 0 0,0 1 0 0 0,0-1 0 0 0,-1 1 0 0 0,5 14 0 0 0,-7-16-213 0 0,0 1 1 0 0,0-1-1 0 0,0 0 1 0 0,-1 0-1 0 0,0 1 1 0 0,0-1-1 0 0,0 1 1 0 0,-1-1-1 0 0,1 0 1 0 0,-3 6-1 0 0,-2 3-380 0 0,0-1 0 0 0,-1 0 0 0 0,-1 0 0 0 0,0-1 0 0 0,-1 0 0 0 0,-18 22 0 0 0,14-18-257 0 0,-12 15-1374 0 0,-2-5-126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5.1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1095 224 524 0 0,'0'0'2401'0'0,"-13"-14"529"0"0,-7-9 2409 0 0,-20-22 1404 0 0,4 7-5020 0 0,24 27-1876 0 0,-1 1 0 0 0,1 1 0 0 0,-2 0 0 0 0,0 0 0 0 0,0 2 1 0 0,0 0-1 0 0,-1 0 0 0 0,0 1 0 0 0,0 1 0 0 0,0 1 0 0 0,-1 0 0 0 0,-28-3 0 0 0,-13 1-768 0 0,0 4 0 0 0,-68 4 1 0 0,122-2 898 0 0,-27 2-1543 0 0,0 2 0 0 0,1 0 0 0 0,0 2 1 0 0,0 1-1 0 0,-30 12 0 0 0,28-7 1427 0 0,1 1 1 0 0,0 2-1 0 0,1 1 0 0 0,-34 25 0 0 0,46-29 151 0 0,-3 2 25 0 0,0 0 0 0 0,0 2-1 0 0,2 1 1 0 0,-26 27-1 0 0,44-44 46 0 0,0 0 0 0 0,0 1 0 0 0,-1-1-1 0 0,1 0 1 0 0,0 0 0 0 0,0 0-1 0 0,0 1 1 0 0,-1-1 0 0 0,1 0 0 0 0,0 0-1 0 0,0 1 1 0 0,0-1 0 0 0,0 0-1 0 0,0 0 1 0 0,0 1 0 0 0,-1-1 0 0 0,1 0-1 0 0,0 0 1 0 0,0 1 0 0 0,0-1-1 0 0,0 0 1 0 0,0 1 0 0 0,0-1 0 0 0,0 0-1 0 0,0 0 1 0 0,0 1 0 0 0,0-1-1 0 0,0 0 1 0 0,0 0 0 0 0,1 1-1 0 0,-1-1 1 0 0,0 0 0 0 0,0 1 0 0 0,0-1-1 0 0,0 0 1 0 0,0 0 0 0 0,0 0-1 0 0,1 1 1 0 0,-1-1 0 0 0,0 0 0 0 0,0 0-1 0 0,0 1 1 0 0,1-1 0 0 0,-1 0-1 0 0,0 0 1 0 0,0 0 0 0 0,0 0 0 0 0,1 0-1 0 0,-1 1 1 0 0,0-1 0 0 0,1 0-1 0 0,-1 0 1 0 0,0 0 0 0 0,0 0 0 0 0,1 0-1 0 0,-1 0 1 0 0,0 0 0 0 0,0 0-1 0 0,1 0 1 0 0,-1 0 0 0 0,0 0-1 0 0,1 0 1 0 0,-1 0 0 0 0,0 0 0 0 0,1 0-1 0 0,19-3 4139 0 0,-16 1-3743 0 0,1 0 0 0 0,-1 0 0 0 0,0-1 0 0 0,0 0 0 0 0,-1 0 0 0 0,1 0 0 0 0,-1 0 0 0 0,1 0 0 0 0,2-5 0 0 0,9-15-1426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5.4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287 1 854 0 0,'0'0'2027'0'0,"-18"11"892"0"0,-59 38 8175 0 0,31-13-8283 0 0,3 10-3201 0 0,20-18-88 0 0,12-17-22 0 0,-1 2-478 0 0,0 1 0 0 0,-11 16 0 0 0,20-25 201 0 0,1-1 0 0 0,-1 1 0 0 0,1 0 0 0 0,0 0 0 0 0,0 0 0 0 0,0 0 0 0 0,1 1 0 0 0,-1-1 0 0 0,1 0 0 0 0,1 1 0 0 0,-1 6 0 0 0,1-9 940 0 0,1 0-1 0 0,-1 0 0 0 0,1 0 0 0 0,0 0 0 0 0,0 0 0 0 0,1-1 0 0 0,-1 1 1 0 0,0 0-1 0 0,1-1 0 0 0,0 1 0 0 0,-1-1 0 0 0,1 0 0 0 0,0 1 1 0 0,0-1-1 0 0,0 0 0 0 0,1 0 0 0 0,3 3 0 0 0,2 1 633 0 0,1 0-1 0 0,0-1 1 0 0,0 0 0 0 0,10 4-1 0 0,3 0 1127 0 0,1-1 0 0 0,24 5 0 0 0,49 3-2015 0 0,105-8-9483 0 0,-150-7 6672 0 0,1-1 755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5.9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0 420 0 0,'0'0'64'0'0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6.1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291 26 380 0 0,'-5'-3'268'0'0,"4"2"-214"0"0,0 0 1 0 0,0 0-1 0 0,-1 0 0 0 0,1 0 1 0 0,0 0-1 0 0,0 0 0 0 0,0 0 1 0 0,0 0-1 0 0,1 0 0 0 0,-1 0 1 0 0,0-1-1 0 0,0 1 0 0 0,-12-7 5531 0 0,13 8-5240 0 0,-3 0 692 0 0,1 0-691 0 0,-19 3 4232 0 0,16 0-3915 0 0,-1 0 1 0 0,1 1 0 0 0,0 0 0 0 0,1 0-1 0 0,-1 1 1 0 0,1-1 0 0 0,-1 1-1 0 0,-3 6 1 0 0,-29 47-601 0 0,27-42-386 0 0,-76 140-4731 0 0,41-48-3123 0 0,43-102 8018 0 0,0 0 0 0 0,1 0 1 0 0,0 0-1 0 0,0 0 0 0 0,0 0 0 0 0,0 0 1 0 0,1 9-1 0 0,1-14 149 0 0,-1 1 0 0 0,0-1 0 0 0,0 1 0 0 0,1 0 0 0 0,-1-1 0 0 0,0 1 0 0 0,1-1 1 0 0,0 1-1 0 0,-1-1 0 0 0,1 1 0 0 0,0-1 0 0 0,0 1 0 0 0,0-1 0 0 0,0 0 0 0 0,0 0 0 0 0,0 1 0 0 0,0-1 0 0 0,0 0 1 0 0,1 0-1 0 0,-1 0 0 0 0,0 0 0 0 0,1 0 0 0 0,-1 0 0 0 0,0-1 0 0 0,1 1 0 0 0,-1 0 0 0 0,1-1 0 0 0,-1 1 0 0 0,1-1 1 0 0,0 0-1 0 0,2 1 0 0 0,32-1-1826 0 0,-20-2 284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6.4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 63 606 0 0,'0'0'2230'0'0,"-3"16"-828"0"0,0-3-256 0 0,-2 7 1181 0 0,2-1 0 0 0,0 1 0 0 0,1 26 0 0 0,2-43-2260 0 0,0-1 1 0 0,0 0 0 0 0,0 0 0 0 0,1 0 0 0 0,-1 1-1 0 0,1-1 1 0 0,-1 0 0 0 0,1 0 0 0 0,0 0-1 0 0,0 0 1 0 0,0 0 0 0 0,0 0 0 0 0,0 0-1 0 0,0 0 1 0 0,1-1 0 0 0,-1 1 0 0 0,0 0 0 0 0,1-1-1 0 0,3 3 1 0 0,-2-1 96 0 0,1-1 1 0 0,0 0-1 0 0,0 0 0 0 0,0 0 1 0 0,0-1-1 0 0,0 1 1 0 0,0-1-1 0 0,1 0 0 0 0,6 1 1 0 0,-1-1 53 0 0,0 0 1 0 0,-1-1 0 0 0,1 0 0 0 0,0-1 0 0 0,0 0 0 0 0,0 0 0 0 0,-1-1-1 0 0,16-5 1 0 0,-18 4-219 0 0,0 0 0 0 0,-1 0 0 0 0,1-1 0 0 0,0 0 0 0 0,-1 0 0 0 0,0-1 0 0 0,0 0 0 0 0,0 0 0 0 0,-1 0 0 0 0,1 0 0 0 0,-1-1 0 0 0,7-10 0 0 0,-11 13 0 0 0,1-1 0 0 0,0 1 0 0 0,-1 0 0 0 0,0-1 0 0 0,0 1 0 0 0,0-1 0 0 0,0 0 0 0 0,0 1 0 0 0,-1-1 0 0 0,0 0 0 0 0,1 1 0 0 0,-1-1 0 0 0,-1 0 0 0 0,1 1 0 0 0,0-1 0 0 0,-1 0 0 0 0,0 1 0 0 0,0-1 0 0 0,0 1 0 0 0,0-1 0 0 0,-1 1 0 0 0,1-1 0 0 0,-1 1 0 0 0,0 0 0 0 0,0 0 0 0 0,0 0 0 0 0,0 0 0 0 0,-3-3 0 0 0,-2-1-60 0 0,0-1 1 0 0,0 2-1 0 0,-1-1 0 0 0,0 1 0 0 0,0 0 0 0 0,0 1 1 0 0,-18-9-1 0 0,21 11 18 0 0,-1 0 0 0 0,0 1-1 0 0,-1 0 1 0 0,1 0 0 0 0,0 1 0 0 0,0-1 0 0 0,-1 1-1 0 0,1 1 1 0 0,-1-1 0 0 0,1 1 0 0 0,-1 0 0 0 0,1 1 0 0 0,-10 1-1 0 0,15-2 69 0 0,0 0 0 0 0,0 1 0 0 0,0-1 1 0 0,0 1-1 0 0,-1-1 0 0 0,1 1 0 0 0,0-1 0 0 0,0 1 0 0 0,0 0 0 0 0,0-1 0 0 0,0 1 0 0 0,1 0 0 0 0,-1 0 0 0 0,0 0 0 0 0,0 0 0 0 0,0-1 0 0 0,1 1 0 0 0,-1 0 0 0 0,0 1 0 0 0,1-1 0 0 0,-1 0 0 0 0,1 0 0 0 0,-1 0 0 0 0,1 0 0 0 0,0 0 0 0 0,-1 0 0 0 0,1 1 0 0 0,0-1 0 0 0,0 0 0 0 0,0 0 0 0 0,0 0 0 0 0,0 1 1 0 0,0-1-1 0 0,0 0 0 0 0,0 0 0 0 0,1 0 0 0 0,-1 1 0 0 0,0-1 0 0 0,1 0 0 0 0,-1 0 0 0 0,1 0 0 0 0,-1 0 0 0 0,2 2 0 0 0,0 2-137 0 0,1 1-1 0 0,0-1 1 0 0,0 0 0 0 0,0-1-1 0 0,1 1 1 0 0,-1 0 0 0 0,8 5 0 0 0,5 2-1236 0 0,6-1-183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6.7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110 75 886 0 0,'0'0'2221'0'0,"-9"14"-183"0"0,-29 47 5692 0 0,37-59-7577 0 0,-1 0 0 0 0,1 0 0 0 0,0 1-1 0 0,0-1 1 0 0,0 1 0 0 0,0-1 0 0 0,0 1 0 0 0,0-1 0 0 0,1 1 0 0 0,-1-1 0 0 0,1 1-1 0 0,0 0 1 0 0,0-1 0 0 0,0 1 0 0 0,0 0 0 0 0,0-1 0 0 0,0 1 0 0 0,1 0 0 0 0,-1-1-1 0 0,1 1 1 0 0,0-1 0 0 0,0 1 0 0 0,0-1 0 0 0,0 0 0 0 0,0 1 0 0 0,1-1 0 0 0,-1 0-1 0 0,1 0 1 0 0,-1 1 0 0 0,1-1 0 0 0,0 0 0 0 0,2 2 0 0 0,2 0 40 0 0,0 0 1 0 0,1 0-1 0 0,-1 0 0 0 0,1-1 1 0 0,-1 0-1 0 0,1 0 0 0 0,0 0 1 0 0,12 2-1 0 0,-7-3-222 0 0,1 1-1 0 0,0-2 1 0 0,-1 0 0 0 0,1 0-1 0 0,0-1 1 0 0,-1-1 0 0 0,23-3-1 0 0,-27 2-27 0 0,0 0-1 0 0,0 0 0 0 0,-1-1 1 0 0,1 0-1 0 0,-1 0 0 0 0,1-1 0 0 0,-1 1 1 0 0,0-2-1 0 0,0 1 0 0 0,-1-1 1 0 0,1 0-1 0 0,10-12 0 0 0,-14 14-208 0 0,-1 0 0 0 0,1 0 0 0 0,-1 0-1 0 0,0-1 1 0 0,0 1 0 0 0,0-1 0 0 0,0 1 0 0 0,-1-1-1 0 0,1 0 1 0 0,-1 0 0 0 0,0 0 0 0 0,0 0-1 0 0,0 0 1 0 0,-1 0 0 0 0,0 0 0 0 0,1 0 0 0 0,-1 0-1 0 0,-1 0 1 0 0,1 0 0 0 0,-1 0 0 0 0,1 0 0 0 0,-2-4-1 0 0,0 2-215 0 0,-1 1 0 0 0,1-1 0 0 0,-1 1-1 0 0,0 0 1 0 0,0 0 0 0 0,0 0 0 0 0,-1 0-1 0 0,0 1 1 0 0,0-1 0 0 0,0 1 0 0 0,0 0-1 0 0,-1 0 1 0 0,1 0 0 0 0,-7-3 0 0 0,-3 0 416 0 0,0 0 0 0 0,-1 1 0 0 0,0 0 1 0 0,0 1-1 0 0,-1 1 0 0 0,1 1 0 0 0,-1 0 1 0 0,0 1-1 0 0,0 0 0 0 0,1 1 0 0 0,-1 1 1 0 0,-25 3-1 0 0,35-2-49 0 0,-1 0 1 0 0,1 1-1 0 0,-1 0 1 0 0,1 0-1 0 0,0 0 1 0 0,0 1-1 0 0,0 0 1 0 0,0 0-1 0 0,0 0 1 0 0,0 1-1 0 0,1 0 1 0 0,0 0-1 0 0,0 0 1 0 0,0 1-1 0 0,-5 5 1 0 0,9-9 66 0 0,-10 10-1254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9.2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1014 1 400 0 0,'0'0'4195'0'0,"-22"0"-1589"0"0,10 0-1105 0 0,2-1-286 0 0,0 1 0 0 0,0 1 0 0 0,-1 0 0 0 0,1 0 0 0 0,0 1 0 0 0,-13 4 0 0 0,16-3-908 0 0,-1 0-1 0 0,1 0 1 0 0,0 1 0 0 0,0 0-1 0 0,0 1 1 0 0,0-1 0 0 0,-9 10-1 0 0,-222 213-3081 0 0,-33 30-1297 0 0,194-190 1912 0 0,27-24 690 0 0,2 1 0 0 0,-71 85-1 0 0,114-122 1445 0 0,3-5-19 0 0,0 0-1 0 0,0 0 1 0 0,0 0-1 0 0,1 1 1 0 0,-1-1 0 0 0,1 1-1 0 0,-1-1 1 0 0,1 1 0 0 0,0 0-1 0 0,0 0 1 0 0,0-1 0 0 0,0 1-1 0 0,0 0 1 0 0,1 0 0 0 0,-1 0-1 0 0,1 0 1 0 0,0 3-1 0 0,0-5 12 0 0,1 0 0 0 0,-1-1 0 0 0,1 1-1 0 0,-1 0 1 0 0,1 0 0 0 0,0 0-1 0 0,-1-1 1 0 0,1 1 0 0 0,0 0-1 0 0,-1-1 1 0 0,1 1 0 0 0,0 0 0 0 0,0-1-1 0 0,0 1 1 0 0,0-1 0 0 0,0 1-1 0 0,-1-1 1 0 0,1 0 0 0 0,0 1-1 0 0,0-1 1 0 0,0 0 0 0 0,0 0 0 0 0,0 1-1 0 0,0-1 1 0 0,0 0 0 0 0,0 0-1 0 0,0 0 1 0 0,0 0 0 0 0,0-1-1 0 0,0 1 1 0 0,0 0 0 0 0,0 0-1 0 0,2-1 1 0 0,2 0-32 0 0,0 0 0 0 0,0 0 0 0 0,0-1 0 0 0,0 0 0 0 0,8-3 0 0 0,-4-1-202 0 0,1-1 0 0 0,-1 0-1 0 0,0-1 1 0 0,-1 1-1 0 0,10-12 1 0 0,12-20-1325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49.4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20 532 0 0,'0'0'3803'0'0,"18"-5"-989"0"0,-2 1 527 0 0,1 0 0 0 0,29-3 0 0 0,-43 8-3231 0 0,1-1 1 0 0,0 1 0 0 0,0 0-1 0 0,-1 0 1 0 0,1 0 0 0 0,0 0 0 0 0,-1 0-1 0 0,0 1 1 0 0,1 0 0 0 0,-1 0-1 0 0,0 0 1 0 0,0 0 0 0 0,1 0 0 0 0,-2 1-1 0 0,1-1 1 0 0,0 1 0 0 0,0 0-1 0 0,-1-1 1 0 0,0 1 0 0 0,4 7 0 0 0,5 3-27 0 0,63 79-3237 0 0,80 132-1 0 0,-134-194 2323 0 0,-6-9-308 0 0,193 307-6263 0 0,-185-287 6447 0 0,-9 3-392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58.5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78 157 696 0 0,'0'0'2673'0'0,"-13"-15"206"0"0,-37-45 7859 0 0,48 58-10547 0 0,1 0 0 0 0,-1 0 0 0 0,1 0 0 0 0,0 0 0 0 0,0 0 0 0 0,0 0 0 0 0,0 0 0 0 0,0-1 0 0 0,0 1 0 0 0,0 0 0 0 0,1-1 0 0 0,0 1 0 0 0,-1-3 0 0 0,1 4-151 0 0,0-1-1 0 0,0 1 0 0 0,1-1 1 0 0,-1 1-1 0 0,0 0 0 0 0,1-1 0 0 0,-1 1 1 0 0,1 0-1 0 0,-1-1 0 0 0,1 1 1 0 0,-1 0-1 0 0,1 0 0 0 0,0 0 1 0 0,0-1-1 0 0,0 1 0 0 0,1-1 1 0 0,1 0-107 0 0,0-1 0 0 0,1 1 0 0 0,-1-1 0 0 0,1 1 0 0 0,-1 0 1 0 0,1 1-1 0 0,0-1 0 0 0,0 1 0 0 0,5-2 0 0 0,-2 1 9 0 0,0 1 0 0 0,0 0 0 0 0,0 1 1 0 0,0-1-1 0 0,0 1 0 0 0,0 1 0 0 0,0-1 0 0 0,0 1 0 0 0,0 0 0 0 0,-1 1 0 0 0,1 0 0 0 0,0 0 0 0 0,-1 0 1 0 0,1 1-1 0 0,-1 0 0 0 0,0 0 0 0 0,0 1 0 0 0,0-1 0 0 0,0 1 0 0 0,8 8 0 0 0,-7-6-52 0 0,-1 0 0 0 0,0 0 0 0 0,0 1 0 0 0,-1 0 1 0 0,0 0-1 0 0,0 1 0 0 0,0-1 0 0 0,-1 1 0 0 0,0 0 0 0 0,-1 0 0 0 0,0 0 0 0 0,0 1 0 0 0,-1-1 0 0 0,0 1 0 0 0,0 0 0 0 0,0 8 0 0 0,-1-5-656 0 0,-1 1-1 0 0,-1-1 0 0 0,0 0 1 0 0,-1 0-1 0 0,0 1 0 0 0,-1-1 1 0 0,0-1-1 0 0,-1 1 0 0 0,0 0 1 0 0,-1-1-1 0 0,0 0 0 0 0,-11 17 1 0 0,7-14 222 0 0,-1-1 1 0 0,-19 21-1 0 0,11-15 564 0 0,-1-2 0 0 0,-1 0-1 0 0,0-1 1 0 0,-1-1-1 0 0,-32 17 1 0 0,42-31 2279 0 0,25-19 2145 0 0,-5 7-2791 0 0,5-9 64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58.6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28 414 0 0,'0'0'2980'0'0,"106"-26"13286"0"0,-88 25-16266 0 0,1 1 0 0 0,0 0 0 0 0,0 4-370 0 0,-8 4-745 0 0,-3 5 931 0 0,-4 0-604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59.0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1 307 840 0 0,'0'0'1674'0'0,"16"-3"1233"0"0,71-20 10259 0 0,-39 8-12338 0 0,-30 9-827 0 0,0-1-1 0 0,0 0 1 0 0,0-1 0 0 0,21-14-1 0 0,-33 19 15 0 0,-1-1-1 0 0,0 0 0 0 0,0-1 0 0 0,-1 1 1 0 0,1-1-1 0 0,-1 0 0 0 0,0 0 0 0 0,0 0 0 0 0,-1 0 1 0 0,1-1-1 0 0,-1 1 0 0 0,-1-1 0 0 0,1 0 1 0 0,-1 0-1 0 0,0 0 0 0 0,3-13 0 0 0,-2 5-14 0 0,1-10 0 0 0,0 0 0 0 0,0-31 0 0 0,-4 110-147 0 0,1 2-764 0 0,-9 84-1 0 0,4-100-2499 0 0,3 64 0 0 0,2-56-874 0 0,2-14 1571 0 0,-3-34 2694 0 0,0-1-1 0 0,0 1 1 0 0,0 0 0 0 0,0 0 0 0 0,0 0 0 0 0,0 0 0 0 0,0 0-1 0 0,1 0 1 0 0,-1-1 0 0 0,0 1 0 0 0,0 0 0 0 0,1 0 0 0 0,-1 0-1 0 0,1-1 1 0 0,-1 1 0 0 0,1 0 0 0 0,-1-1 0 0 0,1 1-1 0 0,0 0 1 0 0,-1-1 0 0 0,1 1 0 0 0,0-1 0 0 0,-1 1 0 0 0,1-1-1 0 0,0 1 1 0 0,0-1 0 0 0,-1 1 0 0 0,1-1 0 0 0,0 0 0 0 0,0 1-1 0 0,0-1 1 0 0,0 0 0 0 0,-1 0 0 0 0,1 0 0 0 0,1 0-1 0 0,-1 0 84 0 0,0 0-1 0 0,-1 0 0 0 0,1-1 0 0 0,-1 1 0 0 0,1-1 0 0 0,0 1 0 0 0,-1-1 0 0 0,1 1 0 0 0,-1-1 0 0 0,1 1 1 0 0,-1-1-1 0 0,1 1 0 0 0,-1-1 0 0 0,0 1 0 0 0,1-1 0 0 0,-1 0 0 0 0,0 1 0 0 0,1-1 0 0 0,-1 0 1 0 0,0 1-1 0 0,0-2 0 0 0,1 1 17 0 0,3-17 371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59.2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48 0 0,'0'0'3322'0'0,"8"18"-471"0"0,2 1 660 0 0,-5-9-1555 0 0,0 0-1 0 0,-1 1 1 0 0,6 17-1 0 0,-8-18-1428 0 0,0 0-1 0 0,0 1 1 0 0,-1 18-1 0 0,-1 407-15548 0 0,0-423 14432 0 0,-1 0-1 0 0,0 0 1 0 0,-4 15-1 0 0,4-21-599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59.4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196 0 862 0 0,'0'0'2356'0'0,"-7"14"-1051"0"0,-85 144 11036 0 0,69-126-12177 0 0,11-17-1232 0 0,0 1 0 0 0,1 1 0 0 0,1 0 0 0 0,1 0 0 0 0,-11 37 7167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59.61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0 484 0 0,'0'0'1972'0'0,"27"90"8797"0"0,-20-72-9580 0 0,1-2 1423 0 0,-1-2 22 0 0,5-3-2634 0 0,-1-3 0 0 0,-3-4 0 0 0,3-4 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0:59.8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0 518 0 0,'0'0'2616'0'0,"0"16"-327"0"0,-1 8 820 0 0,0-7 207 0 0,1 1 1 0 0,3 24-1 0 0,-3-36-3250 0 0,1-1 0 0 0,-1 1-1 0 0,2-1 1 0 0,-1 0 0 0 0,0 1-1 0 0,1-1 1 0 0,0 0 0 0 0,1 0-1 0 0,-1 0 1 0 0,1 0-1 0 0,0-1 1 0 0,0 1 0 0 0,0-1-1 0 0,0 1 1 0 0,1-1 0 0 0,0 0-1 0 0,0 0 1 0 0,0-1-1 0 0,6 5 1 0 0,-5-5-300 0 0,1-1-1 0 0,-1 1 0 0 0,1-1 1 0 0,-1 0-1 0 0,1 0 1 0 0,0 0-1 0 0,0-1 1 0 0,0 0-1 0 0,0 0 1 0 0,0 0-1 0 0,7-1 1 0 0,-2 0-547 0 0,0-1 0 0 0,-1 0 1 0 0,1-1-1 0 0,0 0 1 0 0,12-4-1 0 0,-17 4 838 0 0,0 0 0 0 0,-1-1 0 0 0,1 1-1 0 0,0-1 1 0 0,-1 0 0 0 0,0-1 0 0 0,0 1 0 0 0,0-1 0 0 0,0 0-1 0 0,6-7 1 0 0,-4-2-93 0 0,-5 2 177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00.0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1308 0 0,'0'0'2914'0'0,"49"82"12524"0"0,-18-82-15438 0 0,3 0 0 0 0,0-7 0 0 0,-1-2 0 0 0,1-3 0 0 0,-3-2 0 0 0,-9 3 0 0 0,5-10-1022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00.3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67 1712 0 0,'0'0'1991'0'0,"19"-4"424"0"0,-2 1-632 0 0,84-13 8721 0 0,-52 8-9454 0 0,51-2-2265 0 0,51 0-7270 0 0,-73 5 5466 0 0,11-5 15943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00.6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16 622 0 0,'0'0'2557'0'0,"18"-3"338"0"0,59-10 7982 0 0,-47 14-7795 0 0,-28 0-3102 0 0,1 0 0 0 0,0 0-1 0 0,-1 0 1 0 0,1 0 0 0 0,0 0 0 0 0,-1 1 0 0 0,5 2 0 0 0,1 1-192 0 0,4 3-623 0 0,-1 0 0 0 0,0 0 1 0 0,0 1-1 0 0,-1 0 0 0 0,0 1 0 0 0,16 20 0 0 0,-22-26 470 0 0,-1 1 0 0 0,1 0 0 0 0,-1 0 0 0 0,0 0 1 0 0,0 1-1 0 0,-1-1 0 0 0,1 1 0 0 0,-1-1 0 0 0,-1 1 0 0 0,1 0 0 0 0,-1 0 0 0 0,0 0 0 0 0,0 0 1 0 0,-1 0-1 0 0,1 0 0 0 0,-1 0 0 0 0,-1-1 0 0 0,0 10 0 0 0,-1-11 302 0 0,0 1 1 0 0,0 0-1 0 0,-1-1 0 0 0,1 1 0 0 0,-1-1 0 0 0,0 0 1 0 0,0 0-1 0 0,-1 0 0 0 0,-6 6 0 0 0,-38 30 793 0 0,45-37-876 0 0,-151 109-2943 0 0,141-103 2314 0 0,-5-4-600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01.9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1 832 1040 0 0,'4'0'5527'0'0,"2"-1"-3793"0"0,0 0 0 0 0,0 0-1 0 0,0 0 1 0 0,-1-1 0 0 0,1 0 0 0 0,9-4-1 0 0,-6 1-1187 0 0,1 0 0 0 0,-1-1-1 0 0,10-8 1 0 0,-1-2-1508 0 0,0 0 0 0 0,26-32 0 0 0,-27 25-1109 0 0,-2 0 0 0 0,0-1-1 0 0,21-49 1 0 0,-1-14-536 0 0,42-167 0 0 0,-76 251 2606 0 0,3-12 171 0 0,-1 1 0 0 0,-1-1-1 0 0,0 0 1 0 0,-1 0-1 0 0,-1 0 1 0 0,-1-20-1 0 0,-1 30 439 0 0,1 0-1 0 0,-1-1 1 0 0,0 1-1 0 0,0 0 1 0 0,-1 0-1 0 0,0 0 1 0 0,1 0-1 0 0,-2 0 1 0 0,1 1-1 0 0,0-1 1 0 0,-1 1-1 0 0,0 0 1 0 0,0 0 0 0 0,0 0-1 0 0,-1 1 1 0 0,1-1-1 0 0,-1 1 1 0 0,0 0-1 0 0,0 1 1 0 0,0-1-1 0 0,0 1 1 0 0,-8-3-1 0 0,9 5-607 0 0,0 1 0 0 0,-1 1 0 0 0,1-1 0 0 0,0 1 0 0 0,-1 0 0 0 0,1 0 0 0 0,0 1 0 0 0,0-1 0 0 0,1 1 0 0 0,-1 0 0 0 0,0 0 0 0 0,-5 6 0 0 0,6-7 0 0 0,-47 42-321 0 0,34-32-18 0 0,1 0 0 0 0,1 1 0 0 0,0 0 0 0 0,1 1 0 0 0,0 1 0 0 0,-21 32 0 0 0,34-46 125 0 0,-1-1 1 0 0,1 1 0 0 0,-1 0-1 0 0,1-1 1 0 0,-1 1-1 0 0,1 0 1 0 0,0 0 0 0 0,-1 0-1 0 0,1-1 1 0 0,0 1-1 0 0,0 0 1 0 0,0 0 0 0 0,-1 0-1 0 0,1 0 1 0 0,0 0-1 0 0,0-1 1 0 0,0 1 0 0 0,0 0-1 0 0,0 0 1 0 0,1 0-1 0 0,-1 0 1 0 0,0 0 0 0 0,0-1-1 0 0,0 1 1 0 0,1 0-1 0 0,-1 0 1 0 0,0 0 0 0 0,1-1-1 0 0,-1 1 1 0 0,1 0-1 0 0,-1 0 1 0 0,1-1 0 0 0,-1 1-1 0 0,1 0 1 0 0,0-1-1 0 0,-1 1 1 0 0,1-1 0 0 0,0 1-1 0 0,-1-1 1 0 0,1 1-1 0 0,1 0 1 0 0,6-1-1921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02.3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0 550 0 0,'0'0'3549'0'0,"16"3"-838"0"0,52 12 7575 0 0,-28 1-7389 0 0,-33-12-2924 0 0,0 0 0 0 0,0 1 0 0 0,10 10 0 0 0,-2-3-198 0 0,-6-4 225 0 0,22 17 0 0 0,29 30 0 0 0,-59-54 0 0 0,0-1 0 0 0,-1 0 0 0 0,1 1 0 0 0,-1-1 0 0 0,1 1 0 0 0,-1-1 0 0 0,1 1 0 0 0,-1-1 0 0 0,1 1 0 0 0,-1 0 0 0 0,1-1 0 0 0,-1 1 0 0 0,0 0 0 0 0,1-1 0 0 0,-1 1 0 0 0,0 0 0 0 0,0-1 0 0 0,1 1 0 0 0,-1 0 0 0 0,0-1 0 0 0,0 1 0 0 0,0 0 0 0 0,0 0 0 0 0,0-1 0 0 0,0 1 0 0 0,0 0 0 0 0,0 0 0 0 0,0-1 0 0 0,0 1 0 0 0,0 0 0 0 0,-1 1 0 0 0,0-2 0 0 0,0 1 0 0 0,0 0 0 0 0,-1-1 0 0 0,1 1 0 0 0,0 0 0 0 0,0-1 0 0 0,-1 0 0 0 0,1 1 0 0 0,0-1 0 0 0,-1 0 0 0 0,1 1 0 0 0,0-1 0 0 0,-1 0 0 0 0,1 0 0 0 0,-2-1 0 0 0,-2 2 0 0 0,2-2 0 0 0,-1 1 0 0 0,1 0 0 0 0,0-1 0 0 0,0 1 0 0 0,-1-1 0 0 0,1 0 0 0 0,0 0 0 0 0,0-1 0 0 0,0 1 0 0 0,-4-3 0 0 0,6 4 1 0 0,-3-6-6 0 0,4 6-18 0 0,-11 1-116 0 0,22-2 305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03.5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305 0 548 0 0,'0'0'834'0'0,"-20"7"1128"0"0,-145 46 9590 0 0,128-42-11211 0 0,-14 4 356 0 0,19-3 2601 0 0,77-11-2870 0 0,-39-2-470 0 0,1 0 0 0 0,-1 0 0 0 0,0-1 0 0 0,10-3 0 0 0,3-3-1012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03.7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372 1 364 0 0,'0'0'2352'0'0,"-17"12"578"0"0,-56 43 8287 0 0,-17 3-8747 0 0,11-15-5120 0 0,8-5-2041 0 0,66-35 3630 0 0,0 1 0 0 0,0-1 0 0 0,0 1 0 0 0,1 0-1 0 0,-6 7 1 0 0,9-10 1117 0 0,0 0 0 0 0,1 0-1 0 0,-1 0 1 0 0,0 0-1 0 0,1 0 1 0 0,-1 0 0 0 0,1 0-1 0 0,-1 0 1 0 0,1 0-1 0 0,0 0 1 0 0,-1 1 0 0 0,1-1-1 0 0,0 0 1 0 0,0 2 0 0 0,0-3 110 0 0,0 1 1 0 0,0 0 0 0 0,0-1 0 0 0,1 1 0 0 0,-1-1 0 0 0,0 1 0 0 0,1-1 0 0 0,-1 1 0 0 0,0-1 0 0 0,1 1 0 0 0,-1-1 0 0 0,1 1-1 0 0,-1-1 1 0 0,1 1 0 0 0,-1-1 0 0 0,1 1 0 0 0,-1-1 0 0 0,1 0 0 0 0,-1 0 0 0 0,1 1 0 0 0,-1-1 0 0 0,1 0 0 0 0,0 0-1 0 0,-1 1 1 0 0,1-1 0 0 0,0 0 0 0 0,-1 0 0 0 0,2 0 0 0 0,11 2 1570 0 0,-1-2 666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03.9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517 0 504 0 0,'0'0'1953'0'0,"-19"11"967"0"0,-8 5 1912 0 0,-25 13 2664 0 0,-4 5-5541 0 0,-287 158-14424 0 0,341-191 12467 0 0,1 0 0 0 0,-1 0 0 0 0,1 0 0 0 0,0 0 0 0 0,-1 0 0 0 0,1 0 0 0 0,0 0 0 0 0,0 1 0 0 0,0-1 0 0 0,0 0 0 0 0,0 1 0 0 0,0-1 0 0 0,0 0 0 0 0,-1 4 0 0 0,2-5 23 0 0,0 1-1 0 0,-1-1 0 0 0,1 0 0 0 0,0 1 0 0 0,0-1 0 0 0,0 0 0 0 0,0 1 0 0 0,0-1 1 0 0,1 0-1 0 0,-1 1 0 0 0,0-1 0 0 0,0 0 0 0 0,0 1 0 0 0,0-1 0 0 0,0 0 0 0 0,0 1 0 0 0,1-1 1 0 0,-1 0-1 0 0,0 1 0 0 0,0-1 0 0 0,0 0 0 0 0,1 0 0 0 0,-1 1 0 0 0,0-1 0 0 0,0 0 1 0 0,1 1-1 0 0,16 3-91 0 0,1-4-1037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04.1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265 0 410 0 0,'0'0'2306'0'0,"-17"10"594"0"0,-13 7 2662 0 0,-32 18 1199 0 0,17-8-5040 0 0,16-8-1721 0 0,-32 29 0 0 0,59-46 0 0 0,0 0 0 0 0,0 0 0 0 0,0 0 0 0 0,1 0 0 0 0,-1 1 0 0 0,1-1 0 0 0,0 0 0 0 0,-1 1 0 0 0,1-1 0 0 0,0 1 0 0 0,0-1 0 0 0,1 1 0 0 0,-1 0 0 0 0,0-1 0 0 0,1 1 0 0 0,0 0 0 0 0,0-1 0 0 0,-1 1 0 0 0,2 0 0 0 0,-1-1 0 0 0,1 6 0 0 0,3-3-181 0 0,3-1-728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04.3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352 0 610 0 0,'0'0'1530'0'0,"-121"74"-1492"0"0,83-53 14 0 0,4 0 62 0 0,0-1 22 0 0,8-2-50 0 0,3 0-46 0 0,1-2-40 0 0,3-2-48 0 0,8-1-116 0 0,-1 0-98 0 0,5-3-222 0 0,3-2 206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06.5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49 105 126 0 0,'0'0'3995'0'0,"-9"-8"-1225"0"0,-26-26 7454 0 0,35 34-10160 0 0,0 0 1 0 0,-1 0-1 0 0,1 0 0 0 0,0 0 0 0 0,0 0 1 0 0,-1-1-1 0 0,1 1 0 0 0,0 0 0 0 0,0 0 1 0 0,-1 0-1 0 0,1-1 0 0 0,0 1 0 0 0,0 0 0 0 0,-1 0 1 0 0,1 0-1 0 0,0-1 0 0 0,0 1 0 0 0,0 0 1 0 0,0-1-1 0 0,0 1 0 0 0,-1 0 0 0 0,1 0 1 0 0,0-1-1 0 0,0 1 0 0 0,0 0 0 0 0,0-1 1 0 0,0 1-1 0 0,0 0 0 0 0,0 0 0 0 0,0-1 0 0 0,0 1 1 0 0,0 0-1 0 0,0-1 0 0 0,0 1 0 0 0,0 0 1 0 0,0-1-1 0 0,1 1 0 0 0,-1 0 0 0 0,0 0 1 0 0,0-1-1 0 0,0 1 0 0 0,0 0 0 0 0,0 0 0 0 0,1-1 1 0 0,-1 1-1 0 0,0 0 0 0 0,0 0 0 0 0,1-1 1 0 0,11-2-565 0 0,-11 3 397 0 0,82-17-2342 0 0,0 4 1 0 0,1 3-1 0 0,129 3 8977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06.7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42 1 430 0 0,'0'0'3599'0'0,"-3"11"-807"0"0,-14 146 6600 0 0,6-28-5945 0 0,5-84-3447 0 0,2 0 0 0 0,4 69 0 0 0,9-68-275 0 0,-8-29-1101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43.4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44 1222 0 0,'0'0'2090'0'0,"17"0"-800"0"0,-13 0-1121 0 0,129-5 9125 0 0,-68-3-7835 0 0,65-21-4185 0 0,-7 28 10229 0 0,-127 13-8210 0 0,-1-5 737 0 0,-5-1-211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43.8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 1 1496 0 0,'0'0'1929'0'0,"-5"14"655"0"0,2-5-1085 0 0,-2 5 855 0 0,1-1 1 0 0,1 1-1 0 0,0 0 0 0 0,-1 27 0 0 0,-2 94-3642 0 0,5-32-5417 0 0,13 112 0 0 0,-12-211 6563 0 0,5 22 734 0 0,-5-26-548 0 0,1 1 1 0 0,-1-1-1 0 0,0 1 0 0 0,1-1 1 0 0,-1 1-1 0 0,0-1 0 0 0,1 1 1 0 0,-1-1-1 0 0,0 1 1 0 0,1-1-1 0 0,-1 0 0 0 0,1 1 1 0 0,-1-1-1 0 0,1 0 0 0 0,-1 1 1 0 0,1-1-1 0 0,-1 0 0 0 0,1 1 1 0 0,-1-1-1 0 0,1 0 1 0 0,-1 0-1 0 0,1 0 0 0 0,0 0 1 0 0,-1 1-1 0 0,1-1 0 0 0,-1 0 1 0 0,1 0-1 0 0,0 0 0 0 0,-1 0 1 0 0,1 0-1 0 0,-1 0 1 0 0,1-1-1 0 0,-1 1 0 0 0,1 0 1 0 0,0 0-1 0 0,-1 0 0 0 0,1 0 1 0 0,-1-1-1 0 0,1 1 0 0 0,0-1 147 0 0,0 1-1 0 0,0-1 1 0 0,0 0-1 0 0,-1 1 1 0 0,1-1-1 0 0,0 0 1 0 0,-1 1-1 0 0,1-1 1 0 0,0 0-1 0 0,-1 0 1 0 0,1 0-1 0 0,-1 1 1 0 0,1-1-1 0 0,-1 0 1 0 0,0 0-1 0 0,1-2 1 0 0,1-1-11 0 0,8-16-602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44.1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189 1 1220 0 0,'0'0'1420'0'0,"10"15"217"0"0,29 54 4344 0 0,-34-62-5325 0 0,-1 1 1 0 0,-1 0-1 0 0,0 1 1 0 0,0-1-1 0 0,0 0 1 0 0,-1 1-1 0 0,-1 0 1 0 0,2 9-1 0 0,0 3 934 0 0,-1-6-1077 0 0,0 1 0 0 0,-1 0-1 0 0,-2 25 1 0 0,0-27-782 0 0,-1 0-1 0 0,-1-1 1 0 0,0 1 0 0 0,-7 19-1 0 0,7-25-115 0 0,-1 0 1 0 0,1 0-1 0 0,-1 0 0 0 0,-1 0 1 0 0,0-1-1 0 0,0 0 0 0 0,0 0 1 0 0,-1 0-1 0 0,0-1 0 0 0,0 0 0 0 0,0 0 1 0 0,-1 0-1 0 0,0-1 0 0 0,0 0 1 0 0,0 0-1 0 0,-1-1 0 0 0,0 0 1 0 0,-10 4-1 0 0,12-6 723 0 0,-1-1-1 0 0,1 0 1 0 0,0 0 0 0 0,0 0-1 0 0,-1-1 1 0 0,1 0 0 0 0,-1 0 0 0 0,1 0-1 0 0,0-1 1 0 0,-1 0 0 0 0,1-1-1 0 0,-6-1 1 0 0,9 2-217 0 0,1 1 0 0 0,0-1 1 0 0,0 0-1 0 0,-1 0 0 0 0,1 0 0 0 0,0 0 0 0 0,0 0 0 0 0,0 0 1 0 0,0-1-1 0 0,0 1 0 0 0,0-1 0 0 0,0 1 0 0 0,1-1 0 0 0,-1 0 0 0 0,1 0 1 0 0,-1 0-1 0 0,1 0 0 0 0,-1 0 0 0 0,1 0 0 0 0,0 0 0 0 0,0 0 0 0 0,0 0 1 0 0,0-1-1 0 0,1 1 0 0 0,-1 0 0 0 0,0-1 0 0 0,1 1 0 0 0,0 0 0 0 0,-1-1 1 0 0,1 1-1 0 0,0-1 0 0 0,1 1 0 0 0,-1-5 0 0 0,1 5-120 0 0,0 0-1 0 0,0 1 0 0 0,-1-1 1 0 0,1 1-1 0 0,0-1 0 0 0,0 1 1 0 0,1-1-1 0 0,-1 1 0 0 0,0 0 1 0 0,0-1-1 0 0,1 1 0 0 0,-1 0 1 0 0,0 0-1 0 0,1 0 0 0 0,-1 0 1 0 0,1 0-1 0 0,0 0 0 0 0,-1 1 1 0 0,1-1-1 0 0,0 0 0 0 0,-1 1 1 0 0,1 0-1 0 0,3-1 0 0 0,46-6-29 0 0,-45 7 17 0 0,157-14-2151 0 0,0-9-7678 0 0,-153 21 8802 0 0,-1 0 1 0 0,1 0-1 0 0,0-1 0 0 0,-1-1 0 0 0,15-6 0 0 0,-5 1-9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44.3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1206 0 0,'0'0'3053'0'0,"4"18"-262"0"0,-3-10-1579 0 0,12 61 7619 0 0,-4-3-6264 0 0,24 442-16953 0 0,-33-346 11354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44.5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43 372 0 0,'0'0'4644'0'0,"101"-13"10000"0"0,-78 9-14644 0 0,3 1 0 0 0,1-3 0 0 0,3 1 0 0 0,-7-1 0 0 0,-5 1 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44.8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76 724 0 0,'0'0'3637'0'0,"17"-10"-851"0"0,57-31 7236 0 0,-68 38-9756 0 0,0 1 0 0 0,0 0 0 0 0,1-1 0 0 0,-1 2 0 0 0,1-1-1 0 0,0 1 1 0 0,0 0 0 0 0,11 0 0 0 0,1 0-209 0 0,-5 0-160 0 0,20-3-1532 0 0,0 1 1 0 0,47 4-1 0 0,-80-1 1508 0 0,0 0 0 0 0,0 0-1 0 0,0 0 1 0 0,1 0 0 0 0,-1 0-1 0 0,0 1 1 0 0,0-1 0 0 0,0 0 0 0 0,0 1-1 0 0,1-1 1 0 0,-1 1 0 0 0,0-1-1 0 0,0 1 1 0 0,0-1 0 0 0,0 1 0 0 0,0 0-1 0 0,0 0 1 0 0,0-1 0 0 0,-1 1-1 0 0,1 0 1 0 0,0 0 0 0 0,0 0 0 0 0,0 0-1 0 0,-1 0 1 0 0,1 0 0 0 0,-1 0 0 0 0,2 2-1 0 0,-2-2 229 0 0,0 1-1 0 0,0-1 1 0 0,0 0-1 0 0,-1 1 1 0 0,1-1 0 0 0,0 1-1 0 0,0-1 1 0 0,-1 0-1 0 0,1 0 1 0 0,-1 1-1 0 0,1-1 1 0 0,-1 0-1 0 0,0 0 1 0 0,1 1 0 0 0,-1-1-1 0 0,0 0 1 0 0,0 0-1 0 0,0 0 1 0 0,0 0-1 0 0,0 0 1 0 0,0 0-1 0 0,0 0 1 0 0,0-1 0 0 0,-2 2-1 0 0,-8 5 674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45.0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63 0 842 0 0,'0'0'1006'0'0,"-7"17"719"0"0,3-7-1017 0 0,-8 18 1990 0 0,1 1 0 0 0,-11 44 0 0 0,20-60-3201 0 0,0-1-1 0 0,1 1 1 0 0,0 0-1 0 0,1 0 1 0 0,0 0 0 0 0,1-1-1 0 0,1 1 1 0 0,0 0-1 0 0,0-1 1 0 0,2 1 0 0 0,-1-1-1 0 0,1 0 1 0 0,1 0 0 0 0,11 19-1 0 0,-10-20 548 0 0,0 0-1 0 0,1-1 1 0 0,1 0-1 0 0,0 0 1 0 0,16 15 0 0 0,-20-21 241 0 0,1 0 1 0 0,0-1 0 0 0,0 1-1 0 0,1-1 1 0 0,-1 0-1 0 0,1-1 1 0 0,-1 1 0 0 0,1-1-1 0 0,0 0 1 0 0,0-1 0 0 0,0 1-1 0 0,0-1 1 0 0,12 0 0 0 0,-8 0-210 0 0,-1-2 0 0 0,0 1 0 0 0,1-2 1 0 0,-1 1-1 0 0,0-1 0 0 0,0 0 1 0 0,0-1-1 0 0,0 0 0 0 0,0-1 0 0 0,0 0 1 0 0,10-6-1 0 0,-9 4-774 0 0,-1-1 0 0 0,-1 1 0 0 0,1-2 0 0 0,-1 1 0 0 0,13-16 0 0 0,3-6-2748 0 0,-19 17 2429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45.3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66 702 0 0,'0'0'3942'0'0,"17"-4"-1275"0"0,5-3 1203 0 0,-5 1-1750 0 0,0 1 0 0 0,0 1-1 0 0,34-3 1 0 0,-2 2-2858 0 0,213-17-10997 0 0,-246 21 9575 0 0,3-3 152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45.5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1914 0 0,'0'0'1648'0'0,"2"14"-126"0"0,11 88 5257 0 0,-5 19-6615 0 0,8 159-6046 0 0,-10-191 5373 0 0,3 26 333 0 0,5 142-2384 0 0,-14-237 1562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45.93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1564 0 0,'0'0'3005'0'0,"18"0"-417"0"0,56 4 7418 0 0,-70-3-9603 0 0,-1 0-1 0 0,1 0 1 0 0,-1 0 0 0 0,1 0 0 0 0,-1 1 0 0 0,7 3 0 0 0,-6-3-417 0 0,-1 1-1 0 0,1 0 0 0 0,-1 0 0 0 0,0 0 1 0 0,1 1-1 0 0,1 3 0 0 0,4 3-205 0 0,2 3-398 0 0,0 1 0 0 0,-1 0 0 0 0,-1 1 0 0 0,0 0 0 0 0,-1 0 0 0 0,-1 1 0 0 0,0 0 0 0 0,-1 0 0 0 0,-1 0 0 0 0,0 1 0 0 0,-1 0 0 0 0,-1 0 0 0 0,-1 0 0 0 0,0 1 0 0 0,-2-1 0 0 0,-1 28 0 0 0,0-40 225 0 0,0 0-1 0 0,0 0 1 0 0,0-1 0 0 0,-1 1 0 0 0,0 0 0 0 0,1-1-1 0 0,-2 1 1 0 0,1-1 0 0 0,-1 0 0 0 0,1 1 0 0 0,-5 3 0 0 0,1 0 179 0 0,0-1 1 0 0,-1-1 0 0 0,0 1 0 0 0,0-1-1 0 0,-8 5 1 0 0,2-5-297 0 0,-1-3-650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46.2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1222 0 0,'0'0'3471'0'0,"16"2"-877"0"0,-15-2-2399 0 0,70 10 9131 0 0,-8-3-6474 0 0,-5-5-3754 0 0,-40-2 287 0 0,0 0 1 0 0,1 2-1 0 0,-1 0 0 0 0,0 1 0 0 0,21 6 1 0 0,-37-9 675 0 0,-1 1 0 0 0,1-1 0 0 0,0 1 0 0 0,-1 0 0 0 0,1-1 0 0 0,-1 1 0 0 0,1 0 0 0 0,-1 0 0 0 0,0 0 0 0 0,1 0 0 0 0,-1 0 0 0 0,0 0 0 0 0,0 0 0 0 0,0 1 0 0 0,0-1 0 0 0,0 0 0 0 0,0 1 0 0 0,0-1 0 0 0,0 1 0 0 0,0-1 0 0 0,-1 1 0 0 0,1-1 0 0 0,0 1 0 0 0,-1 0 0 0 0,0-1 0 0 0,1 1 0 0 0,-1-1 0 0 0,0 3 0 0 0,0 3 1145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46.4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1720 0 0,'0'0'2156'0'0,"19"3"255"0"0,16 3 2609 0 0,85 14 3333 0 0,108 7-18657 0 0,-216-25 7369 0 0,-4 1 536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46.7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12 2040 0 0,'0'0'1361'0'0,"17"-2"1432"0"0,-3 0-185 0 0,65-5 5887 0 0,-16 7-6132 0 0,-62 0-2364 0 0,0 0 1 0 0,-1 0-1 0 0,1 0 0 0 0,0 0 1 0 0,-1 0-1 0 0,1 0 0 0 0,-1 1 0 0 0,1-1 1 0 0,0 0-1 0 0,-1 0 0 0 0,1 1 0 0 0,-1-1 1 0 0,1 0-1 0 0,0 1 0 0 0,-1-1 0 0 0,1 0 1 0 0,-1 1-1 0 0,1-1 0 0 0,-1 1 0 0 0,1-1 1 0 0,-1 1-1 0 0,0-1 0 0 0,1 1 0 0 0,-1-1 1 0 0,0 1-1 0 0,1 0 0 0 0,-1-1 1 0 0,0 1-1 0 0,1 0 0 0 0,-1 1-7 0 0,0 0-1 0 0,0 0 1 0 0,0 0-1 0 0,0 0 1 0 0,0 0-1 0 0,0 0 1 0 0,0 0-1 0 0,-1 0 1 0 0,0 4-1 0 0,-2 2-107 0 0,-1 0 0 0 0,1 0 0 0 0,-8 12 0 0 0,0-4 107 0 0,6-8-945 0 0,0-1-1 0 0,0 0 0 0 0,1 1 1 0 0,0 0-1 0 0,0 0 0 0 0,-3 10 1 0 0,7-15 805 0 0,-1-1 0 0 0,1 0 0 0 0,0 0 0 0 0,0 0-1 0 0,0 0 1 0 0,0 1 0 0 0,0-1 0 0 0,1 0 0 0 0,-1 0 0 0 0,0 0 0 0 0,1 0 0 0 0,0 0 0 0 0,-1 0 0 0 0,1 0 0 0 0,0 0 0 0 0,0 0 0 0 0,0 0 0 0 0,1 0 0 0 0,-1 0 0 0 0,0-1 0 0 0,1 1 0 0 0,-1 0 0 0 0,1-1 0 0 0,-1 1 0 0 0,1-1-1 0 0,0 0 1 0 0,-1 1 0 0 0,1-1 0 0 0,0 0 0 0 0,3 1 0 0 0,4 2-47 0 0,-1 0 1 0 0,1 0-1 0 0,0-1 0 0 0,0-1 0 0 0,0 0 1 0 0,0 0-1 0 0,0 0 0 0 0,1-1 0 0 0,-1-1 1 0 0,0 1-1 0 0,1-2 0 0 0,-1 1 0 0 0,0-1 1 0 0,14-3-1 0 0,-1-2-215 0 0,-1 0-1 0 0,1-1 1 0 0,-1-1 0 0 0,36-20 0 0 0,-30 13-700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49.7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748 7 1752 0 0,'0'0'2858'0'0,"-17"-1"-230"0"0,-7-1 2068 0 0,-62-1 3030 0 0,74 4-7726 0 0,0 1 0 0 0,1 1 0 0 0,0 0 0 0 0,-1 0 0 0 0,1 2 0 0 0,0-1 0 0 0,-12 8 0 0 0,-3 0 0 0 0,-445 178-14122 0 0,469-189 14218 0 0,-13 4-545 0 0,11-6-12 0 0,7-6 151 0 0,56-68 1087 0 0,-44 55-1713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50.1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356 0 906 0 0,'0'0'2010'0'0,"-12"14"655"0"0,-57 72 10012 0 0,33-40-11353 0 0,-23 29-2973 0 0,-58 81-8136 0 0,105-139 8786 0 0,0 1 0 0 0,-11 23 0 0 0,21-35 1431 0 0,-1 1 1 0 0,1-1-1 0 0,0 0 1 0 0,0 1-1 0 0,1 0 1 0 0,0-1-1 0 0,0 1 1 0 0,0 0 0 0 0,1-1-1 0 0,0 1 1 0 0,1 7-1 0 0,0-10-88 0 0,0 0 0 0 0,0-1 1 0 0,1 1-1 0 0,0 0 0 0 0,-1-1 0 0 0,1 0 0 0 0,0 1 0 0 0,1-1 1 0 0,-1 0-1 0 0,0 0 0 0 0,1 0 0 0 0,0-1 0 0 0,-1 1 0 0 0,6 3 0 0 0,4 3 1042 0 0,-1-2 0 0 0,21 12-1 0 0,8 0-3088 0 0,0-2 0 0 0,79 23 0 0 0,91 4-4632 0 0,-174-37 4519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50.7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31 1324 0 0,'0'0'2495'0'0,"17"-5"241"0"0,52-13 7752 0 0,-29 11-7667 0 0,-34 7-3021 0 0,0 0-1 0 0,0 0 1 0 0,-1 0-1 0 0,13 4 0 0 0,-14-3-64 0 0,1 0 0 0 0,-1 1 0 0 0,0 0 0 0 0,0 0 0 0 0,0 0 0 0 0,0 0 0 0 0,0 0 0 0 0,0 1 0 0 0,-1 0 0 0 0,1 0 0 0 0,-1 0 0 0 0,0 0 0 0 0,0 1 0 0 0,0-1 0 0 0,0 1 0 0 0,-1-1 0 0 0,1 1 0 0 0,-1 0 0 0 0,0 0-1 0 0,0 0 1 0 0,0 1 0 0 0,-1-1 0 0 0,2 8 0 0 0,0 0-502 0 0,0 1 0 0 0,-1-1 0 0 0,0 1-1 0 0,-1 0 1 0 0,-1 0 0 0 0,0 0 0 0 0,-2 17 0 0 0,-1-19 592 0 0,1 1 1 0 0,-2-1-1 0 0,1 1 1 0 0,-2-1-1 0 0,1 0 1 0 0,-11 16-1 0 0,0-2 69 0 0,-27 34-1 0 0,7-24 172 0 0,35-35 7 0 0,0 0 0 0 0,-1 0 0 0 0,1 0 0 0 0,0 0 0 0 0,0 0 0 0 0,-1-1 0 0 0,1 1 0 0 0,0 0 0 0 0,0 0 0 0 0,0 0 0 0 0,-1 0 0 0 0,1-1 0 0 0,0 1 0 0 0,0 0 0 0 0,0 0 0 0 0,0-1 0 0 0,-1 1 0 0 0,1 0 0 0 0,0 0 0 0 0,0-1 0 0 0,0 1 0 0 0,0 0 0 0 0,0 0 0 0 0,0-1 0 0 0,0 1 0 0 0,0 0 0 0 0,0 0 0 0 0,0-1 0 0 0,0 1 0 0 0,0 0 0 0 0,0 0 0 0 0,0-1 0 0 0,0 1 0 0 0,0 0 0 0 0,0-1 0 0 0,0 1 0 0 0,0 0 0 0 0,0 0 0 0 0,1-1 0 0 0,-1 1 1 0 0,0-1-413 0 0,0-9 1634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50.9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93 438 0 0,'0'0'2973'0'0,"20"-3"-571"0"0,-8 0-1269 0 0,87-17 9698 0 0,-49 9-8968 0 0,40-15-3118 0 0,-40 10-1588 0 0,1 3-4725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51.3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1 425 854 0 0,'0'0'2655'0'0,"16"-4"81"0"0,53-14 7998 0 0,-63 16-10279 0 0,0-1 1 0 0,0 1-1 0 0,0-1 0 0 0,-1 0 1 0 0,1-1-1 0 0,5-4 1 0 0,-4 2-549 0 0,-1 0 1 0 0,1-1 0 0 0,-1 0 0 0 0,9-13-1 0 0,-11 14 48 0 0,5-8 45 0 0,0 0 0 0 0,-2 0 0 0 0,0-1 0 0 0,0 1 0 0 0,-2-1 0 0 0,1-1 0 0 0,-2 1 0 0 0,4-28 0 0 0,-2-1 0 0 0,-1-78 0 0 0,-6 185-413 0 0,0 32-3734 0 0,21 178 1 0 0,-8-167-915 0 0,-8 50 2203 0 0,-6-132 2016 0 0,-4 0-333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51.6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0 114 1784 0 0,'0'0'2212'0'0,"19"-8"436"0"0,8-6 2017 0 0,0 1-490 0 0,48-17 1 0 0,-65 26-4199 0 0,16-6-585 0 0,-1 1 0 0 0,1 2 1 0 0,1 0-1 0 0,44-4 0 0 0,-55 13-553 0 0,-12 3 1623 0 0,-7 4 1512 0 0,-1 1-1670 0 0,0-1-1 0 0,0-1 1 0 0,-1 1 0 0 0,0 0 0 0 0,-10 12-1 0 0,-10 17-363 0 0,19-29 23 0 0,1 0 1 0 0,0 1-1 0 0,1 0 1 0 0,0 0-1 0 0,1 0 1 0 0,0 0-1 0 0,0 0 1 0 0,1 1-1 0 0,1-1 1 0 0,-1 1-1 0 0,2 0 1 0 0,0 12-1 0 0,1-21 41 0 0,-1 1-1 0 0,1-1 1 0 0,0 1 0 0 0,0-1-1 0 0,0 0 1 0 0,1 1-1 0 0,-1-1 1 0 0,0 0 0 0 0,1 0-1 0 0,0 0 1 0 0,-1 0-1 0 0,1 0 1 0 0,0-1 0 0 0,0 1-1 0 0,0 0 1 0 0,0-1-1 0 0,0 1 1 0 0,1-1 0 0 0,-1 0-1 0 0,0 0 1 0 0,0 0-1 0 0,1 0 1 0 0,-1 0 0 0 0,1 0-1 0 0,-1-1 1 0 0,1 1-1 0 0,3-1 1 0 0,1 1 40 0 0,0 0 1 0 0,0 0-1 0 0,0-1 0 0 0,0 0 1 0 0,1 0-1 0 0,-1 0 1 0 0,0-1-1 0 0,13-4 0 0 0,-4-2-660 0 0,0 0-1 0 0,0-1 1 0 0,-1-1-1 0 0,-1-1 1 0 0,0 0 0 0 0,0-1-1 0 0,0 0 1 0 0,12-15-1 0 0,-9 5-1923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51.9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23 752 0 0,'0'0'4111'0'0,"18"-5"-1609"0"0,55-12 7336 0 0,-71 17-9757 0 0,-1 0 0 0 0,1 0-1 0 0,0-1 1 0 0,0 1 0 0 0,-1 0 0 0 0,1 1 0 0 0,0-1 0 0 0,0 0 0 0 0,-1 0-1 0 0,1 1 1 0 0,0-1 0 0 0,0 1 0 0 0,-1-1 0 0 0,1 1 0 0 0,-1 0 0 0 0,1 0 0 0 0,-1 0-1 0 0,1 0 1 0 0,-1 0 0 0 0,1 0 0 0 0,-1 0 0 0 0,0 0 0 0 0,1 0 0 0 0,-1 1-1 0 0,0-1 1 0 0,0 1 0 0 0,1 1 0 0 0,2 2-10 0 0,4 5-82 0 0,-1-1-1 0 0,-1 1 1 0 0,0 0 0 0 0,0 1 0 0 0,-1 0 0 0 0,0 0 0 0 0,-1 0 0 0 0,0 0 0 0 0,3 15-1 0 0,-5-14-1008 0 0,0-1-1 0 0,0 1 0 0 0,-1-1 1 0 0,-1 1-1 0 0,-1 17 0 0 0,-6 0-1827 0 0,0-19 2650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52.3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0 250 850 0 0,'0'0'1663'0'0,"0"14"-35"0"0,0 11-143 0 0,4 139 10313 0 0,4-95-9562 0 0,-6-58-2236 0 0,0-1 0 0 0,0 0 0 0 0,0 1 0 0 0,2-1 0 0 0,-1 0 0 0 0,1-1 0 0 0,1 1 0 0 0,-1-1 0 0 0,2 1 0 0 0,10 14 0 0 0,-14-23-4 0 0,1 1-1 0 0,-1 0 1 0 0,1-1 0 0 0,-1 0-1 0 0,1 1 1 0 0,-1-1 0 0 0,1 0-1 0 0,0 0 1 0 0,0-1-1 0 0,-1 1 1 0 0,1 0 0 0 0,0-1-1 0 0,0 0 1 0 0,0 0 0 0 0,0 0-1 0 0,0 0 1 0 0,0 0-1 0 0,-1 0 1 0 0,4-1 0 0 0,1 0-36 0 0,0-1 1 0 0,0 1-1 0 0,-1-1 1 0 0,1-1-1 0 0,-1 1 1 0 0,12-7-1 0 0,87-64-4994 0 0,-84 56 1696 0 0,-1-1 0 0 0,31-36-1 0 0,-45 46 3180 0 0,0-2 0 0 0,0 1 0 0 0,-1 0-1 0 0,0-1 1 0 0,-1 0 0 0 0,0 0-1 0 0,0-1 1 0 0,-1 1 0 0 0,0-1 0 0 0,2-19-1 0 0,-2-9-613 0 0,-3-66 1 0 0,-2 46 225 0 0,3 27 390 0 0,0 21 297 0 0,0-1 0 0 0,-1 1 0 0 0,0-1 0 0 0,-1 1-1 0 0,-1-1 1 0 0,0 1 0 0 0,0 0 0 0 0,-4-12 0 0 0,17 81 1330 0 0,17 66-635 0 0,8 22-437 0 0,-21-99-450 0 0,21 69-1268 0 0,-35-93 412 0 0,-1-18-136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52.5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46 756 0 0,'0'0'3320'0'0,"98"3"7651"0"0,-67-1-9150 0 0,-5-2 502 0 0,4 0-1854 0 0,0-4-599 0 0,-3-4-644 0 0,-1 0 104 0 0,-7 0-1301 0 0,-4 0 159 0 0,-4 2-22 0 0,-11-2 1118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52.9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1 1316 0 0,'0'0'2982'0'0,"-38"80"12380"0"0,38-70-15362 0 0,0 1 0 0 0,0 0 0 0 0,4 0 0 0 0,0 1 0 0 0,3-4 0 0 0,5 3-506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53.0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 0 984 0 0,'-27'27'18676'0'0,"27"-18"-18676"0"0,0-5-464 0 0,0 3 928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53.5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0 894 0 0,'0'0'2550'0'0,"19"87"7162"0"0,-16-61-8746 0 0,-3-1 1727 0 0,0-2 152 0 0,0-1-2845 0 0,0-2 0 0 0,0-3 0 0 0,8-2 0 0 0,-4-4 0 0 0,0-1 0 0 0,-1-4 0 0 0,5-3-1236 0 0,-1-1 52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1:53.6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 1 1966 0 0,'0'0'2202'0'0,"19"83"8757"0"0,-19-68-8812 0 0,-4-2 239 0 0,-4-2-2386 0 0,1-3 0 0 0,-1-3 0 0 0,-14-5-2165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2:04.8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50 448 0 0,'0'0'2401'0'0,"-3"8"471"0"0,-12 23 8283 0 0,9-11-8142 0 0,7 4-2846 0 0,0-10-563 0 0,-1-8 394 0 0,0 1 0 0 0,1 0-1 0 0,0 0 1 0 0,0-1 0 0 0,0 1 0 0 0,1 0-1 0 0,0-1 1 0 0,0 1 0 0 0,1-1-1 0 0,0 0 1 0 0,0 0 0 0 0,0 0 0 0 0,1 0-1 0 0,0-1 1 0 0,0 1 0 0 0,0-1-1 0 0,1 0 1 0 0,0 0 0 0 0,0 0 0 0 0,0-1-1 0 0,0 0 1 0 0,1 0 0 0 0,-1 0 0 0 0,1-1-1 0 0,8 4 1 0 0,-4-3-229 0 0,41 17-4443 0 0,1-3-5782 0 0,-46-16 10482 0 0,-1-1-1 0 0,0 0 0 0 0,1-1 1 0 0,-1 1-1 0 0,1-1 0 0 0,-1 0 0 0 0,1 0 1 0 0,10-2-1 0 0,22-8 8038 0 0,-30 8-5172 0 0,-1 0-1393 0 0,21-6 1510 0 0,-23 6-3035 0 0,1 0 0 0 0,0-1-1 0 0,-1 1 1 0 0,1-1 0 0 0,-1 0 0 0 0,0 0-1 0 0,0-1 1 0 0,0 1 0 0 0,6-8 0 0 0,-8 8 27 0 0,0-1 0 0 0,-1 0 0 0 0,1 0 0 0 0,-1 0 1 0 0,0 0-1 0 0,0 0 0 0 0,0 0 0 0 0,-1-1 1 0 0,0 1-1 0 0,1-1 0 0 0,-1 1 0 0 0,-1-1 1 0 0,1 0-1 0 0,-1 1 0 0 0,0-1 0 0 0,0 1 1 0 0,0-1-1 0 0,-1 0 0 0 0,-1-7 0 0 0,-20-29 0 0 0,15 29 0 0 0,-21-15-3505 0 0,1-2-8129 0 0,19 24 11528 0 0,0 0-1 0 0,-1 1 1 0 0,0 0 0 0 0,-10-3-1 0 0,-9-3-315 0 0,2-2 2233 0 0,13 5 1187 0 0,-1 2 0 0 0,0-1 0 0 0,-18-4 0 0 0,-5 6-708 0 0,28 4-3736 0 0,0 0 0 0 0,0 1 0 0 0,0 0 0 0 0,0 0 0 0 0,0 1-1 0 0,0 0 1 0 0,1 1 0 0 0,-1-1 0 0 0,1 2 0 0 0,-13 6 0 0 0,10-2-56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2:06.0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140 56 462 0 0,'0'0'2581'0'0,"-8"14"218"0"0,-1 4 2795 0 0,2-3-1482 0 0,-18 26 0 0 0,18-29-4981 0 0,1 1 0 0 0,1-1 0 0 0,0 1 0 0 0,0 0 0 0 0,2 0 0 0 0,-1 1 0 0 0,2-1 1 0 0,0 1-1 0 0,0 0 0 0 0,1-1 0 0 0,2 17 0 0 0,-1-27 537 0 0,0 1 0 0 0,0-1 0 0 0,1 1 0 0 0,0-1 0 0 0,0 0-1 0 0,0 1 1 0 0,0-1 0 0 0,0 0 0 0 0,1 1 0 0 0,-1-1 0 0 0,1 0 0 0 0,0 0 0 0 0,0 0 0 0 0,0 0 0 0 0,0-1 0 0 0,1 1 0 0 0,4 4 0 0 0,5 2 479 0 0,0-1 0 0 0,0 0 0 0 0,16 8 0 0 0,19 13-383 0 0,-39-23 237 0 0,1 0-1 0 0,-1 0 0 0 0,1-1 0 0 0,1 0 0 0 0,-1-1 1 0 0,0 0-1 0 0,18 5 0 0 0,-20-8-10 0 0,-1 0 0 0 0,0 0 1 0 0,0 0-1 0 0,1-1 0 0 0,-1 0 0 0 0,0 0 0 0 0,1 0 0 0 0,-1-1 1 0 0,0 0-1 0 0,1 0 0 0 0,-1-1 0 0 0,0 0 0 0 0,10-5 0 0 0,5-3-5 0 0,-1-1 0 0 0,0-1-1 0 0,-1 0 1 0 0,29-26-1 0 0,-43 33 44 0 0,0 0-1 0 0,0 0 0 0 0,-1 0 1 0 0,0 0-1 0 0,0-1 0 0 0,0 0 1 0 0,-1 0-1 0 0,0 0 0 0 0,0 0 1 0 0,2-8-1 0 0,-4 10 59 0 0,0-1 0 0 0,0 1-1 0 0,0 0 1 0 0,-1 0 0 0 0,0 0-1 0 0,0 0 1 0 0,0-1 0 0 0,0 1-1 0 0,-1 0 1 0 0,1 0 0 0 0,-1 0 0 0 0,0 0-1 0 0,-1 0 1 0 0,1 0 0 0 0,-1 0-1 0 0,1 0 1 0 0,-5-6 0 0 0,-5-7-332 0 0,-1 1 0 0 0,-1 1 0 0 0,0 0-1 0 0,-1 1 1 0 0,-1 0 0 0 0,0 1 0 0 0,-22-14 0 0 0,4 5 364 0 0,-1 2 0 0 0,-62-26 0 0 0,74 38-262 0 0,0 2-1 0 0,-1 0 0 0 0,1 2 0 0 0,-1 0 0 0 0,0 2 0 0 0,-40 0 1 0 0,36 1-650 0 0,7 1-619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11.5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449 1 2618 0 0,'0'0'671'0'0,"-19"15"874"0"0,-56 50 4593 0 0,69-60-5824 0 0,0 1-1 0 0,1 0 0 0 0,0 0 0 0 0,0 1 0 0 0,0-1 1 0 0,-7 15-1 0 0,3-5-534 0 0,0 1-305 0 0,0 0 1 0 0,2 1-1 0 0,0 0 1 0 0,0 0 0 0 0,2 1-1 0 0,0 0 1 0 0,2 0-1 0 0,0 0 1 0 0,1 0 0 0 0,0 1-1 0 0,2-1 1 0 0,1 0-1 0 0,4 33 1 0 0,7 15 193 0 0,2-1 0 0 0,36 97 1 0 0,-40-133 559 0 0,48 142-20 0 0,119 245-1 0 0,-138-342-171 0 0,2-2-1 0 0,4-1 0 0 0,3-3 1 0 0,3-2-1 0 0,89 91 0 0 0,-108-130-42 0 0,0 0 0 0 0,2-2 0 0 0,1-2-1 0 0,1-1 1 0 0,1-2 0 0 0,1-2 0 0 0,1-1 0 0 0,0-2 0 0 0,1-1-1 0 0,1-2 1 0 0,0-3 0 0 0,0 0 0 0 0,1-3 0 0 0,1-2 0 0 0,71 1-1 0 0,-46-8-47 0 0,0-4-1 0 0,68-13 0 0 0,134-40-96 0 0,-36 7 21 0 0,-69 26-16 0 0,-71 12 35 0 0,121-33 0 0 0,-194 40 108 0 0,0-1 0 0 0,-1 0 0 0 0,0-1 0 0 0,-1-2 0 0 0,0 0 0 0 0,0 0 0 0 0,-1-2 0 0 0,18-17 0 0 0,-24 19 6 0 0,0-1 0 0 0,-1 0 0 0 0,0-1-1 0 0,-1-1 1 0 0,0 0 0 0 0,-1 0 0 0 0,-1 0 0 0 0,0-1-1 0 0,-1-1 1 0 0,-1 1 0 0 0,6-21 0 0 0,-3-8 9 0 0,-1 1 0 0 0,-3-1-1 0 0,-1 0 1 0 0,-2-1 0 0 0,-3 1 0 0 0,-1 0 0 0 0,-2 0 0 0 0,-2 0 0 0 0,-13-51 0 0 0,-10-9-5 0 0,-4 1 0 0 0,-74-155 0 0 0,91 222 29 0 0,-2 1-1 0 0,-1 0 0 0 0,-2 2 1 0 0,-2 0-1 0 0,-1 1 0 0 0,-1 2 0 0 0,-1 0 1 0 0,-2 2-1 0 0,-1 1 0 0 0,-1 1 1 0 0,-1 2-1 0 0,-1 1 0 0 0,-43-22 0 0 0,27 21 92 0 0,-1 3 0 0 0,-2 2 0 0 0,0 2 0 0 0,-88-17 0 0 0,-218-14 286 0 0,-102 27-215 0 0,360 25-208 0 0,0 4 1 0 0,-156 32 0 0 0,158-17 9 0 0,2 4-1 0 0,1 5 1 0 0,1 3-1 0 0,3 4 1 0 0,1 5-1 0 0,1 3 0 0 0,-98 72 1 0 0,158-99-97 0 0,1 1 0 0 0,1 1-1 0 0,-40 46 1 0 0,64-66 59 0 0,0 0-1 0 0,0 0 1 0 0,0 1-1 0 0,1-1 1 0 0,-1 0-1 0 0,1 1 1 0 0,0-1-1 0 0,-1 0 1 0 0,1 1-1 0 0,0 0 1 0 0,0-1-1 0 0,1 1 1 0 0,-1 0-1 0 0,1-1 1 0 0,-1 1-1 0 0,1 0 1 0 0,0 3-1 0 0,0-5-4 0 0,0 0-1 0 0,1 0 1 0 0,-1 0 0 0 0,1 0-1 0 0,-1 0 1 0 0,1 0 0 0 0,-1 0-1 0 0,1 0 1 0 0,-1 0 0 0 0,1 0-1 0 0,0 0 1 0 0,0-1 0 0 0,0 1-1 0 0,-1 0 1 0 0,1 0 0 0 0,0-1-1 0 0,2 2 1 0 0,0-1-96 0 0,0 1-1 0 0,0-1 1 0 0,1 0-1 0 0,-1 0 1 0 0,0 0-1 0 0,1 0 0 0 0,6 0 1 0 0,45 0-1581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13.1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470 30 804 0 0,'0'0'1301'0'0,"-17"0"-48"0"0,11 0-1036 0 0,-18 0 1276 0 0,0 1 0 0 0,0 1 0 0 0,-32 7 0 0 0,48-7-1528 0 0,-82 22-3915 0 0,78-20 3635 0 0,0 1 0 0 0,0 0 1 0 0,0 0-1 0 0,1 1 0 0 0,-12 8 0 0 0,14-6 651 0 0,1 0 0 0 0,-1 0 0 0 0,2 0-1 0 0,-1 1 1 0 0,1 1 0 0 0,0-1 0 0 0,1 1-1 0 0,0 0 1 0 0,1 0 0 0 0,0 1 0 0 0,0 0 0 0 0,-3 12-1 0 0,-3 17-1288 0 0,2 1 0 0 0,-4 42 0 0 0,6-40-130 0 0,4-28 1121 0 0,1 1-1 0 0,0 0 0 0 0,1 0 1 0 0,1 0-1 0 0,0 0 1 0 0,2 0-1 0 0,-1-1 1 0 0,2 1-1 0 0,0 0 1 0 0,1-1-1 0 0,0 0 1 0 0,2 0-1 0 0,11 24 1 0 0,-9-24-25 0 0,2 0 0 0 0,0 0 0 0 0,1-2 0 0 0,0 1 0 0 0,1-1 0 0 0,1-1 0 0 0,0 0 0 0 0,0-1 0 0 0,1 0 0 0 0,0-1 0 0 0,23 12 0 0 0,8-1 25 0 0,1-1-1 0 0,84 24 1 0 0,188 36 2 0 0,-243-66-40 0 0,0-5 1 0 0,102 2-1 0 0,-102-14-30 0 0,0-2 0 0 0,0-3 0 0 0,121-31-1 0 0,-3-18-13 0 0,-162 45 13 0 0,0-1 1 0 0,-2-1-1 0 0,0-2 1 0 0,28-20 0 0 0,-47 29 13 0 0,-1-1 0 0 0,0 0 0 0 0,0 0 0 0 0,-1-1 0 0 0,9-10 0 0 0,-14 14 24 0 0,1 0 0 0 0,-1 0 0 0 0,0 0-1 0 0,-1 0 1 0 0,1 0 0 0 0,-1-1 0 0 0,0 1 0 0 0,0-1-1 0 0,-1 0 1 0 0,1 1 0 0 0,-1-1 0 0 0,0-9 0 0 0,-1 7 289 0 0,0 0 0 0 0,-1 0 0 0 0,0 0 0 0 0,0 0 0 0 0,-1 0 1 0 0,0 0-1 0 0,0 1 0 0 0,-1-1 0 0 0,0 0 0 0 0,0 1 0 0 0,-1 0 1 0 0,0 0-1 0 0,0 0 0 0 0,-7-8 0 0 0,-92-105 7750 0 0,60 73-5748 0 0,-5-5-2641 0 0,-3 2 1 0 0,-78-59 0 0 0,77 71-1410 0 0,-70-39 0 0 0,92 62 786 0 0,0 0 1 0 0,0 2-1 0 0,-1 2 0 0 0,-1 1 1 0 0,0 1-1 0 0,-1 1 0 0 0,1 2 0 0 0,-41-2 1 0 0,42 7 855 0 0,1 1 1 0 0,-1 1 0 0 0,1 1-1 0 0,0 2 1 0 0,0 2-1 0 0,0 0 1 0 0,1 2-1 0 0,0 1 1 0 0,-33 15-1 0 0,28-8-76 0 0,-41 26 0 0 0,64-35-69 0 0,0 1 0 0 0,0 0 1 0 0,1 0-1 0 0,0 1 0 0 0,1 1 0 0 0,0-1 0 0 0,-10 14 0 0 0,9-3-1538 0 0,8 0 927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14.5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803 0 200 0 0,'0'0'1752'0'0,"-18"6"-1229"0"0,-139 55-15 0 0,116-42-220 0 0,0 2 0 0 0,-55 38 0 0 0,74-42-224 0 0,0 0-1 0 0,1 1 1 0 0,1 1 0 0 0,1 1-1 0 0,-25 33 1 0 0,-2 15-15 0 0,2 1 0 0 0,4 2 0 0 0,-38 92-1 0 0,65-128-44 0 0,1 0-1 0 0,-10 52 0 0 0,-5 75 12 0 0,22-125-7 0 0,-4 58-6 0 0,3 131 0 0 0,6-190-3 0 0,1-3 4 0 0,2 0 0 0 0,1 0 0 0 0,10 38 0 0 0,33 95 25 0 0,-21-93-29 0 0,3-1-1 0 0,69 121 0 0 0,-20-70-25 0 0,114 137 0 0 0,-153-209 25 0 0,162 182-92 0 0,-162-195 71 0 0,2-2 1 0 0,1-2-1 0 0,77 48 1 0 0,-32-33-24 0 0,155 62 0 0 0,103 10-17 0 0,-266-98 41 0 0,0-3 1 0 0,0-3 0 0 0,92 6 0 0 0,-104-18 3 0 0,0-4 1 0 0,1-2 0 0 0,-1-3 0 0 0,78-16-1 0 0,-89 10-12 0 0,-1-4 0 0 0,106-39 0 0 0,-129 39 16 0 0,0-2 0 0 0,-2 0 1 0 0,1-3-1 0 0,-2 0 0 0 0,-1-2 0 0 0,27-25 0 0 0,-20 13 12 0 0,-2-2 1 0 0,-2-2-1 0 0,-1 0 1 0 0,-1-2-1 0 0,-3-2 1 0 0,-1 0-1 0 0,-2-1 1 0 0,29-76-1 0 0,-37 76-8 0 0,-2-2-1 0 0,-2 1 1 0 0,-1-2 0 0 0,-3 1 0 0 0,3-72-1 0 0,-8 63-11 0 0,-2-1 0 0 0,-2 0 0 0 0,-10-56-1 0 0,-103-349 242 0 0,70 314-100 0 0,-27-78 52 0 0,47 157-119 0 0,-44-84 0 0 0,-82-85-34 0 0,79 130-30 0 0,-38-57-8 0 0,94 138 25 0 0,-1 0 1 0 0,-2 1-1 0 0,0 0 1 0 0,-1 2-1 0 0,-1 0 0 0 0,-40-29 1 0 0,42 37 35 0 0,-1 1 1 0 0,0 0-1 0 0,-1 1 0 0 0,0 2 0 0 0,-1 0 1 0 0,0 1-1 0 0,-1 1 0 0 0,-43-7 1 0 0,-211-19 301 0 0,26 5-248 0 0,145 12-76 0 0,-277-28 99 0 0,334 43-90 0 0,1 1 0 0 0,0 3 1 0 0,-1 1-1 0 0,2 3 0 0 0,-92 25 0 0 0,82-13-89 0 0,0 3 0 0 0,2 1 0 0 0,-85 52 0 0 0,110-57-202 0 0,2 2-1 0 0,0 1 1 0 0,1 1-1 0 0,1 1 1 0 0,2 2 0 0 0,0 0-1 0 0,-34 48 1 0 0,30-33-1473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15.8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244 0 730 0 0,'0'0'2667'0'0,"-7"8"132"0"0,-24 21 7977 0 0,26-23-10483 0 0,0 0 0 0 0,0 1 0 0 0,0 0 0 0 0,1 0 0 0 0,0 0 0 0 0,0 0 0 0 0,0 1 0 0 0,-4 13 0 0 0,-5 13-319 0 0,-10 11-680 0 0,-36 72-4547 0 0,-1 0-4045 0 0,54-110 8912 0 0,5-14-100 0 0,4-15 114 0 0,9-17-1089 0 0,5-42 0 0 0,-16 62 1301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16.0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82 1 32 0 0,'0'0'2850'0'0,"-12"11"43"0"0,-37 40 8220 0 0,47-48-10723 0 0,0 0-1 0 0,-1 0 1 0 0,1 0 0 0 0,0 0-1 0 0,1 1 1 0 0,-1-1-1 0 0,-2 7 1 0 0,3-5-402 0 0,1-1 0 0 0,-1 1 0 0 0,0 0 0 0 0,1-1 0 0 0,0 1 0 0 0,1 9 0 0 0,0 2-249 0 0,0-10 181 0 0,0 0 1 0 0,0 0-1 0 0,0 0 0 0 0,1 0 1 0 0,0 0-1 0 0,0-1 0 0 0,0 1 1 0 0,1 0-1 0 0,-1-1 0 0 0,2 0 0 0 0,-1 0 1 0 0,0 0-1 0 0,1 0 0 0 0,8 9 1 0 0,-4-6-154 0 0,1 0 0 0 0,0-1 0 0 0,0 0 0 0 0,0 0 0 0 0,1-1 0 0 0,0 0 0 0 0,12 5 0 0 0,-2-4-1993 0 0,0 0 1 0 0,0-2 0 0 0,0 0-1 0 0,32 3 1 0 0,37-1-934 0 0,-62-5 1766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16.7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0 368 0 0,'0'16'95'0'0,"12"222"-18"0"0,26-8 987 0 0,-1-13-300 0 0,20 250-315 0 0,-53-436-382 0 0,4 29 584 0 0,-12-22 6895 0 0,-9-53-2976 0 0,0 1-2344 0 0,4 3-1032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16.9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0 144 446 0 0,'0'0'2212'0'0,"15"14"304"0"0,47 45 7762 0 0,-57-55-9886 0 0,0 0 1 0 0,0 0-1 0 0,1-1 1 0 0,-1 0-1 0 0,1 0 0 0 0,-1 0 1 0 0,1-1-1 0 0,0 1 0 0 0,7 0 1 0 0,-5-1-362 0 0,0-1 1 0 0,0 0-1 0 0,0-1 1 0 0,0 0 0 0 0,0-1-1 0 0,0 1 1 0 0,0-1 0 0 0,11-3-1 0 0,-8 1-142 0 0,-1 0-1 0 0,0-1 0 0 0,0 0 1 0 0,-1-1-1 0 0,1 1 1 0 0,-1-2-1 0 0,0 0 0 0 0,0 0 1 0 0,-1 0-1 0 0,0-1 0 0 0,14-15 1 0 0,-12 10-192 0 0,0 0 0 0 0,0-1 0 0 0,-2 0 1 0 0,0-1-1 0 0,0 0 0 0 0,-1 0 0 0 0,6-20 0 0 0,0-10-2523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27.5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40 0 1660 0 0,'-6'3'4745'0'0,"-19"7"5865"0"0,24-9-10500 0 0,0-1 0 0 0,1 0-1 0 0,-1 1 1 0 0,1-1 0 0 0,-1 1-1 0 0,1-1 1 0 0,-1 1 0 0 0,1-1-1 0 0,0 1 1 0 0,-1-1 0 0 0,1 1 0 0 0,0-1-1 0 0,-1 1 1 0 0,1-1 0 0 0,0 1-1 0 0,0 0 1 0 0,-1-1 0 0 0,1 1-1 0 0,0 0 1 0 0,0-1 0 0 0,0 1-1 0 0,0 0 1 0 0,0-1 0 0 0,0 1-1 0 0,0-1 1 0 0,0 1 0 0 0,0 0 0 0 0,0-1-1 0 0,0 2 1 0 0,8 16-704 0 0,-7-16 542 0 0,47 101-2726 0 0,52 167 0 0 0,-75-198 1961 0 0,1 19-7414 0 0,-24-84 7391 0 0,-2-14 384 0 0,-3-20-602 0 0,-3-2-328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18.53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 1 1816 0 0,'0'0'1861'0'0,"-2"18"895"0"0,-7 62 7831 0 0,9-69-9909 0 0,0 0 1 0 0,0 0 0 0 0,3 13 0 0 0,0-9-989 0 0,1-1 0 0 0,9 23 0 0 0,-1-4-448 0 0,4 9-482 0 0,-8-20-931 0 0,9 34 0 0 0,-6-15-2022 0 0,-6-25 2276 0 0,6 31-1 0 0,-6-27 2364 0 0,-5-19-381 0 0,0-1 1 0 0,0 1-1 0 0,0-1 0 0 0,1 1 0 0 0,-1-1 0 0 0,0 0 1 0 0,0 1-1 0 0,0-1 0 0 0,0 1 0 0 0,0-1 0 0 0,1 1 1 0 0,-1-1-1 0 0,0 0 0 0 0,0 1 0 0 0,0-1 0 0 0,1 1 1 0 0,-1-1-1 0 0,0 0 0 0 0,1 1 0 0 0,-1-1 0 0 0,0 0 1 0 0,1 1-1 0 0,-1-1 0 0 0,1 0 0 0 0,-1 0 0 0 0,0 1 1 0 0,1-1-1 0 0,-1 0 0 0 0,1 0 0 0 0,-1 0 1 0 0,1 0-1 0 0,-1 0 0 0 0,1 1 0 0 0,-1-1 0 0 0,0 0 1 0 0,1 0-1 0 0,0 0 0 0 0,0-3 331 0 0,-1 0 0 0 0,1 1 0 0 0,-1-1 0 0 0,0 0 0 0 0,0 0 0 0 0,0 1 0 0 0,0-1 0 0 0,-1-4 0 0 0,1 0 279 0 0,0-15 1476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18.7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1 186 0 0,'0'0'3684'0'0,"15"17"-968"0"0,46 57 7747 0 0,-30-27-7849 0 0,-24-33-2726 0 0,-1 0 0 0 0,5 17 0 0 0,2 7-697 0 0,-3-12-1165 0 0,-1 0 0 0 0,8 39 0 0 0,-13-47-1340 0 0,-2 0-1 0 0,1 26 1 0 0,-3-38 2477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18.9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89 642 0 0,'7'-7'6131'0'0,"13"-12"2111"0"0,10-7-4229 0 0,-25 22-3947 0 0,1-1 0 0 0,0 1 0 0 0,0 0 0 0 0,0 1 1 0 0,0-1-1 0 0,1 1 0 0 0,-1 0 0 0 0,12-3 0 0 0,-17 6-78 0 0,-1 0-1 0 0,0 0 1 0 0,1 0 0 0 0,-1 0-1 0 0,0 0 1 0 0,1 0 0 0 0,-1 0-1 0 0,0 0 1 0 0,1 0 0 0 0,-1 0-1 0 0,0 0 1 0 0,1 0 0 0 0,-1 0-1 0 0,0 0 1 0 0,0 1-1 0 0,1-1 1 0 0,-1 0 0 0 0,0 0-1 0 0,1 0 1 0 0,-1 0 0 0 0,0 1-1 0 0,0-1 1 0 0,1 0 0 0 0,-1 0-1 0 0,0 0 1 0 0,0 1 0 0 0,0-1-1 0 0,1 0 1 0 0,-1 1-1 0 0,0-1 1 0 0,0 0 0 0 0,0 0-1 0 0,0 1 1 0 0,0-1 0 0 0,0 0-1 0 0,1 1 1 0 0,-1-1 0 0 0,0 0-1 0 0,0 1 1 0 0,0-1 0 0 0,0 0-1 0 0,0 0 1 0 0,0 1-1 0 0,0-1 1 0 0,0 0 0 0 0,-1 1-1 0 0,-3 17 486 0 0,4-17-454 0 0,-4 11 107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19.1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1 122 336 0 0,'0'0'2836'0'0,"10"-4"-49"0"0,35-18 7674 0 0,-5 0-7221 0 0,-13 5-3240 0 0,-14 9 0 0 0,-1 0 0 0 0,24-19 0 0 0,-27 13 0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19.3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0 324 0 0,'0'0'3994'0'0,"4"14"-1380"0"0,0 1 510 0 0,10 34 4428 0 0,3-8-5500 0 0,93 190-5389 0 0,-103-215 3242 0 0,0 1 0 0 0,6 25-1 0 0,-5 8-2867 0 0,-7-29-514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19.5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1 492 0 0,'0'0'2430'0'0,"67"69"14308"0"0,-59-63-16738 0 0,0 2 0 0 0,-8 2-552 0 0,3 1 1104 0 0,-3-1-552 0 0,0-2 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19.9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0 189 686 0 0,'0'0'2715'0'0,"13"-9"17"0"0,-2 2-23 0 0,42-30 5757 0 0,-9 10-6114 0 0,-5 1-2899 0 0,65-54-1 0 0,-104 80 545 0 0,0 0 0 0 0,0 0 0 0 0,1 0 0 0 0,-1-1 0 0 0,0 1 0 0 0,0 0-1 0 0,0 0 1 0 0,0 0 0 0 0,1-1 0 0 0,-1 1 0 0 0,0 0 0 0 0,0 0 0 0 0,0 0 0 0 0,1 0-1 0 0,-1 0 1 0 0,0 0 0 0 0,0 0 0 0 0,1-1 0 0 0,-1 1 0 0 0,0 0 0 0 0,0 0 0 0 0,1 0-1 0 0,-1 0 1 0 0,0 0 0 0 0,0 0 0 0 0,1 0 0 0 0,-1 0 0 0 0,0 0 0 0 0,0 0 0 0 0,1 0-1 0 0,-1 0 1 0 0,0 1 0 0 0,0-1 0 0 0,1 0 0 0 0,-1 0 0 0 0,0 0 0 0 0,0 0 0 0 0,0 0-1 0 0,1 0 1 0 0,-1 0 0 0 0,0 1 0 0 0,2 13 307 0 0,-8 26 547 0 0,5-33-780 0 0,-9 31-2326 0 0,-1 0 0 0 0,-2-1 0 0 0,-32 68 0 0 0,37-92 2049 0 0,6-9 337 0 0,0-1 1 0 0,0 1-1 0 0,0 0 0 0 0,1-1 1 0 0,0 1-1 0 0,-1 0 0 0 0,1 0 1 0 0,0 0-1 0 0,-4 6 2908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20.0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1006 0 0,'0'0'2350'0'0,"113"49"8399"0"0,-90-39-8224 0 0,-4 0-751 0 0,-1-2-518 0 0,1-2-1256 0 0,-4 0 0 0 0,0-1 0 0 0,-7-1 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21.0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1 368 0 0,'0'0'4454'0'0,"0"91"10384"0"0,0-76-14838 0 0,0-1 0 0 0,0-1 0 0 0,0-4 0 0 0,7 1 0 0 0,-7-7 0 0 0,12-3 0 0 0,-12-9-1424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21.5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26 142 0 0,'0'0'3624'0'0,"19"-4"-885"0"0,62-13 7790 0 0,-68 15-10099 0 0,-1 0 0 0 0,0 2 1 0 0,1-1-1 0 0,18 3 1 0 0,-23-1-680 0 0,0 0 0 0 0,-1 1 0 0 0,1-1 0 0 0,-1 2 0 0 0,1-1 0 0 0,13 8 0 0 0,-16-7-157 0 0,0 0 1 0 0,-1 0-1 0 0,1 1 1 0 0,0 0-1 0 0,-1 0 1 0 0,0 0-1 0 0,0 0 1 0 0,0 1-1 0 0,0-1 1 0 0,-1 1-1 0 0,0 0 1 0 0,0 0-1 0 0,0 1 1 0 0,-1-1-1 0 0,0 0 1 0 0,0 1-1 0 0,0 0 1 0 0,0-1-1 0 0,-1 1 1 0 0,1 9-1 0 0,0 4-1104 0 0,-1-1 0 0 0,-3 33-1 0 0,-2-21 1449 0 0,-1 1 0 0 0,-2-1 0 0 0,-1 0 0 0 0,-18 46 0 0 0,25-73-13 0 0,-1 1 0 0 0,1-1 0 0 0,0 1 0 0 0,0-1 0 0 0,1 1 1 0 0,-1 0-1 0 0,1-1 0 0 0,0 6 0 0 0,15-37-975 0 0,-4 5 275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21.7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0 742 0 0,'0'0'2696'0'0,"10"17"-442"0"0,1 2 125 0 0,1 1 300 0 0,-1 0 0 0 0,-1 1 0 0 0,8 25 0 0 0,-4-8-2398 0 0,45 116-1832 0 0,-48-130-617 0 0,17 24 1 0 0,-18-34-570 0 0,0 0 0 0 0,20 21 1 0 0,-22-27 1277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21.8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0 179 552 0 0,'0'0'2758'0'0,"16"-14"49"0"0,50-45 8032 0 0,-57 51-10202 0 0,0 1 0 0 0,1 0 1 0 0,-1 1-1 0 0,17-8 0 0 0,-2 1-1119 0 0,-7 2 495 0 0,-10 6-30 0 0,-1 0 0 0 0,1 1 0 0 0,0 0 0 0 0,0 0 0 0 0,0 1 0 0 0,0 0 0 0 0,1 0 0 0 0,-1 0 0 0 0,1 1 0 0 0,9-1 1 0 0,-13 4-506 0 0,-3 4 1217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22.0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21 806 0 0,'0'0'694'0'0,"2"14"975"0"0,5 48 2795 0 0,-7-58-4213 0 0,1 0 0 0 0,0 0 0 0 0,0 0 0 0 0,0 0 0 0 0,1 0 0 0 0,-1-1 0 0 0,1 1 0 0 0,0 0 0 0 0,0-1 0 0 0,0 0 0 0 0,0 1 0 0 0,1-1 0 0 0,0 0 0 0 0,-1 0 0 0 0,1 0 0 0 0,0 0 0 0 0,0-1-1 0 0,1 1 1 0 0,-1-1 0 0 0,0 0 0 0 0,1 0 0 0 0,0 0 0 0 0,-1 0 0 0 0,1-1 0 0 0,0 1 0 0 0,0-1 0 0 0,7 1 0 0 0,-6-1-1 0 0,0 0 0 0 0,0-1 0 0 0,0 0 0 0 0,0 0 0 0 0,1-1 0 0 0,-1 1 0 0 0,0-1 0 0 0,0 0 0 0 0,0 0 0 0 0,0-1 0 0 0,-1 1 0 0 0,1-1 0 0 0,0 0 0 0 0,-1 0 0 0 0,1-1 0 0 0,-1 0 0 0 0,1 1 0 0 0,-1-1 0 0 0,5-6 0 0 0,-4 4-250 0 0,-1 0 0 0 0,0 0 0 0 0,0-1 0 0 0,0 1 0 0 0,-1-1 0 0 0,0 0 0 0 0,0 0 0 0 0,-1 0 0 0 0,3-10 0 0 0,-4 14 0 0 0,0 0 0 0 0,-1 0 0 0 0,1 0 0 0 0,-1 0 0 0 0,0 0 0 0 0,0-1 0 0 0,0 1 0 0 0,0 0 0 0 0,0 0 0 0 0,0 0 0 0 0,-1 0 0 0 0,1 0 0 0 0,0 0 0 0 0,-1 0 0 0 0,0 0 0 0 0,0 0 0 0 0,1 0 0 0 0,-1 0 0 0 0,0 0 0 0 0,-1 0 0 0 0,1 0 0 0 0,0 0 0 0 0,0 1 0 0 0,-1-1 0 0 0,1 1 0 0 0,-1-1 0 0 0,1 1 0 0 0,-1-1 0 0 0,0 1 0 0 0,0 0 0 0 0,1 0 0 0 0,-3-1 0 0 0,-4-1-160 0 0,0 0-1 0 0,1 1 1 0 0,-1 0 0 0 0,0 0-1 0 0,0 1 1 0 0,-13-1 0 0 0,-52 2-2192 0 0,35 2 1026 0 0,28-4-1463 0 0,-4-3 1761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22.36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1508 0 0,'0'0'2461'0'0,"15"15"141"0"0,48 49 7868 0 0,-57-57-9690 0 0,-1-1-1 0 0,1 1 1 0 0,6 12-1 0 0,-10-15-836 0 0,0 1-1 0 0,0 0 1 0 0,-1-1 0 0 0,1 1-1 0 0,-1 0 1 0 0,0 0-1 0 0,0 6 1 0 0,0-5 17 0 0,0-4 40 0 0,-1 0 0 0 0,0 0 0 0 0,0 0 0 0 0,0 0 0 0 0,0 0 0 0 0,-1 0 0 0 0,1 0 0 0 0,-1 0 0 0 0,1 0 0 0 0,-1 0 0 0 0,0 2 0 0 0,-6 9 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22.6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20 78 0 0,'1'1'5312'0'0,"4"0"-4433"0"0,-1-1-1 0 0,1 1 0 0 0,-1-1 1 0 0,1 0-1 0 0,-1-1 0 0 0,1 1 1 0 0,-1-1-1 0 0,1 0 0 0 0,-1 0 1 0 0,0 0-1 0 0,8-3 1 0 0,-4 1-134 0 0,-1 1 1 0 0,1 0 0 0 0,0 1 0 0 0,9-1 0 0 0,-15 2-746 0 0,0 0 0 0 0,0 0 0 0 0,0 0 0 0 0,1 1 0 0 0,-1-1 0 0 0,0 1 0 0 0,0-1 0 0 0,0 1 0 0 0,0 0 0 0 0,-1 0 0 0 0,1-1 0 0 0,0 1 0 0 0,0 1 0 0 0,0-1 0 0 0,-1 0 0 0 0,1 0 0 0 0,0 1 0 0 0,-1-1 0 0 0,1 1 0 0 0,0 1 0 0 0,1 1 0 0 0,-1 0 0 0 0,0 0 0 0 0,0 0 0 0 0,0 0 0 0 0,0 1 0 0 0,-1-1 0 0 0,1 1 0 0 0,0 7 0 0 0,0 4 0 0 0,-1 1 0 0 0,-2 30 0 0 0,0-12 0 0 0,1-34 0 0 0,0 0 0 0 0,0 0 0 0 0,0 0 0 0 0,0 0 0 0 0,0 0 0 0 0,0 0 0 0 0,0 0 0 0 0,0 0 0 0 0,1 0 0 0 0,-1 0 0 0 0,0 0 0 0 0,1 0 0 0 0,-1 0 0 0 0,1 0 0 0 0,-1 0 0 0 0,1 0 0 0 0,-1 0 0 0 0,1 0 0 0 0,0 0 0 0 0,-1 0 0 0 0,1-1 0 0 0,0 1 0 0 0,0 0 0 0 0,-1 0 0 0 0,1-1 0 0 0,0 1 0 0 0,0-1 0 0 0,0 1 0 0 0,0-1 0 0 0,0 1 0 0 0,0-1 0 0 0,0 1 0 0 0,0-1 0 0 0,0 0 0 0 0,0 0 0 0 0,0 0 0 0 0,0 1 0 0 0,0-1 0 0 0,0 0 0 0 0,2 0 0 0 0,-1-1 0 0 0,1 1 0 0 0,-1-1 0 0 0,1 1 0 0 0,-1-1 0 0 0,1 0 0 0 0,-1 0 0 0 0,0 0 0 0 0,1 0 0 0 0,-1 0 0 0 0,0 0 0 0 0,0-1 0 0 0,0 1 0 0 0,0-1 0 0 0,0 0 0 0 0,0 1 0 0 0,0-1 0 0 0,1-3 0 0 0,5-7-115 0 0,-2 0 1 0 0,1-1-1 0 0,-1 1 0 0 0,-1-2 1 0 0,0 1-1 0 0,-1 0 0 0 0,-1-1 0 0 0,0 0 1 0 0,-1 0-1 0 0,1-17 0 0 0,-2 5-1796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22.8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32 0 0,'0'0'3738'0'0,"13"4"-954"0"0,39 17 7708 0 0,-47-19-10253 0 0,0 1 1 0 0,-1 1-1 0 0,1-1 0 0 0,-1 1 1 0 0,0-1-1 0 0,0 1 1 0 0,0 1-1 0 0,0-1 1 0 0,-1 0-1 0 0,3 6 1 0 0,17 18-727 0 0,13 0 1645 0 0,-25-20-1476 0 0,1-2 1 0 0,-1 1-1 0 0,1-2 1 0 0,0 1-1 0 0,0-2 1 0 0,1 1-1 0 0,-1-2 1 0 0,1 0-1 0 0,0 0 1 0 0,0-1-1 0 0,23 0 1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23.0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60 406 0 0,'0'0'2866'0'0,"53"93"4385"0"0,-38-79-4964 0 0,4-3-526 0 0,0-4 578 0 0,-1-6 411 0 0,9-1-2750 0 0,-8-6 0 0 0,7-10 0 0 0,-3-7-304 0 0,-4-4-908 0 0,3 0-150 0 0,-7-4-102 0 0,-3 9-2192 0 0,-1-12 2851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23.4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136 25 780 0 0,'0'0'2381'0'0,"-16"-5"533"0"0,-48-14 7963 0 0,62 19-10654 0 0,1 0 1 0 0,-1-1 0 0 0,1 1 0 0 0,-1 0 0 0 0,1 0 0 0 0,-1 0 0 0 0,1 0 0 0 0,-1 0-1 0 0,1 1 1 0 0,0-1 0 0 0,-1 0 0 0 0,1 1 0 0 0,-2 0 0 0 0,2-1-242 0 0,0 1 1 0 0,0 0-1 0 0,0 0 1 0 0,0-1-1 0 0,0 1 1 0 0,1 0-1 0 0,-1 0 1 0 0,0 0-1 0 0,0 0 1 0 0,1 0-1 0 0,-1 0 0 0 0,1 0 1 0 0,-1 0-1 0 0,1 0 1 0 0,-1 2-1 0 0,-1 2-127 0 0,-2 7 141 0 0,0 0-1 0 0,1 0 1 0 0,0 1 0 0 0,1-1-1 0 0,0 1 1 0 0,1 0 0 0 0,1-1-1 0 0,0 1 1 0 0,1 0 0 0 0,0 0-1 0 0,5 23 1 0 0,-4-28-265 0 0,1 1-1 0 0,0-1 1 0 0,0 1-1 0 0,0-1 1 0 0,1 0-1 0 0,0 0 1 0 0,1-1-1 0 0,0 1 1 0 0,0-1-1 0 0,0 0 1 0 0,1 0 0 0 0,0-1-1 0 0,1 1 1 0 0,9 6-1 0 0,-7-7-509 0 0,0 0 1 0 0,0-1-1 0 0,1 0 0 0 0,0 0 0 0 0,0-1 0 0 0,0-1 1 0 0,0 0-1 0 0,1 0 0 0 0,-1-1 0 0 0,1 0 0 0 0,18 0 1 0 0,-17-1 378 0 0,0-1 1 0 0,0 0-1 0 0,0-1 0 0 0,0 0 1 0 0,0-1-1 0 0,0 0 1 0 0,0-1-1 0 0,-1-1 1 0 0,1 0-1 0 0,-1 0 1 0 0,0-1-1 0 0,0 0 0 0 0,-1-1 1 0 0,19-13-1 0 0,-10 4 173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23.7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1 334 0 0,'0'0'2802'0'0,"-2"16"-301"0"0,-8 51 7315 0 0,9-64-9573 0 0,1 1 0 0 0,-1-1 1 0 0,1 0-1 0 0,0 0 0 0 0,0 1 0 0 0,1-1 0 0 0,-1 0 0 0 0,1 0 1 0 0,-1 0-1 0 0,1 1 0 0 0,0-1 0 0 0,0 0 0 0 0,0 0 0 0 0,1 0 1 0 0,2 4-1 0 0,-2-5-194 0 0,0 1-1 0 0,-1-2 1 0 0,1 1 0 0 0,0 0 0 0 0,0 0-1 0 0,1-1 1 0 0,-1 1 0 0 0,0-1-1 0 0,0 1 1 0 0,1-1 0 0 0,-1 0 0 0 0,1 0-1 0 0,-1 0 1 0 0,1-1 0 0 0,3 2 0 0 0,-2-2-140 0 0,1 1 1 0 0,0-1-1 0 0,-1 0 1 0 0,1 0-1 0 0,0 0 1 0 0,-1 0-1 0 0,1-1 1 0 0,-1 0-1 0 0,1 0 1 0 0,-1 0-1 0 0,1-1 1 0 0,-1 1-1 0 0,0-1 1 0 0,1 0-1 0 0,-1 0 1 0 0,0-1-1 0 0,0 1 1 0 0,4-4-1 0 0,-5 3-375 0 0,0-1 1 0 0,0 0-1 0 0,0 0 0 0 0,0 0 0 0 0,-1 0 0 0 0,1 0 1 0 0,-1 0-1 0 0,0-1 0 0 0,-1 1 0 0 0,1-1 0 0 0,1-8 1 0 0,-2 11 347 0 0,-1 0 1 0 0,0 0 0 0 0,1 1 0 0 0,-1-1 0 0 0,0 0 0 0 0,0 0 0 0 0,0 0 0 0 0,-1 0-1 0 0,1 0 1 0 0,0 1 0 0 0,-1-1 0 0 0,1 0 0 0 0,-1 0 0 0 0,0 0 0 0 0,1 1 0 0 0,-1-1-1 0 0,0 0 1 0 0,0 1 0 0 0,0-1 0 0 0,0 1 0 0 0,0-1 0 0 0,-1 1 0 0 0,1-1 0 0 0,0 1-1 0 0,-1 0 1 0 0,1 0 0 0 0,-1 0 0 0 0,1 0 0 0 0,-1 0 0 0 0,0 0 0 0 0,1 0 0 0 0,-3-1-1 0 0,-7-1-457 0 0,0-1 0 0 0,-1 2-1 0 0,1-1 1 0 0,0 1 0 0 0,-1 1-1 0 0,0 0 1 0 0,1 1 0 0 0,-18 2-1 0 0,22 2-1119 0 0,14-4 663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23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0 450 0 0,'0'0'4043'0'0,"5"13"-1487"0"0,35 67 8896 0 0,16 12-11765 0 0,-31-57-1572 0 0,-6-7-3012 0 0,34 39-1 0 0,-15-29-1051 0 0,-29-30 5745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24.2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3 103 978 0 0,'0'0'2337'0'0,"18"3"352"0"0,55 8 8235 0 0,-71-11-10806 0 0,0 0-1 0 0,-1-1 1 0 0,1 1 0 0 0,0 0 0 0 0,0 0 0 0 0,0-1-1 0 0,-1 1 1 0 0,1-1 0 0 0,0 0 0 0 0,0 1-1 0 0,-1-1 1 0 0,1 0 0 0 0,-1 0 0 0 0,1 0-1 0 0,-1 0 1 0 0,1 0 0 0 0,-1-1 0 0 0,0 1 0 0 0,1 0-1 0 0,-1-1 1 0 0,0 1 0 0 0,0-1 0 0 0,0 1-1 0 0,0-1 1 0 0,0 1 0 0 0,0-1 0 0 0,-1 0-1 0 0,2-2 1 0 0,-1 0-170 0 0,0 1-1 0 0,0 0 1 0 0,0 0-1 0 0,-1 0 1 0 0,0-1-1 0 0,1 1 0 0 0,-1 0 1 0 0,0-1-1 0 0,-1 1 1 0 0,1 0-1 0 0,0 0 1 0 0,-2-5-1 0 0,0 5 53 0 0,1 1-1 0 0,-1 0 1 0 0,0-1 0 0 0,0 1-1 0 0,0 0 1 0 0,-1 0 0 0 0,1 0-1 0 0,0 0 1 0 0,-1 0-1 0 0,1 0 1 0 0,-1 1 0 0 0,0 0-1 0 0,1-1 1 0 0,-1 1 0 0 0,0 0-1 0 0,0 0 1 0 0,0 0-1 0 0,0 1 1 0 0,0-1 0 0 0,-4 0-1 0 0,-11-1-1 0 0,0 0-1 0 0,-19 1 0 0 0,36 1 3 0 0,-7 2-1810 0 0,11-2 836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24.4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0 215 388 0 0,'0'0'2409'0'0,"14"14"252"0"0,3 4 522 0 0,0 1 2147 0 0,32 26 0 0 0,-47-43-5309 0 0,-1-1-1 0 0,1 1 1 0 0,0-1 0 0 0,1 1 0 0 0,-1-1-1 0 0,0 0 1 0 0,0 1 0 0 0,0-1-1 0 0,1 0 1 0 0,-1-1 0 0 0,1 1-1 0 0,-1 0 1 0 0,0-1 0 0 0,1 1-1 0 0,4-1 1 0 0,-6 0-20 0 0,0 0 0 0 0,1-1 0 0 0,-1 1 0 0 0,0-1 0 0 0,0 1 0 0 0,1-1 0 0 0,-1 0 0 0 0,0 0 0 0 0,0 1 0 0 0,0-1 0 0 0,0 0 0 0 0,0 0 0 0 0,0 0 0 0 0,0 0 0 0 0,0 0 0 0 0,0 0 0 0 0,0 0 0 0 0,0 0 0 0 0,-1-1 0 0 0,1 1 0 0 0,0 0 0 0 0,-1 0 0 0 0,1-1 0 0 0,-1 1 0 0 0,0 0 0 0 0,1-1 0 0 0,-1-2 0 0 0,12-63-1728 0 0,-9 46 428 0 0,0 0 0 0 0,12-36 0 0 0,-10 45 196 0 0,-1 0-436 0 0,0 0-1 0 0,1 0 0 0 0,1 1 1 0 0,12-20-1 0 0,-15 27 1383 0 0,0 1 0 0 0,0-1-1 0 0,0 1 1 0 0,0 0 0 0 0,1 0 0 0 0,0 1-1 0 0,-1-1 1 0 0,1 1 0 0 0,0 0-1 0 0,0 0 1 0 0,0 0 0 0 0,1 0 0 0 0,-1 1-1 0 0,0-1 1 0 0,1 1 0 0 0,-1 0 0 0 0,7 0-1 0 0,9-1-969 0 0,-1 2-150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30.8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5 638 0 0,'22'-5'19022'0'0,"-18"8"-19022"0"0,-1 0 0 0 0,1 0 0 0 0,-1 0 0 0 0,0 1 0 0 0,0-1 0 0 0,-1 1 0 0 0,1 0 0 0 0,-1 0 0 0 0,3 5 0 0 0,1 0 0 0 0,36 57-201 0 0,-3 2 0 0 0,45 109 0 0 0,-81-187 635 0 0,-2-10-265 0 0,-1-2-169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31.0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1 390 0 0,'0'0'3258'0'0,"13"16"-460"0"0,43 54 7780 0 0,-27-33-7533 0 0,-7 1-3305 0 0,-15-25 111 0 0,11 30 61 0 0,-17-40 89 0 0,0 0 1 0 0,-1 0-1 0 0,1 0 0 0 0,-1 0 1 0 0,1 0-1 0 0,-1 1 0 0 0,0-1 1 0 0,0 0-1 0 0,0 0 0 0 0,-1 0 1 0 0,1 0-1 0 0,-2 5 1 0 0,-5 1 68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31.2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1 108 450 0 0,'0'0'2810'0'0,"17"-11"-43"0"0,7-6 3149 0 0,52-30 1801 0 0,-64 39-7772 0 0,-7 5-40 0 0,0-1 0 0 0,1 1-1 0 0,-1 0 1 0 0,1 0 0 0 0,0 1 0 0 0,0 0-1 0 0,10-3 1 0 0,-16 13-1332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31.6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61 356 0 0,'0'0'2243'0'0,"18"-9"618"0"0,54-29 8500 0 0,-45 25-7950 0 0,-19 13-3656 0 0,-1 1-82 0 0,-6 0 327 0 0,0-1 0 0 0,0 1 0 0 0,0 0 0 0 0,0-1 0 0 0,-1 1 0 0 0,1 0 0 0 0,0 0 0 0 0,0 0 0 0 0,-1 0 0 0 0,1 0 0 0 0,-1 0 0 0 0,1 0 0 0 0,-1 0 0 0 0,1 0 0 0 0,-1 0 0 0 0,0 0 0 0 0,1 0 0 0 0,-1 0 0 0 0,0 0 0 0 0,0 0 0 0 0,0 0 0 0 0,0 0 0 0 0,0 1 0 0 0,0-1 0 0 0,0 1 0 0 0,-1 33 0 0 0,-1-26 0 0 0,1 0 0 0 0,-2 0 0 0 0,0-1 0 0 0,0 1 0 0 0,0-1 0 0 0,-8 13 0 0 0,-1 5 0 0 0,2-6 0 0 0,0 0 0 0 0,-2 0 0 0 0,0-2 0 0 0,-1 1 0 0 0,-23 25 0 0 0,41-49-213 0 0,1 1 0 0 0,-1 0 1 0 0,1 0-1 0 0,1 1 0 0 0,-1 0 0 0 0,0 0 0 0 0,9-2 0 0 0,67-22-3103 0 0,-17 7 1232 0 0,-37 9-944 0 0,-11 6 1920 0 0,1-1 0 0 0,-1-1 0 0 0,-1 0-1 0 0,0-1 1 0 0,0-1 0 0 0,0-1 0 0 0,17-14 0 0 0,-25 16 725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32.1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86 236 0 0,'0'0'2992'0'0,"17"-8"-269"0"0,50-26 8243 0 0,-38 18-7895 0 0,-9 3-3124 0 0,-10 5-222 0 0,-10 8 274 0 0,0 0 0 0 0,1 0 1 0 0,-1 0-1 0 0,0 0 0 0 0,0 0 0 0 0,0 0 0 0 0,0 0 0 0 0,0 0 0 0 0,0 0 1 0 0,1 0-1 0 0,-1 0 0 0 0,0 0 0 0 0,0 0 0 0 0,0 0 0 0 0,0 0 0 0 0,0 0 1 0 0,0 0-1 0 0,1-1 0 0 0,-1 1 0 0 0,0 0 0 0 0,0 0 0 0 0,0 0 0 0 0,0 0 1 0 0,0 0-1 0 0,0 0 0 0 0,0 0 0 0 0,0-1 0 0 0,0 1 0 0 0,0 0 0 0 0,0 0 1 0 0,0 0-1 0 0,1 0 0 0 0,-1 0 0 0 0,0-1 0 0 0,0 1 0 0 0,0 0 0 0 0,0 0 1 0 0,0 0-1 0 0,0 0 0 0 0,0 0 0 0 0,-1-1 0 0 0,1 1 0 0 0,0 0 0 0 0,0 0 1 0 0,0 0-1 0 0,0 0 0 0 0,0 0 0 0 0,0-1 0 0 0,0 1 0 0 0,0 0 0 0 0,0 0 1 0 0,0 0-1 0 0,-11-1-105 0 0,-14 6-102 0 0,22-3 107 0 0,1 1 1 0 0,-1-1-1 0 0,0 1 0 0 0,1 0 0 0 0,-1 0 1 0 0,1 0-1 0 0,0 0 0 0 0,0 0 0 0 0,0 1 1 0 0,0-1-1 0 0,1 0 0 0 0,-1 1 1 0 0,1 0-1 0 0,0-1 0 0 0,0 1 0 0 0,0 0 1 0 0,1-1-1 0 0,-1 1 0 0 0,1 0 0 0 0,0 0 1 0 0,1 7-1 0 0,0 5-2365 0 0,0-1 0 0 0,1 1 0 0 0,9 28 0 0 0,-4-14-407 0 0,-5-21 2840 0 0,-1-1 0 0 0,1 0 1 0 0,0 0-1 0 0,1 0 1 0 0,0 0-1 0 0,0-1 1 0 0,1 1-1 0 0,0-1 1 0 0,0 0-1 0 0,1 0 1 0 0,0 0-1 0 0,0 0 1 0 0,9 7-1 0 0,-7-8 39 0 0,0 0 0 0 0,1-1-1 0 0,11 7 1 0 0,-17-11-18 0 0,0 0-1 0 0,0 0 1 0 0,1 0-1 0 0,-1 0 1 0 0,0 0 0 0 0,1-1-1 0 0,-1 1 1 0 0,1 0-1 0 0,-1-1 1 0 0,1 0-1 0 0,-1 0 1 0 0,1 0-1 0 0,-1 0 1 0 0,1 0-1 0 0,-1 0 1 0 0,1-1-1 0 0,4 0 1 0 0,-4-1 82 0 0,0-1 1 0 0,-1 1-1 0 0,1 0 0 0 0,0-1 1 0 0,-1 1-1 0 0,1-1 1 0 0,-1 0-1 0 0,0 0 0 0 0,0 0 1 0 0,3-6-1 0 0,4-5 1018 0 0,-5 7-561 0 0,6-5-669 0 0,-1-1 0 0 0,0 0 1 0 0,-1 0-1 0 0,0-1 0 0 0,10-29 0 0 0,-13 21-353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32.3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1 390 0 0,'0'0'2112'0'0,"1"15"-443"0"0,4 31 2471 0 0,11 50 0 0 0,-5-56-7077 0 0,1-1-1 0 0,32 68 1 0 0,-29-62 2463 0 0,-13-36 935 0 0,1-1 0 0 0,-1 1 1 0 0,6 9-1 0 0,-7-13-479 0 0,-1-3-420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32.4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60 466 0 0,'0'0'2404'0'0,"102"-41"14386"0"0,-95 33-16790 0 0,8-3-14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32.9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45 122 0 0,'0'0'3404'0'0,"17"-7"-626"0"0,54-24 7911 0 0,-68 30-10349 0 0,0 0 0 0 0,0 0-1 0 0,0 0 1 0 0,1 0-1 0 0,-1 1 1 0 0,0-1 0 0 0,0 1-1 0 0,6 0 1 0 0,-6 0-357 0 0,-1 1-1 0 0,1 0 0 0 0,-1-1 1 0 0,1 1-1 0 0,-1 0 1 0 0,1 0-1 0 0,-1 1 1 0 0,0-1-1 0 0,0 0 1 0 0,0 1-1 0 0,3 2 1 0 0,4 2-163 0 0,2 2-343 0 0,1 0-1 0 0,-2 1 0 0 0,1 0 0 0 0,-1 1 1 0 0,-1 0-1 0 0,0 1 0 0 0,0 0 1 0 0,-1 0-1 0 0,0 1 0 0 0,-1 0 0 0 0,0 0 1 0 0,-1 1-1 0 0,-1 0 0 0 0,0 0 1 0 0,6 26-1 0 0,-10-34-111 0 0,0 1 0 0 0,-1-1-1 0 0,0 1 1 0 0,0-1 0 0 0,0 1 0 0 0,0-1 0 0 0,-1 1-1 0 0,0-1 1 0 0,0 0 0 0 0,-4 10 0 0 0,3-11 520 0 0,0 0 0 0 0,0 0 0 0 0,0 0 1 0 0,0-1-1 0 0,-1 1 0 0 0,1-1 0 0 0,-1 1 0 0 0,0-1 1 0 0,0 0-1 0 0,-1 0 0 0 0,1 0 0 0 0,-1-1 0 0 0,1 1 1 0 0,-6 2-1 0 0,-8 3 91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33.1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0 121 468 0 0,'0'0'3245'0'0,"20"-7"-498"0"0,63-22 7337 0 0,-8 1-6968 0 0,-48 17-3318 0 0,-5 1-267 0 0,0 1-1 0 0,1 2 0 0 0,0 0 1 0 0,33-5-1 0 0,-37 12 1155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33.3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81 106 0 0,'0'0'3104'0'0,"98"-22"13086"0"0,-76 12-15930 0 0,-3 0-260 0 0,4 1 0 0 0,-8-1 0 0 0,0 2 0 0 0,-8 2 0 0 0,1 1 0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33.5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55 924 0 0,'0'0'2050'0'0,"0"13"-299"0"0,2 43 4771 0 0,-1-53-6332 0 0,-1-1 0 0 0,1 1-1 0 0,-1-1 1 0 0,1 1 0 0 0,0-1 0 0 0,0 0-1 0 0,0 1 1 0 0,0-1 0 0 0,0 0 0 0 0,0 0-1 0 0,1 0 1 0 0,-1 0 0 0 0,1 0-1 0 0,0 0 1 0 0,-1 0 0 0 0,1 0 0 0 0,0 0-1 0 0,0-1 1 0 0,0 1 0 0 0,0-1-1 0 0,0 0 1 0 0,1 1 0 0 0,-1-1 0 0 0,0 0-1 0 0,1 0 1 0 0,-1-1 0 0 0,0 1 0 0 0,5 0-1 0 0,0 1 175 0 0,0-2 0 0 0,0 1 0 0 0,0-1 0 0 0,0 0 0 0 0,0 0-1 0 0,0-1 1 0 0,13-3 0 0 0,-10 1-360 0 0,-1-1 1 0 0,1 1-1 0 0,-1-2 0 0 0,0 0 1 0 0,0 0-1 0 0,-1 0 0 0 0,13-11 0 0 0,52-51-119 0 0,-62 56 57 0 0,12-13-816 0 0,0-1-859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40.7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1 358 0 0,'0'0'1354'0'0,"-1"14"1697"0"0,-3 2 572 0 0,2-7-1370 0 0,1 0 1 0 0,-1 0 0 0 0,2 0 0 0 0,-1 11 0 0 0,35-20-2250 0 0,-3-4-756 0 0,-22 2 632 0 0,0 1-1 0 0,0 0 0 0 0,15 0 1 0 0,-22 1 191 0 0,0 1 0 0 0,0-1 0 0 0,-1 1 1 0 0,1-1-1 0 0,0 1 0 0 0,-1 0 0 0 0,1 0 1 0 0,-1 0-1 0 0,1 0 0 0 0,-1 0 0 0 0,1 0 1 0 0,-1 1-1 0 0,2 0 0 0 0,12 10 167 0 0,-7-9-588 0 0,0 0 1 0 0,-1-1-1 0 0,1 0 0 0 0,11 1 0 0 0,4-1-3024 0 0,33-2 1 0 0,-36-1 919 0 0,0 1 1 0 0,22 3 0 0 0,-34-2 2129 0 0,-1 1 1 0 0,0-1 0 0 0,0 1 0 0 0,0 1 0 0 0,9 4-1 0 0,-12-4 420 0 0,0 0 0 0 0,-1 0-1 0 0,1 1 1 0 0,-1-1-1 0 0,1 1 1 0 0,-1 0 0 0 0,0 0-1 0 0,-1 0 1 0 0,1 0-1 0 0,3 9 1 0 0,12 16-410 0 0,-10-22 245 0 0,-1 0 0 0 0,2 0-1 0 0,-1-1 1 0 0,1 0 0 0 0,0 0 0 0 0,0-1-1 0 0,0-1 1 0 0,1 1 0 0 0,15 4 0 0 0,-8-3 37 0 0,-1 1 0 0 0,18 11-1 0 0,7 7 29 0 0,-25-17-10 0 0,-1 0-1 0 0,-1 2 1 0 0,0 0 0 0 0,0 1-1 0 0,16 15 1 0 0,-26-21 73 0 0,78 81-132 0 0,-67-73 548 0 0,0 0 0 0 0,0-2-1 0 0,1 0 1 0 0,20 11 0 0 0,-2-4-1816 0 0,-17-8 1298 0 0,0-1 0 0 0,1 0 0 0 0,0-1 0 0 0,0-2 0 0 0,38 10 0 0 0,-30-9 303 0 0,-1 0 0 0 0,0 1 0 0 0,-1 2 0 0 0,0 1 0 0 0,0 0 0 0 0,29 21 0 0 0,10 3-2717 0 0,-20-10 2467 0 0,59 45 0 0 0,-63-40 12 0 0,68 37 1 0 0,103 60 1547 0 0,-90-52-3223 0 0,-64-43 706 0 0,-36-23 201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41.3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0 438 0 0,'0'0'33'0'0,"6"20"25"0"0,0-3-36 0 0,2 8 39 0 0,1 0 1 0 0,1-1 0 0 0,23 40-1 0 0,-9-25 39 0 0,2-1 0 0 0,1 0-1 0 0,2-3 1 0 0,56 56 0 0 0,-68-76-93 0 0,1 0 0 0 0,1-1 0 0 0,0-1 1 0 0,1-1-1 0 0,0 0 0 0 0,1-2 0 0 0,0 0 0 0 0,1-1 1 0 0,-1-2-1 0 0,2 0 0 0 0,28 5 0 0 0,-15-7-85 0 0,-1-2-1 0 0,0-1 1 0 0,1-1-1 0 0,-1-2 1 0 0,1-2-1 0 0,-1-1 1 0 0,0-2 0 0 0,0-2-1 0 0,-1 0 1 0 0,0-3-1 0 0,0 0 1 0 0,38-21-1 0 0,-18 1-283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41.5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766 254 282 0 0,'0'-15'205'0'0,"0"3"-161"0"0,1 6-6 0 0,0 0 1 0 0,-1 0 0 0 0,0-1-1 0 0,0 1 1 0 0,-1 0-1 0 0,0 0 1 0 0,0 0-1 0 0,0-1 1 0 0,-1 1 0 0 0,0 0-1 0 0,0 1 1 0 0,-1-1-1 0 0,1 0 1 0 0,-6-8-1 0 0,-1 4 45 0 0,-1 0-1 0 0,0 1 1 0 0,0 0 0 0 0,-1 0-1 0 0,0 1 1 0 0,-1 1-1 0 0,1 0 1 0 0,-1 0-1 0 0,-1 2 1 0 0,1-1-1 0 0,-21-5 1 0 0,5 3-39 0 0,0 1 0 0 0,-1 2-1 0 0,0 1 1 0 0,-39-1 0 0 0,41 4 25 0 0,0 2-1 0 0,0 1 1 0 0,1 1-1 0 0,0 1 0 0 0,-1 2 1 0 0,-34 11-1 0 0,47-12-157 0 0,0 0 0 0 0,0 2-1 0 0,1-1 1 0 0,0 2 0 0 0,0 0 0 0 0,0 0-1 0 0,1 1 1 0 0,0 1 0 0 0,1 0-1 0 0,0 1 1 0 0,1 0 0 0 0,-14 19-1 0 0,11-8-1173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42.0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1 654 0 0,'0'0'1373'0'0,"11"15"-901"0"0,3 4-405 0 0,64 82 173 0 0,-34-46-140 0 0,73 79 1 0 0,-104-121-77 0 0,1-1 1 0 0,0 0-1 0 0,1-1 0 0 0,0-1 0 0 0,0 0 1 0 0,1-1-1 0 0,25 10 0 0 0,-33-15-1 0 0,1-2-1 0 0,0 1 1 0 0,0-1-1 0 0,-1 0 1 0 0,1-1-1 0 0,1 0 1 0 0,-1-1-1 0 0,0 0 1 0 0,0 0-1 0 0,0-1 1 0 0,0 0-1 0 0,0 0 1 0 0,0-1-1 0 0,0 0 1 0 0,11-5-1 0 0,-8 1-17 0 0,1 0-1 0 0,-2-1 0 0 0,1 0 1 0 0,-1-1-1 0 0,0 0 1 0 0,0-1-1 0 0,-1 0 1 0 0,-1 0-1 0 0,15-19 0 0 0,0-2-149 0 0,-1-2-1 0 0,-2-1 0 0 0,-1 0 1 0 0,-2-1-1 0 0,22-56 1 0 0,-31 57-406 0 0,-5 2-478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42.6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22 1724 0 0,'0'0'1091'0'0,"6"15"119"0"0,7 13 1171 0 0,36 82 1706 0 0,-12-40-6098 0 0,-32-63 1658 0 0,1 1 1 0 0,-1-1-1 0 0,1 0 0 0 0,0 0 1 0 0,1-1-1 0 0,0 1 0 0 0,0-1 1 0 0,0-1-1 0 0,1 0 0 0 0,-1 0 1 0 0,1 0-1 0 0,11 4 0 0 0,-10-6 373 0 0,0 0 0 0 0,0 0 0 0 0,1-1 0 0 0,-1 0 0 0 0,1-1 0 0 0,-1 0 0 0 0,1-1 0 0 0,0 0-1 0 0,-1 0 1 0 0,1-1 0 0 0,15-3 0 0 0,-12 1-108 0 0,-1-1 1 0 0,1 0-1 0 0,-1-1 0 0 0,-1-1 0 0 0,1 0 0 0 0,-1 0 1 0 0,0-1-1 0 0,0-1 0 0 0,-1 1 0 0 0,12-13 1 0 0,4-5-53 0 0,-1-2 1 0 0,30-42 0 0 0,-35 41-514 0 0,23-44-1 0 0,-22 30-792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48.7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710 908 166 0 0,'-10'-8'7749'0'0,"-24"-19"170"0"0,33 26-7717 0 0,-1 0-1 0 0,0 0 1 0 0,1 0-1 0 0,-1 0 0 0 0,0 0 1 0 0,0 0-1 0 0,1 0 0 0 0,-1 1 1 0 0,0-1-1 0 0,0 1 0 0 0,0-1 1 0 0,0 1-1 0 0,0 0 0 0 0,0 0 1 0 0,0 0-1 0 0,0 0 0 0 0,0 0 1 0 0,-4 1-1 0 0,3 1-427 0 0,0 0 1 0 0,0 1-1 0 0,0-1 0 0 0,1 1 0 0 0,-1 0 0 0 0,1 0 0 0 0,-1 0 1 0 0,1 0-1 0 0,0 0 0 0 0,-3 6 0 0 0,-13 16-1841 0 0,-38 37-6351 0 0,23-25 5361 0 0,-2-1 3424 0 0,33-34-352 0 0,0 0 0 0 0,-1 0 1 0 0,1 0-1 0 0,0 0 0 0 0,-1-1 0 0 0,1 1 0 0 0,-1-1 0 0 0,0 1 0 0 0,0-1 0 0 0,1 0 0 0 0,-1 0 0 0 0,0-1 0 0 0,0 1 0 0 0,0 0 0 0 0,0-1 0 0 0,0 0 0 0 0,0 0 0 0 0,0 1 1 0 0,0-2-1 0 0,0 1 0 0 0,0 0 0 0 0,0-1 0 0 0,0 1 0 0 0,0-1 0 0 0,0 0 0 0 0,1 0 0 0 0,-1 0 0 0 0,0 0 0 0 0,0-1 0 0 0,1 1 0 0 0,-5-4 0 0 0,-4-4-9 0 0,0 0-1 0 0,0-1 0 0 0,1 0 0 0 0,0-1 0 0 0,-9-13 1 0 0,13 17-38 0 0,-10-15 36 0 0,0-1-1 0 0,2 0 0 0 0,-21-46 1 0 0,-24-83-27 0 0,34 83 2 0 0,-55-142-12 0 0,71 186 20 0 0,0 0-1 0 0,-5-28 1 0 0,12 40 1 0 0,0 0-1 0 0,0 0 1 0 0,1 0 0 0 0,1-1-1 0 0,0 1 1 0 0,3-15 0 0 0,-1 21 12 0 0,0 1 0 0 0,0 0 1 0 0,0-1-1 0 0,1 1 1 0 0,0 1-1 0 0,0-1 0 0 0,1 0 1 0 0,0 1-1 0 0,0 0 0 0 0,0 0 1 0 0,1 0-1 0 0,-1 0 1 0 0,6-4-1 0 0,3-2 6 0 0,0 1 1 0 0,1 0 0 0 0,28-14-1 0 0,-16 11-14 0 0,0 2 0 0 0,0 2 0 0 0,1 0 0 0 0,0 1 1 0 0,1 2-1 0 0,-1 1 0 0 0,1 1 0 0 0,0 2 0 0 0,0 0 0 0 0,0 2 0 0 0,45 5 0 0 0,-40 0 0 0 0,0 1-1 0 0,-1 2 1 0 0,0 1 0 0 0,-1 2-1 0 0,0 1 1 0 0,0 1 0 0 0,-1 2-1 0 0,-1 1 1 0 0,41 29-1 0 0,-44-27 25 0 0,-1 1 0 0 0,-1 2 0 0 0,25 25 0 0 0,-42-38-10 0 0,-1 0-1 0 0,0 0 1 0 0,0 1-1 0 0,-1-1 1 0 0,0 1-1 0 0,0 0 0 0 0,-1 1 1 0 0,-1-1-1 0 0,1 1 1 0 0,-1 0-1 0 0,-1 0 1 0 0,0 0-1 0 0,2 18 0 0 0,-3 6 21 0 0,0 1-1 0 0,-2-1 1 0 0,-2 1-1 0 0,-9 48 1 0 0,7-64-36 0 0,0-1-1 0 0,-1 0 1 0 0,-1 0 0 0 0,-1-1-1 0 0,0 0 1 0 0,-1 0 0 0 0,-1-1-1 0 0,0 0 1 0 0,-22 25 0 0 0,19-27-133 0 0,0-1 0 0 0,-23 19 0 0 0,29-27-42 0 0,1-1-1 0 0,0 0 1 0 0,-1 0 0 0 0,0-1 0 0 0,0 1-1 0 0,0-1 1 0 0,0-1 0 0 0,-1 0-1 0 0,-10 2 1 0 0,-17-2-1844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50.8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1950 2853 944 0 0,'0'0'1415'0'0,"-17"9"-23"0"0,-125 68 6006 0 0,117-65-8244 0 0,-1-2 1 0 0,0-1 0 0 0,-1-1 0 0 0,0-1-1 0 0,0-1 1 0 0,0-2 0 0 0,-56 2 0 0 0,25-6 866 0 0,1-3 0 0 0,-107-19 1 0 0,98 9 61 0 0,1-4-1 0 0,1-2 1 0 0,0-3 0 0 0,2-3 0 0 0,0-2 0 0 0,2-4-1 0 0,-66-43 1 0 0,44 18-24 0 0,-94-84-1 0 0,141 108-59 0 0,1-3 0 0 0,1 0-1 0 0,2-2 1 0 0,-44-70-1 0 0,43 52 5 0 0,3-1-1 0 0,3-1 1 0 0,2-1-1 0 0,2-2 1 0 0,4 0 0 0 0,1-1-1 0 0,4 0 1 0 0,2-1-1 0 0,3-1 1 0 0,0-97-1 0 0,8 114-11 0 0,3 0-1 0 0,1 0 0 0 0,2 1 1 0 0,3 0-1 0 0,1 0 0 0 0,26-67 1 0 0,-13 56 12 0 0,2 2 1 0 0,3 1-1 0 0,2 2 0 0 0,2 1 1 0 0,2 1-1 0 0,72-78 0 0 0,-23 40-14 0 0,3 5 0 0 0,4 3 0 0 0,3 4-1 0 0,4 4 1 0 0,2 4 0 0 0,205-100-1 0 0,-266 151 11 0 0,1 2 0 0 0,0 1-1 0 0,71-13 1 0 0,124 1-12 0 0,2 19-33 0 0,-195 8 38 0 0,0 2-1 0 0,0 1 1 0 0,67 19 0 0 0,-57-9 7 0 0,-1 3 0 0 0,-1 2 0 0 0,-1 3 0 0 0,0 1 0 0 0,49 35 0 0 0,97 77 40 0 0,-145-98-10 0 0,80 81 0 0 0,-95-82-19 0 0,-2 2 0 0 0,-1 0 0 0 0,-1 2 1 0 0,-3 2-1 0 0,33 67 0 0 0,-29-36 24 0 0,-3 0 0 0 0,-3 2 0 0 0,-4 1 0 0 0,23 154 0 0 0,-40-186-7 0 0,-3 52 0 0 0,-1-61-25 0 0,-2 1 15 0 0,0 0-1 0 0,-3 0 1 0 0,-11 46 0 0 0,-42 105 71 0 0,40-144-45 0 0,-1-2 0 0 0,-2 0 0 0 0,-2-2 0 0 0,-1 0 0 0 0,-3-2 0 0 0,-1 0 0 0 0,-35 35 0 0 0,-8-1-30 0 0,-4-2 0 0 0,-94 67 1 0 0,149-122-21 0 0,-221 162 24 0 0,178-135-236 0 0,-129 63 0 0 0,173-97 79 0 0,1-1 1 0 0,-1 0-1 0 0,-28 5 1 0 0,38-10-21 0 0,0-1-1 0 0,1 0 1 0 0,-1 0 0 0 0,0-1 0 0 0,0 0 0 0 0,0-1-1 0 0,0 0 1 0 0,0 0 0 0 0,-15-5 0 0 0,21 5-28 0 0,0 0 0 0 0,0-1-1 0 0,0 1 1 0 0,0 0 0 0 0,0-1 0 0 0,-4-3 0 0 0,-19-22-1855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51.7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1229 1257 638 0 0,'0'0'1555'0'0,"-19"15"-1347"0"0,-64 48-106 0 0,63-49 16 0 0,0-1 0 0 0,-1 0 0 0 0,0-2 0 0 0,-1 0 0 0 0,0-2 0 0 0,0 0 0 0 0,-1-1 0 0 0,0-2 0 0 0,-27 5 0 0 0,-4-5 113 0 0,0-2 0 0 0,-83-5 0 0 0,118 1-201 0 0,-22-2 64 0 0,0-2 0 0 0,0-1 0 0 0,1-2 0 0 0,0-2-1 0 0,0-2 1 0 0,-67-27 0 0 0,91 30-80 0 0,1 0-1 0 0,-1-1 0 0 0,2-1 1 0 0,-1 0-1 0 0,1-1 1 0 0,1 0-1 0 0,0-1 1 0 0,1-1-1 0 0,0 0 0 0 0,1-1 1 0 0,0 0-1 0 0,1 0 1 0 0,1-1-1 0 0,0-1 0 0 0,-10-26 1 0 0,6 8-5 0 0,2-1 1 0 0,1 0-1 0 0,2 0 0 0 0,1-1 1 0 0,2 0-1 0 0,0-57 0 0 0,5 65-10 0 0,1 0 0 0 0,1 0 0 0 0,2 0 0 0 0,0 1-1 0 0,2-1 1 0 0,1 1 0 0 0,2 0 0 0 0,21-47-1 0 0,-14 42-10 0 0,2 1 0 0 0,1 1 0 0 0,1 1 0 0 0,2 0 1 0 0,1 2-1 0 0,37-35 0 0 0,-21 27-9 0 0,2 2 0 0 0,2 1 0 0 0,1 3 0 0 0,1 1 0 0 0,1 3 0 0 0,1 1 0 0 0,1 3 0 0 0,2 2 0 0 0,77-20 0 0 0,-90 30 16 0 0,0 1-1 0 0,1 3 1 0 0,-1 1-1 0 0,1 1 1 0 0,44 4-1 0 0,-63 0 1 0 0,0 1-1 0 0,0 1 0 0 0,0 1 1 0 0,-1 1-1 0 0,1 0 0 0 0,-1 1 0 0 0,0 1 1 0 0,-1 1-1 0 0,0 1 0 0 0,0 0 1 0 0,30 23-1 0 0,-20-9 2 0 0,-2 1-1 0 0,0 1 1 0 0,-2 2 0 0 0,0 0-1 0 0,-2 2 1 0 0,27 47 0 0 0,-10-4-21 0 0,49 131 0 0 0,-68-151 6 0 0,-3 1 1 0 0,-2 0-1 0 0,9 68 0 0 0,-19-90-3 0 0,-1 0 1 0 0,-2 0-1 0 0,-1 0 0 0 0,-2 0 0 0 0,-1 0 0 0 0,-1 0 0 0 0,-10 37 0 0 0,4-37-135 0 0,-1-1-1 0 0,-27 52 1 0 0,-40 50-939 0 0,70-118 908 0 0,-23 32-981 0 0,-11 9-514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52.3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1222 1509 740 0 0,'0'0'1058'0'0,"-21"10"-652"0"0,-69 32-252 0 0,77-36-130 0 0,1-2 0 0 0,-1 0 0 0 0,0 0-1 0 0,0-1 1 0 0,0-1 0 0 0,-1 0 0 0 0,1-1 0 0 0,-24-1 0 0 0,13 0 48 0 0,-15 0 39 0 0,0-3 1 0 0,-1-1 0 0 0,2-2 0 0 0,-1-2 0 0 0,1-1 0 0 0,0-2-1 0 0,1-2 1 0 0,0-1 0 0 0,1-2 0 0 0,0-1 0 0 0,2-2-1 0 0,0-1 1 0 0,-44-36 0 0 0,43 28-89 0 0,1-2 0 0 0,2-1 0 0 0,1-2 0 0 0,1 0 0 0 0,2-3 0 0 0,2 0 0 0 0,1-2 0 0 0,2 0 0 0 0,1-2 0 0 0,2 0 0 0 0,-21-64 0 0 0,32 76-21 0 0,2 0 0 0 0,0-1 0 0 0,2 0-1 0 0,2 0 1 0 0,0-1 0 0 0,2 1 0 0 0,5-55-1 0 0,-1 61 1 0 0,1-1 0 0 0,1 1 0 0 0,1 0 0 0 0,1 1 0 0 0,1 0 0 0 0,1 0 0 0 0,1 0 0 0 0,0 1 0 0 0,2 1 0 0 0,18-25 0 0 0,-6 15 3 0 0,1 2 0 0 0,2 1 0 0 0,0 0 0 0 0,2 3-1 0 0,0 0 1 0 0,2 2 0 0 0,1 1 0 0 0,0 1 0 0 0,2 2 0 0 0,53-22 0 0 0,-45 25 0 0 0,0 2 1 0 0,1 1-1 0 0,0 2 1 0 0,1 2-1 0 0,0 2 0 0 0,0 2 1 0 0,0 2-1 0 0,77 6 0 0 0,-87 0-25 0 0,0 2 0 0 0,-1 1-1 0 0,0 2 1 0 0,0 1 0 0 0,-1 1-1 0 0,0 2 1 0 0,-1 1 0 0 0,-1 1-1 0 0,49 34 1 0 0,-46-25-11 0 0,0 2-1 0 0,-2 1 1 0 0,-2 2-1 0 0,0 0 1 0 0,-2 2-1 0 0,-1 1 1 0 0,36 60-1 0 0,-33-42-26 0 0,-2 2 0 0 0,-2 0 0 0 0,-2 1 0 0 0,-3 2 0 0 0,-2 0 0 0 0,-3 1 0 0 0,-2 0 0 0 0,-3 1 0 0 0,5 79 0 0 0,-12-84-49 0 0,0 11-738 0 0,-4 78 0 0 0,-5-93-519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53.2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2957 3247 1264 0 0,'0'0'1121'0'0,"-17"16"-829"0"0,-102 92-283 0 0,97-88-50 0 0,-35 31 242 0 0,-72 51 0 0 0,108-88-109 0 0,0-1 0 0 0,-2 0 0 0 0,0-2 1 0 0,0 0-1 0 0,-1-2 0 0 0,0-1 0 0 0,-35 8 1 0 0,4-7 12 0 0,-106 3 0 0 0,-57-17-126 0 0,-333-38 227 0 0,236 4 96 0 0,226 23-172 0 0,-133-43 0 0 0,171 41-78 0 0,0-2-1 0 0,1-2 1 0 0,-82-51-1 0 0,98 50-28 0 0,0-2 0 0 0,2-1-1 0 0,0-1 1 0 0,2-2 0 0 0,-44-55 0 0 0,42 40-35 0 0,2 0 0 0 0,2-2 1 0 0,3-2-1 0 0,1 0 0 0 0,2-1 0 0 0,3-1 1 0 0,-23-92-1 0 0,28 76-14 0 0,3 0 1 0 0,2 0-1 0 0,4-1 0 0 0,3 0 1 0 0,10-122-1 0 0,0 135 18 0 0,2 0 0 0 0,3 0-1 0 0,2 1 1 0 0,2 1 0 0 0,47-96 0 0 0,-18 61 0 0 0,3 3 0 0 0,89-115 0 0 0,-38 74-4 0 0,4 6 0 0 0,6 4 0 0 0,5 5 0 0 0,4 5 0 0 0,5 5 0 0 0,139-84 0 0 0,-139 107 1 0 0,5 6 0 0 0,2 5-1 0 0,3 6 1 0 0,2 7 0 0 0,2 5-1 0 0,242-50 1 0 0,-278 80-20 0 0,0 4 1 0 0,1 5-1 0 0,187 8 1 0 0,-239 5 32 0 0,0 2 1 0 0,0 3-1 0 0,-1 2 0 0 0,0 2 0 0 0,-1 2 0 0 0,0 2 1 0 0,-1 3-1 0 0,76 42 0 0 0,-92-42 0 0 0,-1 0 1 0 0,-1 2-1 0 0,-1 1 0 0 0,-1 2 1 0 0,-1 0-1 0 0,-2 2 0 0 0,0 1 0 0 0,-2 1 1 0 0,0 1-1 0 0,-3 1 0 0 0,0 0 0 0 0,25 59 1 0 0,-25-36 3 0 0,-2 0 1 0 0,-2 0-1 0 0,-3 2 1 0 0,-2 0-1 0 0,-3 0 1 0 0,-2 1-1 0 0,-3 0 1 0 0,-2 0-1 0 0,-7 58 1 0 0,-3-35 3 0 0,-4 0 0 0 0,-3 0 1 0 0,-3-2-1 0 0,-4 0 1 0 0,-58 131-1 0 0,17-77-62 0 0,-5-4-1 0 0,-6-2 1 0 0,-5-4 0 0 0,-6-3-1 0 0,-4-4 1 0 0,-162 158-1 0 0,154-183-336 0 0,-162 116-1 0 0,-125 38-1723 0 0,277-183 954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7:54.2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2332 1248 996 0 0,'0'0'1566'0'0,"-19"12"285"0"0,-64 39 5690 0 0,63-40-6332 0 0,0-1 1 0 0,-24 9 0 0 0,16-11-2921 0 0,-53 11 1 0 0,44-12 1220 0 0,-143 27-5900 0 0,-97 22 4734 0 0,79-9 1954 0 0,-245 50 135 0 0,347-82-386 0 0,0-4 1 0 0,-161-1-1 0 0,231-11-31 0 0,0-1-1 0 0,1-2 0 0 0,0 0 0 0 0,-1-2 0 0 0,2 0 0 0 0,-1-2 0 0 0,1-1 1 0 0,0 0-1 0 0,-22-14 0 0 0,32 15-19 0 0,2 0 0 0 0,-1 0 0 0 0,1-1 1 0 0,1-1-1 0 0,-1 0 0 0 0,2-1 0 0 0,-1 0 0 0 0,2 0 0 0 0,-1-1 1 0 0,2 0-1 0 0,-1-1 0 0 0,2 0 0 0 0,0 0 0 0 0,0-1 0 0 0,1 0 1 0 0,-6-24-1 0 0,8 22-1 0 0,1 0 0 0 0,1 0 0 0 0,0 0 0 0 0,1 0 0 0 0,1 0 0 0 0,1 0 0 0 0,4-27-1 0 0,-1 20-2 0 0,2 0 0 0 0,1 1-1 0 0,0 0 1 0 0,18-36-1 0 0,1 11-1 0 0,3 1 1 0 0,1 2-1 0 0,68-78 0 0 0,-36 55 3 0 0,3 2-1 0 0,3 4 1 0 0,3 2-1 0 0,2 3 1 0 0,100-57-1 0 0,-83 62-26 0 0,3 4 0 0 0,2 5 0 0 0,1 3 0 0 0,144-36-1 0 0,-60 31 13 0 0,310-35-1 0 0,-437 74 26 0 0,0 2 0 0 0,102 9-1 0 0,-135-4 2 0 0,1 2 0 0 0,-1 0 0 0 0,0 1-1 0 0,0 1 1 0 0,-1 1 0 0 0,1 0 0 0 0,-2 2 0 0 0,1 0-1 0 0,-1 1 1 0 0,26 20 0 0 0,-28-16 8 0 0,0 0 0 0 0,-1 2 0 0 0,-1 0-1 0 0,0 0 1 0 0,-1 1 0 0 0,-1 1 0 0 0,-1 0 0 0 0,0 1-1 0 0,-1 0 1 0 0,-2 0 0 0 0,0 1 0 0 0,10 36 0 0 0,-8-11 12 0 0,-2 0 0 0 0,-1 1 0 0 0,-3 0 0 0 0,-2 87 0 0 0,-6-75-14 0 0,-3 0 0 0 0,-2 0-1 0 0,-3-1 1 0 0,-2 0 0 0 0,-3-1-1 0 0,-24 56 1 0 0,-5-10-158 0 0,-3-1 0 0 0,-76 111 0 0 0,86-150-240 0 0,-3-1 0 0 0,-3-3 0 0 0,-3-1 0 0 0,-99 92 0 0 0,54-73-1441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8:11.0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27 914 0 0,'-4'8'12805'0'0,"17"5"-7320"0"0,-11-11-5029 0 0,10 12-456 0 0,0 0 0 0 0,0-2 0 0 0,1 1 0 0 0,1-1 0 0 0,29 18 0 0 0,-41-29-42 0 0,0 0-1 0 0,0 0 1 0 0,0 0-1 0 0,0 0 1 0 0,1-1 0 0 0,-1 1-1 0 0,0-1 1 0 0,0 0-1 0 0,1 1 1 0 0,-1-1-1 0 0,0 0 1 0 0,1 0-1 0 0,-1-1 1 0 0,0 1 0 0 0,0 0-1 0 0,1-1 1 0 0,-1 1-1 0 0,0-1 1 0 0,0 0-1 0 0,0 0 1 0 0,0 0-1 0 0,0 0 1 0 0,0 0 0 0 0,0 0-1 0 0,0-1 1 0 0,0 1-1 0 0,0-1 1 0 0,0 1-1 0 0,-1-1 1 0 0,1 1-1 0 0,-1-1 1 0 0,3-3 0 0 0,1-3-340 0 0,1 0 1 0 0,-1-1 0 0 0,0 0-1 0 0,-1 0 1 0 0,7-18 0 0 0,-10 22-133 0 0,1 1 1 0 0,-1 0-1 0 0,1 0 1 0 0,0 0 0 0 0,1 0-1 0 0,-1 0 1 0 0,1 1-1 0 0,-1-1 1 0 0,1 1 0 0 0,6-6-1 0 0,-8 8 589 0 0,0 0 0 0 0,1 0 0 0 0,-1 0-1 0 0,0 1 1 0 0,1-1 0 0 0,-1 0 0 0 0,1 1 0 0 0,-1-1-1 0 0,1 1 1 0 0,0-1 0 0 0,-1 1 0 0 0,4-1 0 0 0,-3 2 420 0 0,0-1-1 0 0,0 0 1 0 0,0 0 0 0 0,0 1 0 0 0,0-1 0 0 0,0 1 0 0 0,0-1 0 0 0,0 1-1 0 0,-1 0 1 0 0,1 0 0 0 0,0 0 0 0 0,2 2 0 0 0,24 14 1192 0 0,-19-13-3264 0 0,-1-1 1 0 0,1 1 0 0 0,0-1-1 0 0,0-1 1 0 0,0 1 0 0 0,0-2-1 0 0,14 2 1 0 0,19-3 1974 0 0,-41 0-352 0 0,0-1-1 0 0,0 1 0 0 0,0 0 1 0 0,0 0-1 0 0,0 0 1 0 0,-1-1-1 0 0,1 1 0 0 0,0-1 1 0 0,0 1-1 0 0,0-1 1 0 0,0 1-1 0 0,0-1 1 0 0,-1 1-1 0 0,1-1 0 0 0,0 1 1 0 0,0-1-1 0 0,-1 0 1 0 0,1 0-1 0 0,0 1 0 0 0,0-2 1 0 0,3-3-1049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8:13.6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97 528 0 0,'-21'-24'18956'0'0,"28"24"-18149"0"0,10 2-1355 0 0,-15-1 465 0 0,36 3-41 0 0,1-2 0 0 0,64-3 1 0 0,79-19-745 0 0,-24 3 0 0 0,352-18-10419 0 0,-169 26 10577 0 0,-301 11 672 0 0,0 1-1 0 0,60 12 1 0 0,77 29-185 0 0,-54-13 152 0 0,-102-26 595 0 0,23 6 1573 0 0,-16-4 3428 0 0,2 6 842 0 0,-30-13-6369 0 0,0 0 0 0 0,0 0 0 0 0,0 0 0 0 0,1 0 0 0 0,-1 0 1 0 0,0 0-1 0 0,0 0 0 0 0,0 0 0 0 0,0 0 0 0 0,0 1 0 0 0,0-1 0 0 0,0 0 0 0 0,1 0 0 0 0,-1 0 0 0 0,0 0 0 0 0,0 0 0 0 0,0 0 0 0 0,0 1 0 0 0,0-1 0 0 0,0 0 0 0 0,0 0 0 0 0,0 0 0 0 0,0 0 0 0 0,0 0 0 0 0,0 1 1 0 0,0-1-1 0 0,0 0 0 0 0,0 0 0 0 0,0 0 0 0 0,0 0 0 0 0,0 0 0 0 0,0 1 0 0 0,0-1 0 0 0,0 0 0 0 0,0 0 0 0 0,0 0 0 0 0,0 0 0 0 0,0 0 0 0 0,0 1 0 0 0,0-1 0 0 0,0 0 0 0 0,-1 0 0 0 0,1 0 0 0 0,0 0 0 0 0,0 0 1 0 0,0 0-1 0 0,0 1 0 0 0,0-1 0 0 0,0 0 0 0 0,0 0 0 0 0,-1 0 0 0 0,1 0 0 0 0,0 0 0 0 0,0 0 0 0 0,0 0 0 0 0,0 0 0 0 0,0 0 0 0 0,-1 0 0 0 0,1 0 0 0 0,0 0 0 0 0,0 0 0 0 0,-5 3-13 0 0,-43 22 149 0 0,102-53-146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8:14.5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266 0 876 0 0,'0'0'2313'0'0,"-17"7"564"0"0,-50 25 8005 0 0,38-14-7923 0 0,7 4-2846 0 0,10-10-473 0 0,-27 31 304 0 0,27-28 52 0 0,-2 0 1 0 0,-27 23-1 0 0,29-31 71 0 0,21-18-50 0 0,20-17-34 0 0,60-44-1530 0 0,-42 35 1025 0 0,-32 24 445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8:14.6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140 35 344 0 0,'51'-35'446'0'0,"-65"46"2450"0"0,-22 27 11152 0 0,23-24-12122 0 0,-6 10-3772 0 0,0 0 1 0 0,1 2-1 0 0,-27 53 0 0 0,45-79 1843 0 0,0 0-1 0 0,0 1 1 0 0,-1-1-1 0 0,1 0 0 0 0,0 1 1 0 0,0-1-1 0 0,0 0 1 0 0,-1 0-1 0 0,1 1 0 0 0,0-1 1 0 0,-1 0-1 0 0,1 0 1 0 0,0 0-1 0 0,0 0 0 0 0,-1 1 1 0 0,1-1-1 0 0,0 0 1 0 0,-1 0-1 0 0,1 0 0 0 0,0 0 1 0 0,-9 0 3514 0 0,-4 0-2529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8:17.4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9 110 962 0 0,'-8'-14'13063'0'0,"28"9"-7749"0"0,-18 5-4993 0 0,65-20-1223 0 0,74-13 0 0 0,-117 29 506 0 0,1 2-1 0 0,-1 0 1 0 0,0 1 0 0 0,1 1-1 0 0,-1 2 1 0 0,42 7 0 0 0,138 31-9581 0 0,-115-27 9707 0 0,36 6 304 0 0,-77-10 72 0 0,0-2 0 0 0,89 1 0 0 0,-126-10 576 0 0,1 0-1 0 0,-1 0 1 0 0,0-1-1 0 0,0-1 1 0 0,0 0-1 0 0,16-8 1 0 0,-13 6-956 0 0,-1 0 1 0 0,1 1-1 0 0,21-5 1 0 0,-24 8-183 0 0,0 1 0 0 0,0 1 0 0 0,0 0 0 0 0,0 0 0 0 0,0 1 0 0 0,0 0 0 0 0,0 1 0 0 0,12 4 0 0 0,9 4 400 0 0,41 19 0 0 0,-50-18 84 0 0,1-2 1 0 0,0 0-1 0 0,1-2 0 0 0,26 5 1 0 0,-11-7-42 0 0,1-1-1 0 0,0-2 1 0 0,0-3 0 0 0,0 0 0 0 0,0-3 0 0 0,-1-2 0 0 0,0-1-1 0 0,0-2 1 0 0,0-1 0 0 0,-1-3 0 0 0,63-29 0 0 0,-40 9-84 0 0,-40 20-52 0 0,0 1 0 0 0,41-16 0 0 0,-60 27 247 0 0,0 0 0 0 0,-1 0 0 0 0,1 1 0 0 0,0-1 0 0 0,0 0-1 0 0,0 1 1 0 0,0 0 0 0 0,-1 0 0 0 0,1 0 0 0 0,0 0 0 0 0,0 0 0 0 0,0 0-1 0 0,0 1 1 0 0,0-1 0 0 0,-1 1 0 0 0,1 0 0 0 0,0 0 0 0 0,0 0 0 0 0,-1 0-1 0 0,1 0 1 0 0,-1 1 0 0 0,1-1 0 0 0,-1 1 0 0 0,0 0 0 0 0,1-1 0 0 0,-1 1-1 0 0,0 0 1 0 0,2 3 0 0 0,4 5 1003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8:20.5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885 1015 28 0 0,'0'0'1319'0'0,"-21"2"424"0"0,10 0-1049 0 0,-148 11 10046 0 0,57-15-7061 0 0,71 0-4716 0 0,0-2 0 0 0,-54-14 1 0 0,64 11-130 0 0,1 0 1 0 0,-1-1 0 0 0,1-1 0 0 0,-32-20 0 0 0,35 18 878 0 0,1-1-1 0 0,1-1 1 0 0,-16-15 0 0 0,-52-65-1831 0 0,71 78 1800 0 0,2 0 0 0 0,0-1 0 0 0,1 0 0 0 0,-13-30 0 0 0,7-1 321 0 0,2-1 0 0 0,2 0 0 0 0,2-1 0 0 0,-4-70-1 0 0,2 33 25 0 0,6 59-11 0 0,1 0 0 0 0,1 0 0 0 0,2-1 1 0 0,1 1-1 0 0,3-30 0 0 0,-2 53-15 0 0,0 0 0 0 0,0 0-1 0 0,1 0 1 0 0,0 0 0 0 0,-1 0 0 0 0,2 0-1 0 0,-1 0 1 0 0,0 1 0 0 0,1-1 0 0 0,-1 1 0 0 0,1 0-1 0 0,0 0 1 0 0,0 0 0 0 0,0 0 0 0 0,1 0-1 0 0,-1 1 1 0 0,1-1 0 0 0,-1 1 0 0 0,1 0-1 0 0,0 0 1 0 0,0 0 0 0 0,0 1 0 0 0,0-1 0 0 0,8-1-1 0 0,7-1 6 0 0,0 0 0 0 0,0 1 0 0 0,0 1 0 0 0,23 1-1 0 0,4 0 1 0 0,347 9-201 0 0,-367-6 175 0 0,0 2-1 0 0,0 1 1 0 0,0 1-1 0 0,-1 1 0 0 0,46 19 1 0 0,-54-17 10 0 0,0 0 0 0 0,0 1 0 0 0,-1 0 1 0 0,-1 1-1 0 0,0 1 0 0 0,0 1 1 0 0,-1 0-1 0 0,21 26 0 0 0,-24-25 16 0 0,-1-1 0 0 0,0 2-1 0 0,-1 0 1 0 0,-1 0 0 0 0,0 0 0 0 0,-1 1-1 0 0,-1 0 1 0 0,0 0 0 0 0,-1 1 0 0 0,-1 0-1 0 0,-1 0 1 0 0,0 0 0 0 0,-1 0 0 0 0,-1 0 0 0 0,-1 0-1 0 0,-3 33 1 0 0,0-36 10 0 0,0 0 0 0 0,-1-1 0 0 0,0 0 0 0 0,-2 0 0 0 0,1 0 0 0 0,-1-1 0 0 0,-1 1 0 0 0,0-1 0 0 0,-1-1 0 0 0,-1 1 0 0 0,-10 11 0 0 0,3-6-315 0 0,-1 0 1 0 0,0-1-1 0 0,-1-1 1 0 0,-1-1-1 0 0,-36 21 1 0 0,24-19-1183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8:21.2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577 708 156 0 0,'0'0'1991'0'0,"-20"-2"1106"0"0,17 1-2399 0 0,-82-11 9860 0 0,11-5-7398 0 0,36 5-5010 0 0,0-2 0 0 0,-66-33 0 0 0,82 35 752 0 0,1-1-1 0 0,0-1 0 0 0,1-1 0 0 0,1 0 0 0 0,-33-34 1 0 0,46 41 944 0 0,-1 0 0 0 0,1-1 0 0 0,1 0 0 0 0,-1 0 1 0 0,2 0-1 0 0,-1 0 0 0 0,1-1 0 0 0,0 0 1 0 0,1 0-1 0 0,1 0 0 0 0,-1 0 0 0 0,1 0 1 0 0,1-1-1 0 0,0 1 0 0 0,1-1 0 0 0,-1 1 0 0 0,2 0 1 0 0,0-1-1 0 0,3-13 0 0 0,-2 11 162 0 0,2 0 0 0 0,0 0 0 0 0,1 0 0 0 0,0 1 0 0 0,0 0 1 0 0,2 0-1 0 0,-1 0 0 0 0,2 1 0 0 0,-1 0 0 0 0,1 0 0 0 0,1 1 0 0 0,0 0 0 0 0,1 0 0 0 0,16-13 0 0 0,-9 11-22 0 0,1 1 0 0 0,0 1 0 0 0,0 1 0 0 0,1 0-1 0 0,0 2 1 0 0,0 0 0 0 0,1 0 0 0 0,0 2 0 0 0,0 1 0 0 0,0 0 0 0 0,27 0-1 0 0,-19 3 5 0 0,1 1 0 0 0,-1 1-1 0 0,1 1 1 0 0,-1 2-1 0 0,0 1 1 0 0,0 1-1 0 0,43 16 1 0 0,-66-20 6 0 0,158 65-62 0 0,-143-57 76 0 0,1 1-1 0 0,-1 1 1 0 0,-1 1-1 0 0,0 1 1 0 0,25 24-1 0 0,-39-33 0 0 0,0 1-1 0 0,0 0 1 0 0,0 0-1 0 0,-1 0 1 0 0,0 1-1 0 0,0 0 1 0 0,0 0-1 0 0,-1 0 1 0 0,0 0-1 0 0,-1 0 1 0 0,1 1-1 0 0,1 10 1 0 0,-3-7 3 0 0,0 0 0 0 0,0-1 0 0 0,-2 1 0 0 0,1 0 0 0 0,-1 0 0 0 0,-1 0 0 0 0,-5 21 0 0 0,-1-6-25 0 0,-2-1 0 0 0,-1 1 0 0 0,-2-2 1 0 0,0 1-1 0 0,-1-2 0 0 0,-19 25 0 0 0,20-31-82 0 0,3-2-173 0 0,0-1 1 0 0,-1-1 0 0 0,0 0 0 0 0,-1-1 0 0 0,-24 20 0 0 0,7-13-1253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8:22.9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66 1 1130 0 0,'0'0'2228'0'0,"-8"17"-756"0"0,1-1-302 0 0,-1 3 221 0 0,0 0 1 0 0,1 0 0 0 0,1 0 0 0 0,-3 22-1 0 0,2 11-2324 0 0,2 0 0 0 0,5 102 0 0 0,1-69-909 0 0,3 14-1202 0 0,30 127 2515 0 0,-30-196 4266 0 0,-5-50-1080 0 0,1-4-822 0 0,0-5 651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8:23.3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1 331 630 0 0,'0'0'2780'0'0,"18"10"128"0"0,58 38 7776 0 0,-69-43-10398 0 0,-1-1 0 0 0,-1 2 0 0 0,1-1 1 0 0,-1 0-1 0 0,0 1 0 0 0,0 0 0 0 0,-1 1 0 0 0,5 6 0 0 0,3 6-206 0 0,37 56-856 0 0,16 20-2302 0 0,-53-80 1798 0 0,0 0 1 0 0,1-1-1 0 0,0-1 0 0 0,16 12 1 0 0,-25-22 870 0 0,1 0-1 0 0,-1 0 1 0 0,1 0 0 0 0,0-1-1 0 0,0 1 1 0 0,0-2 0 0 0,0 1 0 0 0,0 0-1 0 0,1-1 1 0 0,-1 0 0 0 0,6 1-1 0 0,-8-2 444 0 0,0 0-1 0 0,0 0 1 0 0,0 0-1 0 0,0 0 1 0 0,0-1 0 0 0,-1 1-1 0 0,1-1 1 0 0,0 1-1 0 0,0-1 1 0 0,-1 0-1 0 0,1 0 1 0 0,0-1-1 0 0,-1 1 1 0 0,1 0-1 0 0,-1-1 1 0 0,0 1 0 0 0,1-1-1 0 0,-1 0 1 0 0,0 0-1 0 0,0 0 1 0 0,0 0-1 0 0,3-4 1 0 0,2-6 558 0 0,0-1 1 0 0,0 1-1 0 0,-1-2 0 0 0,-1 1 1 0 0,6-22-1 0 0,10-72 1428 0 0,-10 21-4250 0 0,-5-1-1 0 0,-7-148 1 0 0,1 135 2536 0 0,6 145 2188 0 0,8 118-2912 0 0,6-1 0 0 0,8 0 0 0 0,84 274 0 0 0,-103-407 216 0 0,15 32-1 0 0,-20-54 161 0 0,-1 0-1 0 0,1 0 1 0 0,-1-1-1 0 0,2 0 0 0 0,-1 1 1 0 0,1-2-1 0 0,0 1 0 0 0,0 0 1 0 0,1-1-1 0 0,8 7 1 0 0,-13-12 37 0 0,0 1 1 0 0,0-1 0 0 0,0 1 0 0 0,0 0 0 0 0,0-1 0 0 0,0 0 0 0 0,0 1 0 0 0,0-1 0 0 0,0 0 0 0 0,0 1 0 0 0,0-1-1 0 0,0 0 1 0 0,0 0 0 0 0,0 0 0 0 0,0 0 0 0 0,0 0 0 0 0,0 0 0 0 0,1 0 0 0 0,-1 0 0 0 0,0 0 0 0 0,0-1 0 0 0,0 1-1 0 0,1-1 1 0 0,2-10 288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8:23.6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 0 156 0 0,'0'0'3751'0'0,"-2"15"-1838"0"0,-1-1-261 0 0,0 4 543 0 0,0-1 0 0 0,1 2-1 0 0,1 29 1 0 0,13 190-1853 0 0,25 118-11976 0 0,-33-323 11424 0 0,-3-18 148 0 0,0-1 1 0 0,2 0-1 0 0,-1-1 1 0 0,9 22-1 0 0,-11-34 48 0 0,0-1 0 0 0,0 0 0 0 0,0 1 0 0 0,0-1 0 0 0,0 0 0 0 0,0 1 0 0 0,0-1 0 0 0,0 0 0 0 0,0 0 0 0 0,1 1 0 0 0,-1-1 0 0 0,0 0 0 0 0,0 1 0 0 0,0-1 0 0 0,1 0-1 0 0,-1 0 1 0 0,0 0 0 0 0,0 1 0 0 0,1-1 0 0 0,-1 0 0 0 0,0 0 0 0 0,0 0 0 0 0,1 1 0 0 0,-1-1 0 0 0,0 0 0 0 0,0 0 0 0 0,1 0 0 0 0,-1 0 0 0 0,0 0 0 0 0,1 0 0 0 0,-1 0 0 0 0,0 0-1 0 0,1 0 1 0 0,-1 0 0 0 0,1 0 0 0 0,7-10-1212 0 0,1-17 26 0 0,-8-1 1259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8:24.0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83 618 0 0,'0'0'2704'0'0,"16"-13"-98"0"0,52-41 7571 0 0,-39 41-6971 0 0,-26 12-3140 0 0,1 1-1 0 0,-1-1 1 0 0,1 1-1 0 0,-1 0 1 0 0,1 0-1 0 0,-1 0 1 0 0,5 1-1 0 0,5 0-240 0 0,13-1 179 0 0,1 0 0 0 0,0 2 0 0 0,48 10 0 0 0,-68-10-6 0 0,1 0 0 0 0,-1 1 0 0 0,0 0 0 0 0,0 0 0 0 0,0 1 0 0 0,-1-1 0 0 0,13 10 0 0 0,-16-10-2 0 0,1 1-1 0 0,-1-1 0 0 0,0 0 1 0 0,0 1-1 0 0,0 0 1 0 0,0 0-1 0 0,-1 0 1 0 0,0 0-1 0 0,0 0 0 0 0,0 1 1 0 0,0-1-1 0 0,0 1 1 0 0,1 8-1 0 0,-2-3-295 0 0,0 0 1 0 0,-1 1-1 0 0,0-1 0 0 0,0 0 0 0 0,-1 0 1 0 0,-1 0-1 0 0,1 0 0 0 0,-2 0 1 0 0,1 0-1 0 0,-2-1 0 0 0,1 1 0 0 0,-1-1 1 0 0,-9 15-1 0 0,0-1-1540 0 0,-1-1 0 0 0,-2-1 0 0 0,0 0 0 0 0,-21 20 0 0 0,33-37 1717 0 0,1 0 0 0 0,-1 0 0 0 0,0-1 0 0 0,-1 0 0 0 0,1 0 0 0 0,-1 0 0 0 0,1 0 1 0 0,-1 0-1 0 0,0-1 0 0 0,0 0 0 0 0,0 0 0 0 0,0-1 0 0 0,0 1 0 0 0,0-1 0 0 0,-1 0 0 0 0,1 0 0 0 0,-9-1 0 0 0,13 0 181 0 0,0 0-1 0 0,0-1 1 0 0,-1 1 0 0 0,1-1-1 0 0,0 1 1 0 0,0-1-1 0 0,0 0 1 0 0,0 1-1 0 0,0-1 1 0 0,0 0 0 0 0,0 0-1 0 0,0 0 1 0 0,1 0-1 0 0,-1 0 1 0 0,0 0-1 0 0,0 0 1 0 0,1 0 0 0 0,-1 0-1 0 0,0 0 1 0 0,1 0-1 0 0,-1 0 1 0 0,1 0-1 0 0,0 0 1 0 0,-1-1 0 0 0,1 1-1 0 0,0 0 1 0 0,0 0-1 0 0,0 0 1 0 0,0-1 0 0 0,0 1-1 0 0,0-2 1 0 0,0-1 308 0 0,0 1 1 0 0,0 0 0 0 0,0 0-1 0 0,1-1 1 0 0,-1 1 0 0 0,1 0-1 0 0,0 0 1 0 0,0 0-1 0 0,0 0 1 0 0,3-5 0 0 0,-2 5 113 0 0,0 0 1 0 0,0 0-1 0 0,1 0 0 0 0,0 0 1 0 0,-1 0-1 0 0,1 1 1 0 0,0-1-1 0 0,1 1 1 0 0,-1 0-1 0 0,0 0 1 0 0,1 0-1 0 0,-1 1 0 0 0,1-1 1 0 0,5-1-1 0 0,-3 2-224 0 0,-1 0-1 0 0,0 0 1 0 0,0 1-1 0 0,1 0 1 0 0,-1 0-1 0 0,0 0 1 0 0,0 1-1 0 0,0-1 1 0 0,9 4-1 0 0,-1 0-285 0 0,-1 0 0 0 0,0 1 0 0 0,0 1-1 0 0,-1 0 1 0 0,1 1 0 0 0,-1 0 0 0 0,16 14 0 0 0,92 94-4231 0 0,-78-72-1136 0 0,63 51 0 0 0,-37-47 3748 0 0,-55-41 380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8:24.3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26 136 0 0,'0'0'4415'0'0,"17"0"-2555"0"0,106 4 9320 0 0,35-11-12965 0 0,-1-11-6826 0 0,-149 17 7396 0 0,-3 0 887 0 0,1 0-1 0 0,-1 1 1 0 0,1-1-1 0 0,-1 1 1 0 0,1 0-1 0 0,-1 0 1 0 0,10 2-1 0 0,-15-1 334 0 0,0-1 0 0 0,0 0 0 0 0,0 0-1 0 0,0 0 1 0 0,0 0 0 0 0,0 1 0 0 0,1-1 0 0 0,-1 0-1 0 0,0 0 1 0 0,0 0 0 0 0,0 0 0 0 0,0 1-1 0 0,0-1 1 0 0,0 0 0 0 0,0 0 0 0 0,0 0 0 0 0,0 1-1 0 0,0-1 1 0 0,0 0 0 0 0,0 0 0 0 0,0 0-1 0 0,0 1 1 0 0,0-1 0 0 0,0 0 0 0 0,0 0 0 0 0,0 0-1 0 0,0 1 1 0 0,0-1 0 0 0,-1 0 0 0 0,1 0-1 0 0,0 0 1 0 0,0 0 0 0 0,0 1 0 0 0,0-1 0 0 0,0 0-1 0 0,0 0 1 0 0,-1 0 0 0 0,1 0 0 0 0,0 0-1 0 0,0 1 1 0 0,0-1 0 0 0,0 0 0 0 0,-1 0 0 0 0,1 0-1 0 0,0 0 1 0 0,0 0 0 0 0,-8 7 2271 0 0,6-6-2121 0 0,0 0 1 0 0,0 0-1 0 0,0 0 0 0 0,1 0 1 0 0,-1 0-1 0 0,0-1 0 0 0,0 1 0 0 0,0 0 1 0 0,0-1-1 0 0,-3 1 0 0 0,-14 1 1636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28:24.5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0 458 0 0,'0'0'1958'0'0,"0"18"228"0"0,0-5-1082 0 0,4 111 7126 0 0,26 165-11970 0 0,-8-89-1162 0 0,-11-66 4567 0 0,-10-121 155 0 0,1 50-152 0 0,-2-57 114 0 0,-1 0 0 0 0,0 0 0 0 0,0 1-1 0 0,0-1 1 0 0,-1 0 0 0 0,1 0 0 0 0,-5 8-1 0 0,0-4-319 0 0,-7-2 504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0.5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465 914 520 0 0,'0'0'2880'0'0,"-9"-7"-56"0"0,-29-23 7931 0 0,27 15-7819 0 0,7-5-2847 0 0,2 10-433 0 0,-7-18-250 0 0,-1 1 1 0 0,-24-45-1 0 0,4 7-558 0 0,-19-44-2846 0 0,-34-84-3806 0 0,38 60 7331 0 0,37 105 590 0 0,-21-90 204 0 0,25 99 725 0 0,-8-21 10780 0 0,-37 230-10031 0 0,13-80-2957 0 0,35-109 1260 0 0,-1 5-79 0 0,2-8-717 0 0,1-11-678 0 0,-1-29 355 0 0,0 10-213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0.6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1556 0 0,'0'0'2070'0'0,"105"75"8943"0"0,-82-58-8696 0 0,3 0-2322 0 0,1-1-465 0 0,3 2 42 0 0,-4-2-968 0 0,1-2-783 0 0,3 2 1430 0 0,-4 0-1758 0 0,1 2-373 0 0,-1 3 1139 0 0,-7-5 212 0 0,7 18 341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1.0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704 113 454 0 0,'0'0'2713'0'0,"-17"-3"230"0"0,-8-1 1400 0 0,-47-8 2952 0 0,20 0-5383 0 0,-34-12-3356 0 0,-96-21-6579 0 0,155 40 6998 0 0,0 1-1 0 0,0 2 1 0 0,-1 1 0 0 0,-51 4-1 0 0,56 2 1509 0 0,-35 12 5480 0 0,88-20-1943 0 0,-9 0-4780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1.4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249 0 1524 0 0,'0'0'1232'0'0,"-16"6"-88"0"0,9-4-827 0 0,-34 10 3565 0 0,-52 10 1 0 0,66-19-1670 0 0,18-2-1120 0 0,0-1 0 0 0,0 2 0 0 0,0 0 0 0 0,-16 5 0 0 0,25-7-1093 0 0,0 0 0 0 0,-1 0 0 0 0,1 0 0 0 0,0 0 0 0 0,0 0 0 0 0,-1 0 0 0 0,1 1 0 0 0,0-1 0 0 0,0 0 0 0 0,0 0 0 0 0,0 0 0 0 0,-1 1 0 0 0,1-1 0 0 0,0 0 0 0 0,0 0 0 0 0,0 0 0 0 0,0 1 0 0 0,0-1 0 0 0,0 0 0 0 0,0 0 0 0 0,0 1 0 0 0,-1-1 0 0 0,1 0 0 0 0,0 0 0 0 0,0 1 0 0 0,0-1 0 0 0,0 0 0 0 0,0 0 0 0 0,0 1 0 0 0,0-1 0 0 0,0 0 0 0 0,1 0 0 0 0,-1 0 0 0 0,0 1 0 0 0,0-1 0 0 0,0 0 0 0 0,0 0 0 0 0,0 1 0 0 0,0-1 0 0 0,0 0 0 0 0,0 0 0 0 0,1 1 0 0 0,5 6 0 0 0,-6-7 0 0 0,31 67 15 0 0,-14-30-111 0 0,-14-29-35 0 0,40 80-2651 0 0,-9-32-3152 0 0,-16-32-737 0 0,-18-24 6628 0 0,0 0-1 0 0,0 0 1 0 0,0 0 0 0 0,0 0 0 0 0,0-1-1 0 0,0 1 1 0 0,0 0 0 0 0,1 0-1 0 0,-1 0 1 0 0,0 0 0 0 0,1-1-693 0 0,-1 1 692 0 0,1 0 1 0 0,-1 0 0 0 0,0 0-1 0 0,0 0 1 0 0,0 0 0 0 0,0 0 0 0 0,0 0-1 0 0,0 0 1 0 0,1 0 0 0 0,-1 0-1 0 0,0 0 1 0 0,0 0 0 0 0,0 0-1 0 0,0 0 1 0 0,0 0 0 0 0,1 0 0 0 0,-1-7-976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1.6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96 1064 0 0,'0'0'3096'0'0,"17"-5"-457"0"0,23-7 4194 0 0,72-22-764 0 0,3 5-8325 0 0,-88 23-438 0 0,0 2 0 0 0,51-1 0 0 0,-45 5 504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2.3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347 741 1408 0 0,'0'0'2653'0'0,"-11"-15"61"0"0,-33-50 7599 0 0,37 54-9664 0 0,2 1 0 0 0,-1-1 0 0 0,-4-16 0 0 0,4 9-892 0 0,2 0-1 0 0,-4-25 0 0 0,-1-9-566 0 0,-54-252-12129 0 0,56 273 12323 0 0,-2-34 0 0 0,7-2 16515 0 0,8 63-16111 0 0,-6 8 212 0 0,1 6 0 0 0,-1 0 1 0 0,0 0-1 0 0,-1-1 0 0 0,0 1 0 0 0,0 0 0 0 0,-1 0 0 0 0,0-1 0 0 0,-1 1 0 0 0,0-1 0 0 0,-8 17 0 0 0,-7 5-93 0 0,5-7-124 0 0,-19 26 0 0 0,23-38 55 0 0,7-8 170 0 0,1-1 0 0 0,-1 0-1 0 0,0 0 1 0 0,-1 0-1 0 0,1-1 1 0 0,0 1 0 0 0,-1 0-1 0 0,0-1 1 0 0,1 0-1 0 0,-1 1 1 0 0,0-1 0 0 0,0 0-1 0 0,0-1 1 0 0,-1 1 0 0 0,-5 2-1 0 0,9-4-53 0 0,-1 0 0 0 0,1 0-1 0 0,0 1 1 0 0,-1-1 0 0 0,1 0-1 0 0,-1 0 1 0 0,1 0 0 0 0,0 0 0 0 0,-1 0-1 0 0,1 0 1 0 0,-1 0 0 0 0,1 0-1 0 0,-1 0 1 0 0,1-1 0 0 0,0 1-1 0 0,-1 0 1 0 0,1 0 0 0 0,-1 0 0 0 0,1 0-1 0 0,0-1 1 0 0,-1 1 0 0 0,1 0-1 0 0,0 0 1 0 0,-1-1 0 0 0,1 1 0 0 0,0 0-1 0 0,-1 0 1 0 0,1-1 0 0 0,0 1-1 0 0,0 0 1 0 0,-1-1 0 0 0,1 1 0 0 0,0-1-1 0 0,0 1 1 0 0,0 0 0 0 0,0-1-1 0 0,-1 1 1 0 0,1 0 0 0 0,0-1-1 0 0,0 1 1 0 0,0-1 0 0 0,-7-19-1336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2.5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3002 0 0,'0'0'902'0'0,"106"78"9921"0"0,-80-65-8766 0 0,1-2 653 0 0,3 1-2544 0 0,4-3-166 0 0,-4-1 0 0 0,-7-1-922 0 0,14 5-927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2.8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0 622 2288 0 0,'0'0'1378'0'0,"8"-17"1422"0"0,29-56 7762 0 0,-11 32-7964 0 0,9 2-2914 0 0,-8 11-169 0 0,-6 4 242 0 0,83-97-3689 0 0,48-63-6676 0 0,-142 171 10416 0 0,-3 5 154 0 0,0-1 0 0 0,-1 0 0 0 0,9-16-1 0 0,-13 6 1713 0 0,-3 12-2227 0 0,1 3-739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3.0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2240 0 0,'0'0'1712'0'0,"16"2"989"0"0,51 6 7709 0 0,-58-6-9844 0 0,-1 0 0 0 0,1 0 1 0 0,-1 1-1 0 0,14 6 0 0 0,-11-3-857 0 0,0 1 0 0 0,0 0 0 0 0,14 13 0 0 0,-23-19 274 0 0,5 5-548 0 0,-1 1 0 0 0,0-1 0 0 0,0 1-1 0 0,0 0 1 0 0,-1 0 0 0 0,0 1 0 0 0,0-1-1 0 0,-1 1 1 0 0,0 0 0 0 0,0 1 0 0 0,-1-1-1 0 0,0 1 1 0 0,-1-1 0 0 0,0 1 0 0 0,0 0-1 0 0,-1 0 1 0 0,0 0 0 0 0,0 9 0 0 0,-1 0-703 0 0,-1 1 0 0 0,0-1 1 0 0,-8 36-1 0 0,-10 15 863 0 0,11-45-1047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3.3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24 2736 0 0,'0'0'705'0'0,"19"1"872"0"0,114 0 6907 0 0,95-14-13123 0 0,2 0-761 0 0,-224 13 5441 0 0,38 3-276 0 0,-42-2 348 0 0,0-1 1 0 0,0 1 0 0 0,0-1-1 0 0,-1 1 1 0 0,1 0 0 0 0,0 0 0 0 0,0 0-1 0 0,0 0 1 0 0,-1 0 0 0 0,1 0-1 0 0,0 0 1 0 0,-1 1 0 0 0,1-1 0 0 0,-1 1-1 0 0,0-1 1 0 0,1 1 0 0 0,-1-1-1 0 0,2 4 1 0 0,-2 4-608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3.9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1524 0 0,'0'0'2336'0'0,"20"13"364"0"0,67 41 7783 0 0,-39-28-7929 0 0,6-6-3339 0 0,-17-8 107 0 0,22 9-747 0 0,41 16-3006 0 0,-76-27 1815 0 0,0 1-1 0 0,23 16 1 0 0,-45-26 2490 0 0,0 0 1 0 0,0 1 0 0 0,0-1-1 0 0,0 1 1 0 0,0-1-1 0 0,0 1 1 0 0,-1 0 0 0 0,1-1-1 0 0,-1 1 1 0 0,1 0-1 0 0,-1 0 1 0 0,1 0 0 0 0,-1 1-1 0 0,0-1 1 0 0,0 0-1 0 0,1 3 1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4.2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155 0 2016 0 0,'0'0'1651'0'0,"1"15"1081"0"0,1 0 427 0 0,3 50 4780 0 0,-6-17-5776 0 0,1-45-2237 0 0,0 0-1 0 0,-1 0 1 0 0,1 0 0 0 0,-1 0-1 0 0,0 0 1 0 0,1 0-1 0 0,-2 0 1 0 0,1 0-1 0 0,0-1 1 0 0,0 1 0 0 0,-1 0-1 0 0,1-1 1 0 0,-1 1-1 0 0,0-1 1 0 0,0 1 0 0 0,0-1-1 0 0,0 0 1 0 0,-1 0-1 0 0,1 0 1 0 0,0 0 0 0 0,-1 0-1 0 0,1 0 1 0 0,-1-1-1 0 0,0 1 1 0 0,1-1-1 0 0,-1 0 1 0 0,0 0 0 0 0,0 0-1 0 0,0 0 1 0 0,0 0-1 0 0,0-1 1 0 0,-6 1 0 0 0,1-1-1133 0 0,-1 0 1 0 0,0-1 0 0 0,1 0 0 0 0,-1-1 0 0 0,1 1-1 0 0,-13-6 1 0 0,0 0-1199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4.6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1332 0 0,'0'0'2155'0'0,"16"14"666"0"0,22 19 4134 0 0,47 42-558 0 0,-83-74-6399 0 0,70 66-3810 0 0,-64-59 3230 0 0,0 1 0 0 0,-1 0-1 0 0,0 1 1 0 0,-1-1-1 0 0,0 1 1 0 0,6 14-1 0 0,-10-19 846 0 0,0-1 0 0 0,-1 1 0 0 0,0 0 0 0 0,0 0 0 0 0,0-1-1 0 0,-1 10 1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4.9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1 233 1724 0 0,'0'0'1670'0'0,"18"11"187"0"0,60 33 5844 0 0,-66-37-6172 0 0,0-1 0 0 0,1-1-1 0 0,22 7 1 0 0,-25-10-1474 0 0,0 0 0 0 0,0-1 0 0 0,1 0 0 0 0,-1 0 0 0 0,0-1 0 0 0,21-3 0 0 0,-28 3-59 0 0,0-1 0 0 0,1 0 1 0 0,-1 0-1 0 0,0 0 1 0 0,0 0-1 0 0,0 0 0 0 0,0-1 1 0 0,0 1-1 0 0,0-1 0 0 0,-1 0 1 0 0,1 0-1 0 0,-1 0 1 0 0,1 0-1 0 0,-1 0 0 0 0,1-1 1 0 0,-1 1-1 0 0,0-1 1 0 0,0 1-1 0 0,0-1 0 0 0,-1 0 1 0 0,1 0-1 0 0,-1 0 1 0 0,2-3-1 0 0,-1 1-262 0 0,-1 1 0 0 0,0-1 0 0 0,0 1-1 0 0,0-1 1 0 0,0 0 0 0 0,-1 1 0 0 0,1-1 0 0 0,-1 0 0 0 0,-1 0 0 0 0,1 1 0 0 0,-1-1 0 0 0,1 0-1 0 0,-1 1 1 0 0,-1-1 0 0 0,-1-6 0 0 0,-7-7-1376 0 0,0-1 0 0 0,-1 1-1 0 0,-1 1 1 0 0,-1 0 0 0 0,0 0 0 0 0,-1 2-1 0 0,-31-28 1 0 0,10 15-215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5.3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98 0 874 0 0,'0'0'2266'0'0,"-6"17"-308"0"0,-3 4 488 0 0,3-8-573 0 0,1 0-1 0 0,1 0 1 0 0,0 0-1 0 0,-4 28 1 0 0,-1 11 143 0 0,-10 67-2894 0 0,14-79-2329 0 0,1 41 1 0 0,-3-13-5008 0 0,5-64 7650 0 0,-8 3-214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5.6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42 820 0 0,'0'0'1535'0'0,"1"17"103"0"0,3 54 4222 0 0,-3-61-5109 0 0,0-1-1 0 0,1 1 0 0 0,0 0 1 0 0,1 0-1 0 0,0-1 1 0 0,8 16-1 0 0,-1-1-1014 0 0,-9-20 425 0 0,1-1 0 0 0,0 1-1 0 0,-1-1 1 0 0,1 0 0 0 0,1 0 0 0 0,-1 0 0 0 0,0 0-1 0 0,1 0 1 0 0,-1 0 0 0 0,1-1 0 0 0,0 1-1 0 0,0-1 1 0 0,0 0 0 0 0,0 0 0 0 0,0 0-1 0 0,1 0 1 0 0,-1-1 0 0 0,0 1 0 0 0,1-1-1 0 0,0 0 1 0 0,-1 0 0 0 0,1 0 0 0 0,0 0 0 0 0,-1-1-1 0 0,1 1 1 0 0,0-1 0 0 0,-1 0 0 0 0,1 0-1 0 0,4-1 1 0 0,-4 0-214 0 0,0 1-1 0 0,0-1 0 0 0,0 0 1 0 0,0 0-1 0 0,-1-1 1 0 0,1 1-1 0 0,0-1 1 0 0,-1 0-1 0 0,0 0 1 0 0,1 0-1 0 0,-1 0 0 0 0,0-1 1 0 0,0 1-1 0 0,0-1 1 0 0,0 0-1 0 0,0 0 1 0 0,3-6-1 0 0,3-3-1359 0 0,-1-1 0 0 0,-1 0 0 0 0,0 0 0 0 0,-1-1 0 0 0,0 0 0 0 0,-1 0 0 0 0,-1 0 0 0 0,5-27 0 0 0,-6 20-763 0 0,1-43 1 0 0,-4 46 1032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6.0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272 1 798 0 0,'0'0'2092'0'0,"-4"15"-791"0"0,3-13-1095 0 0,-4 19 1770 0 0,-1 0 0 0 0,-1-1 0 0 0,0 0 0 0 0,-17 30 1 0 0,3-18-2657 0 0,-34 41 1 0 0,36-51-1840 0 0,-1-1-1 0 0,-33 26 1 0 0,42-36 1673 0 0,9-9 899 0 0,-1 1 0 0 0,1-1-1 0 0,-1 0 1 0 0,1 1 0 0 0,-1-1-1 0 0,0 0 1 0 0,0-1 0 0 0,0 1-1 0 0,0 0 1 0 0,0-1 0 0 0,-5 2-1 0 0,7-21 5885 0 0,2 10-4976 0 0,0 1-1 0 0,0 0 0 0 0,3-12 0 0 0,1-2 918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6.5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122 1 1288 0 0,'0'0'953'0'0,"-8"16"371"0"0,-51 120 8652 0 0,47-106-8446 0 0,0-1-1 0 0,3 1 1 0 0,-11 54 0 0 0,19-82-1548 0 0,1 0 0 0 0,0 0-1 0 0,0 0 1 0 0,0-1 0 0 0,0 1 0 0 0,0 0-1 0 0,0 0 1 0 0,0 0 0 0 0,1-1 0 0 0,-1 1-1 0 0,1 0 1 0 0,-1-1 0 0 0,1 1 0 0 0,0 0-1 0 0,0-1 1 0 0,0 1 0 0 0,0-1 0 0 0,0 1-1 0 0,0-1 1 0 0,1 2 0 0 0,1 0-66 0 0,0-1 0 0 0,-1-1 0 0 0,1 1 0 0 0,0 0 0 0 0,0-1 0 0 0,0 1 1 0 0,0-1-1 0 0,0 0 0 0 0,0 0 0 0 0,5 1 0 0 0,8 0-443 0 0,0 0 1 0 0,0-1-1 0 0,29-2 1 0 0,-32 0 255 0 0,3 0-1607 0 0,0 0 0 0 0,-1-1 0 0 0,18-5-1 0 0,-26 5 903 0 0,0 0-1 0 0,0-1 1 0 0,-1 1 0 0 0,12-8-1 0 0,-15 8 909 0 0,0 0 0 0 0,-1 0-1 0 0,1 0 1 0 0,-1 0 0 0 0,1 0 0 0 0,2-5-1 0 0,0-5-624 0 0,-1-5-291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6.9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524 0 1072 0 0,'0'0'1570'0'0,"-18"9"308"0"0,-131 64 11741 0 0,68-39-14197 0 0,-21 10-3047 0 0,80-33 1045 0 0,0 1 0 0 0,-27 19 1 0 0,38-22 1994 0 0,0 0 1 0 0,-11 13 0 0 0,-15 24 12091 0 0,48-45-7798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17.1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129 0 894 0 0,'0'0'1715'0'0,"-14"15"-71"0"0,-43 47 4629 0 0,52-57-5614 0 0,0 0 0 0 0,1 0 0 0 0,0 1 1 0 0,0-1-1 0 0,1 1 0 0 0,-1 0 0 0 0,1 0 0 0 0,-3 8 0 0 0,-1 4 1600 0 0,5-14-2242 0 0,0 0 0 0 0,0 1 0 0 0,1 0 0 0 0,-1-1 0 0 0,1 1 0 0 0,0 0 0 0 0,1-1 1 0 0,-1 1-1 0 0,1 0 0 0 0,0 0 0 0 0,0 0 0 0 0,0 0 0 0 0,1 0 0 0 0,0-1 0 0 0,0 1 0 0 0,0 0 0 0 0,0-1 0 0 0,1 1 1 0 0,0 0-1 0 0,0-1 0 0 0,0 0 0 0 0,0 1 0 0 0,1-1 0 0 0,-1 0 0 0 0,1 0 0 0 0,0-1 0 0 0,1 1 0 0 0,-1-1 1 0 0,0 1-1 0 0,1-1 0 0 0,7 5 0 0 0,0-1-582 0 0,-1 0 0 0 0,1-1-1 0 0,0 0 1 0 0,0-1 0 0 0,1 0 0 0 0,0-1 0 0 0,-1 0 0 0 0,1-1 0 0 0,1-1-1 0 0,-1 1 1 0 0,20 0 0 0 0,-18-4-553 0 0,0 0-1 0 0,0 0 1 0 0,0-1-1 0 0,-1-1 1 0 0,27-8 0 0 0,-10 0-600 0 0,45-25 0 0 0,-42 17 260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20.4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23 1122 0 0,'14'-22'18473'0'0,"-12"78"-18408"0"0,0-48-56 0 0,1 0-1 0 0,0 0 1 0 0,0 0-1 0 0,6 10 1 0 0,8 20-233 0 0,5 33-3048 0 0,-15-41 4951 0 0,-3 1-1199 0 0,0-4-4124 0 0,3 20-4155 0 0,0 0 6324 0 0,6 47 2075 0 0,-7-71-621 0 0,1 0 0 0 0,18 40 1 0 0,-20-47 6 0 0,0-1 1 0 0,-1 1-1 0 0,2 18 0 0 0,-4-27-51 0 0,-1 3 1085 0 0,3 8-1291 0 0,-2-1 0 0 0,2 22-1 0 0,-8-9 6169 0 0,4-28-5300 0 0,-9 32 5758 0 0,7-24-6110 0 0,1 1-1 0 0,-1 20 1 0 0,2 63-240 0 0,-6-80-19 0 0,5-13 13 0 0,1 0-1 0 0,-1 0 1 0 0,1 0 0 0 0,-1 0 0 0 0,1 0-1 0 0,-1 0 1 0 0,1 0 0 0 0,-1 0 0 0 0,1 1-1 0 0,0-1 1 0 0,0 0 0 0 0,-1 2 0 0 0,1-3-7 0 0,1 10-51 0 0,53-16-2417 0 0,30-16-5684 0 0,-18 4 4493 0 0,-21 9 3625 0 0,1 1-1 0 0,0 3 1 0 0,1 1-1 0 0,-1 3 1 0 0,58 5-1 0 0,89 7 1081 0 0,-83-8 6626 0 0,7 1-3149 0 0,-40-8-11309 0 0,-23 3 1203 0 0,-10 1 6929 0 0,-37 0 299 0 0,1-1 0 0 0,-1 0-1 0 0,13-4 1 0 0,-3 2-789 0 0,-1 1 0 0 0,1 0 0 0 0,-1 1 0 0 0,1 1 0 0 0,0 0 0 0 0,16 3 0 0 0,-28-2-849 0 0,-1 0 0 0 0,0 0 0 0 0,1 1 0 0 0,-1-1 1 0 0,6 3-1 0 0,-6-2-1 0 0,0 0 0 0 0,0 0-1 0 0,0-1 1 0 0,0 0 0 0 0,0 0 0 0 0,0 0 0 0 0,6 0 0 0 0,-9-1-20 0 0,-1 0 23 0 0,0 0-1 0 0,1 0 1 0 0,-1 0-1 0 0,0 0 0 0 0,0 0 1 0 0,0-1-1 0 0,0 1 1 0 0,1 0-1 0 0,-1 0 1 0 0,0 0-1 0 0,0 0 0 0 0,0 0 1 0 0,1 0-1 0 0,-1 0 1 0 0,0 0-1 0 0,0 0 1 0 0,0 0-1 0 0,1 0 1 0 0,-1 0-1 0 0,0 0 0 0 0,0 1 1 0 0,0-1-1 0 0,0 0 1 0 0,1 0-1 0 0,-1 0 1 0 0,0 0-1 0 0,0 0 0 0 0,0 0 1 0 0,0 0-1 0 0,1 0 1 0 0,-1 1-1 0 0,0-1 1 0 0,0 0-1 0 0,0 0 1 0 0,0 0-1 0 0,0 0 0 0 0,0 0 1 0 0,1 1-1 0 0,-1-1 1 0 0,5 4 27 0 0,-5-3-28 0 0,0-1 0 0 0,0 0 0 0 0,0 0-1 0 0,0 0 1 0 0,0 0 0 0 0,0 0 0 0 0,0 0 0 0 0,0 0-1 0 0,0 1 1 0 0,0-1 0 0 0,0 0 0 0 0,0 0 0 0 0,0 0-1 0 0,0 0 1 0 0,0 0 0 0 0,1 0 0 0 0,-1 0 0 0 0,0 0 0 0 0,0 0-1 0 0,0 1 1 0 0,0-1 0 0 0,0 0 0 0 0,0 0 0 0 0,0 0-1 0 0,0 0 1 0 0,0 0 0 0 0,0 0 0 0 0,1 0 0 0 0,-1 0-1 0 0,0 0 1 0 0,0 0 0 0 0,0 0 0 0 0,0 0 0 0 0,0 0-1 0 0,0 0 1 0 0,0 0 0 0 0,0 0 0 0 0,1 0 0 0 0,-1 0-1 0 0,0 0 1 0 0,0 0 0 0 0,0 0 0 0 0,0 0 0 0 0,0 0-1 0 0,0 0 1 0 0,0 0 0 0 0,1 0 0 0 0,-1 0 0 0 0,0 0 0 0 0,0 0-1 0 0,0 0 1 0 0,0 0 0 0 0,0 0 0 0 0,0 0 0 0 0,0-1-1 0 0,0 1 1 0 0,0 0 0 0 0,0 0 0 0 0,1 0 0 0 0,-1 0-1 0 0,0 0 1 0 0,0 0 0 0 0,0 0 0 0 0,0 0 0 0 0,0 0-1 0 0,0-1 1 0 0,0 1 0 0 0,0 0 0 0 0,-4-11-29 0 0,-9-16-14 0 0,6 12-552 0 0,1 0 1 0 0,0-1-1 0 0,1 0 0 0 0,1 0 1 0 0,1 0-1 0 0,-3-23 0 0 0,-5-22-1529 0 0,-19-126-6690 0 0,14 79 8704 0 0,9 6 106 0 0,3 38 40 0 0,3 45 137 0 0,-1 1 0 0 0,0 0 0 0 0,-2 0-1 0 0,0 0 1 0 0,-10-26 0 0 0,11 37 82 0 0,2 5-388 0 0,0 0 1 0 0,-1-1-1 0 0,-2-36 16210 0 0,4 33-14967 0 0,0 0-3929 0 0,0 4 2818 0 0,0 1 1 0 0,0 0-1 0 0,-1 0 1 0 0,1 0-1 0 0,0 0 0 0 0,-1 0 1 0 0,1 0-1 0 0,0-1 1 0 0,-1 1-1 0 0,1 0 1 0 0,-1 0-1 0 0,0 0 0 0 0,1 0 1 0 0,-1 1-1 0 0,0-1 1 0 0,0 0-1 0 0,1 0 0 0 0,-1 0 1 0 0,0 0-1 0 0,0 1 1 0 0,0-1-1 0 0,0 0 0 0 0,0 1 1 0 0,0-1-1 0 0,0 1 1 0 0,0-1-1 0 0,0 1 1 0 0,0 0-1 0 0,-1-1 0 0 0,1 1 1 0 0,0 0-1 0 0,0 0 1 0 0,0 0-1 0 0,0 0 0 0 0,0 0 1 0 0,-1 0-1 0 0,1 0 1 0 0,-2 0-1 0 0,-8 2-9 0 0,1-1 0 0 0,-1 1 1 0 0,-17 7-1 0 0,5-3 2 0 0,-45 3-636 0 0,0-2 0 0 0,-94-4 0 0 0,20 8 331 0 0,26-1 2334 0 0,28-3-1938 0 0,-26 0 46 0 0,69-2-3828 0 0,-19 13 4624 0 0,1 0-1162 0 0,20-14-5423 0 0,29-4 5500 0 0,-40-3 8199 0 0,43-7-6293 0 0,-8-12-3576 0 0,18 20 2454 0 0,-4-4 201 0 0,-19-21-2003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01.5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1445 1133 776 0 0,'-13'15'18884'0'0,"-85"113"-18884"0"0,94-124 3 0 0,-1 0 0 0 0,1 0 0 0 0,-1 0 1 0 0,0 0-1 0 0,0-1 0 0 0,-1 0 0 0 0,1 0 0 0 0,-1-1 0 0 0,-9 4 0 0 0,-59 14-106 0 0,59-16 29 0 0,-55 12-4269 0 0,-1-3 0 0 0,-136 7 0 0 0,164-20 3497 0 0,0-2 1 0 0,-45-7 0 0 0,55 3 1145 0 0,0-1 1 0 0,1-2 0 0 0,-38-15-1 0 0,-119-59-221 0 0,155 65-57 0 0,1-1-1 0 0,0-2 0 0 0,-39-34 0 0 0,61 45-26 0 0,1 0 0 0 0,0-1-1 0 0,1-1 1 0 0,0 1 0 0 0,1-2-1 0 0,0 1 1 0 0,1-1 0 0 0,0 0-1 0 0,-6-20 1 0 0,4 6-11 0 0,0 0 1 0 0,3-1-1 0 0,-7-53 1 0 0,10 56 1 0 0,2 0 1 0 0,1-1 0 0 0,0 1-1 0 0,2 0 1 0 0,1 0 0 0 0,1 0-1 0 0,1 1 1 0 0,2-1 0 0 0,0 1-1 0 0,14-30 1 0 0,3 0 2 0 0,3 2 0 0 0,34-51 0 0 0,-45 81 11 0 0,12-21-4 0 0,1 2 0 0 0,68-72-1 0 0,-87 103 5 0 0,1 0 0 0 0,0 1 0 0 0,0 0 0 0 0,1 1 0 0 0,0 1 0 0 0,0-1 0 0 0,1 2-1 0 0,-1 0 1 0 0,2 1 0 0 0,-1 0 0 0 0,0 0 0 0 0,1 2 0 0 0,0 0 0 0 0,0 0 0 0 0,21 0-1 0 0,-7 3 12 0 0,1 2 0 0 0,0 1-1 0 0,-1 1 1 0 0,1 1-1 0 0,44 15 1 0 0,-31-6-7 0 0,-2 3 1 0 0,0 1-1 0 0,41 27 0 0 0,4 11 33 0 0,-2 3 0 0 0,104 98 0 0 0,-154-127-26 0 0,-1 2 0 0 0,-1 0 0 0 0,26 38 0 0 0,-47-57 0 0 0,-1 1 0 0 0,0 0 0 0 0,-1 1 0 0 0,-1 0 1 0 0,0 0-1 0 0,-1 1 0 0 0,-1 0 0 0 0,-1 0 0 0 0,0 0 0 0 0,0 0 0 0 0,0 22 0 0 0,-3-16 2 0 0,-1 0 0 0 0,-1 0 0 0 0,0 0-1 0 0,-2-1 1 0 0,-1 1 0 0 0,-1-1-1 0 0,0 0 1 0 0,-2 0 0 0 0,0 0-1 0 0,-17 32 1 0 0,-4-3 1322 0 0,12-18 1394 0 0,-33 46 1 0 0,25-48-3777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02.6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2939 2160 304 0 0,'0'0'2258'0'0,"-22"17"-2144"0"0,-76 54-94 0 0,65-48 50 0 0,-2-2 0 0 0,-66 31 0 0 0,-59 6 276 0 0,100-38-269 0 0,-21 8 42 0 0,-380 140 496 0 0,389-139-513 0 0,-1-3-1 0 0,-1-3 1 0 0,-117 20-1 0 0,150-37-74 0 0,1-2 0 0 0,-1-2 0 0 0,0-1 0 0 0,1-2 0 0 0,-1-2 0 0 0,0-2 0 0 0,1-1 0 0 0,-58-18 0 0 0,43 6-26 0 0,1-3-1 0 0,1-1 1 0 0,2-4 0 0 0,0-1-1 0 0,-49-36 1 0 0,61 35-19 0 0,2-2 0 0 0,1-2 0 0 0,1-1 0 0 0,2-1 0 0 0,1-2 1 0 0,-40-60-1 0 0,5-11-20 0 0,6-4 1 0 0,4-2 0 0 0,-44-129-1 0 0,73 165 17 0 0,3-1 0 0 0,-24-130-1 0 0,41 157 16 0 0,2 0 0 0 0,3 0-1 0 0,1-1 1 0 0,3 1-1 0 0,10-69 1 0 0,-4 82 3 0 0,1 1 1 0 0,2 0-1 0 0,2 1 1 0 0,1 0-1 0 0,1 1 1 0 0,2 0-1 0 0,2 2 1 0 0,1 0-1 0 0,2 1 1 0 0,1 0-1 0 0,1 2 1 0 0,1 1-1 0 0,2 1 0 0 0,1 1 1 0 0,1 2-1 0 0,1 0 1 0 0,38-23-1 0 0,-1 7-15 0 0,1 4-1 0 0,135-53 1 0 0,155-24 16 0 0,-289 97 1 0 0,0 3-1 0 0,139-10 0 0 0,-157 23 5 0 0,0 1 1 0 0,0 3-1 0 0,-1 2 0 0 0,95 22 0 0 0,-28 9 5 0 0,-2 5 0 0 0,-2 5 0 0 0,178 100-1 0 0,-219-107 4 0 0,-3 3 0 0 0,104 82-1 0 0,-151-105-5 0 0,0 0 0 0 0,-1 2 0 0 0,-1 0 0 0 0,-1 1 0 0 0,0 0 0 0 0,-2 2-1 0 0,-1 0 1 0 0,-1 1 0 0 0,-1 0 0 0 0,19 53 0 0 0,-21-36-20 0 0,-1 0 0 0 0,-2 1 0 0 0,2 51 1 0 0,-4 134-416 0 0,-2-45-1652 0 0,-4-145 527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03.2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1352 1035 1116 0 0,'0'0'349'0'0,"-19"11"487"0"0,-3 2-661 0 0,-17 9 41 0 0,-52 23 1 0 0,35-23-85 0 0,-1-2-1 0 0,-1-2 1 0 0,0-3 0 0 0,-1-2 0 0 0,-1-4 0 0 0,0-1 0 0 0,0-3 0 0 0,-70-4 0 0 0,107-3-114 0 0,0 0 1 0 0,0-2-1 0 0,1 0 1 0 0,-1-1-1 0 0,1-2 1 0 0,0 0-1 0 0,1-1 1 0 0,0-2-1 0 0,0 0 0 0 0,1-1 1 0 0,0-1-1 0 0,1 0 1 0 0,1-2-1 0 0,0 0 1 0 0,-24-25-1 0 0,17 14-25 0 0,1-2 0 0 0,1-1 1 0 0,1 0-1 0 0,1-2 0 0 0,2-1 0 0 0,1 0 0 0 0,-20-50 0 0 0,31 64-4 0 0,1 0 1 0 0,0-1-1 0 0,2 0 0 0 0,0 0 0 0 0,1 0 0 0 0,1 0 0 0 0,0 0 0 0 0,2-1 1 0 0,0 1-1 0 0,1 0 0 0 0,0-1 0 0 0,2 1 0 0 0,0 0 0 0 0,1 0 0 0 0,1 0 1 0 0,12-27-1 0 0,-1 12-4 0 0,3 0 0 0 0,0 1 0 0 0,2 0 0 0 0,1 2 0 0 0,2 1 0 0 0,1 1 0 0 0,1 1 0 0 0,1 1 0 0 0,1 1 0 0 0,2 2 0 0 0,43-27 0 0 0,-49 35 13 0 0,1 2-1 0 0,0 1 1 0 0,1 1-1 0 0,1 2 1 0 0,0 0-1 0 0,51-9 1 0 0,-57 15 5 0 0,1 1-1 0 0,0 1 1 0 0,0 1-1 0 0,0 1 1 0 0,0 0 0 0 0,0 2-1 0 0,0 1 1 0 0,-1 0-1 0 0,30 11 1 0 0,-22-3 3 0 0,0 1 1 0 0,0 1-1 0 0,-2 1 0 0 0,0 2 0 0 0,0 0 1 0 0,-2 2-1 0 0,0 1 0 0 0,-2 1 0 0 0,0 1 1 0 0,-1 1-1 0 0,-1 1 0 0 0,-2 1 1 0 0,0 0-1 0 0,-2 2 0 0 0,0 0 0 0 0,-2 1 1 0 0,-1 0-1 0 0,-2 1 0 0 0,16 53 0 0 0,-16-38-5 0 0,-2 0 0 0 0,-2 0 0 0 0,4 79 0 0 0,-5 151-1170 0 0,-10-228 261 0 0,-13 13-665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03.9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1708 1526 136 0 0,'-25'8'1943'0'0,"-303"93"-1048"0"0,-33-17-659 0 0,293-74-125 0 0,-1-3 0 0 0,0-3 0 0 0,-91-7 0 0 0,118 0-100 0 0,1-3-1 0 0,-1-2 1 0 0,1-1-1 0 0,1-2 1 0 0,0-2-1 0 0,-40-19 1 0 0,58 23-8 0 0,1-2-1 0 0,0-1 1 0 0,1 0 0 0 0,0-2 0 0 0,1 0 0 0 0,1-1 0 0 0,0-1-1 0 0,1 0 1 0 0,0-2 0 0 0,2 0 0 0 0,0 0 0 0 0,-12-22 0 0 0,18 24-15 0 0,2-1 1 0 0,0 0 0 0 0,0 0-1 0 0,2 0 1 0 0,0-1 0 0 0,2 0 0 0 0,-1 0-1 0 0,2 0 1 0 0,1 0 0 0 0,0-1-1 0 0,1 1 1 0 0,1 0 0 0 0,1 0-1 0 0,6-30 1 0 0,1 8 9 0 0,3 1 0 0 0,1 0 0 0 0,1 0 0 0 0,3 1 0 0 0,30-51 0 0 0,-7 22 3 0 0,4 2 1 0 0,2 2-1 0 0,3 2 0 0 0,2 2 1 0 0,4 2-1 0 0,1 3 1 0 0,3 3-1 0 0,2 2 0 0 0,73-45 1 0 0,-78 59-2 0 0,2 3 1 0 0,2 2-1 0 0,0 3 1 0 0,2 3-1 0 0,1 2 0 0 0,0 3 1 0 0,2 3-1 0 0,0 3 1 0 0,0 2-1 0 0,1 4 1 0 0,69 0-1 0 0,-104 7 12 0 0,0 2 0 0 0,-1 1-1 0 0,1 2 1 0 0,-1 0 0 0 0,0 2 0 0 0,44 17-1 0 0,-57-17-1 0 0,1 1-1 0 0,-1 1 0 0 0,-1 0 1 0 0,0 1-1 0 0,0 1 0 0 0,-1 1 1 0 0,0 0-1 0 0,-1 0 0 0 0,0 2 1 0 0,-1 0-1 0 0,18 26 0 0 0,-15-16 6 0 0,-2 2 0 0 0,0 0 0 0 0,-2 0-1 0 0,-1 1 1 0 0,-1 0 0 0 0,9 38 0 0 0,20 174-190 0 0,-24-127-71 0 0,-12-92 50 0 0,0 0 0 0 0,2 0-1 0 0,0 0 1 0 0,1-1-1 0 0,11 23 1 0 0,0-12-963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6:56:04.9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3509 3356 482 0 0,'0'0'449'0'0,"0"14"505"0"0,0 15-751 0 0,-2 1 0 0 0,-1-1 0 0 0,-1 0-1 0 0,-10 37 1 0 0,4-39-99 0 0,-2 0 1 0 0,0 0-1 0 0,-2-1 0 0 0,-1-1 0 0 0,-1 0 0 0 0,-1-1 0 0 0,-21 22 1 0 0,-18 15 207 0 0,-79 65 1 0 0,96-92-208 0 0,-2-3 1 0 0,-1-1-1 0 0,-2-2 1 0 0,-68 33-1 0 0,77-45-64 0 0,-1-1 1 0 0,-1-2-1 0 0,0-2 0 0 0,0-1 0 0 0,-1-2 1 0 0,-64 5-1 0 0,30-11-33 0 0,-1-3 1 0 0,1-4-1 0 0,-1-2 0 0 0,1-4 1 0 0,-80-22-1 0 0,45 2 0 0 0,1-5 0 0 0,-168-80-1 0 0,138 44 6 0 0,3-5 0 0 0,3-6 0 0 0,4-6 0 0 0,4-5 0 0 0,4-6 0 0 0,-131-141-1 0 0,188 175-28 0 0,3-2-1 0 0,3-3 1 0 0,3-2-1 0 0,3-3 1 0 0,-67-140-1 0 0,87 149 2 0 0,3 0-1 0 0,3-2 1 0 0,2 0-1 0 0,4-2 0 0 0,-14-130 1 0 0,26 136 6 0 0,2 0 1 0 0,4-1 0 0 0,2 1-1 0 0,17-94 1 0 0,1 65-9 0 0,5 1-1 0 0,4 1 1 0 0,67-144 0 0 0,-41 127 4 0 0,4 2 0 0 0,106-142 0 0 0,-120 189 13 0 0,3 2 0 0 0,2 2 0 0 0,2 3-1 0 0,3 2 1 0 0,2 2 0 0 0,2 3-1 0 0,2 3 1 0 0,2 3 0 0 0,2 2 0 0 0,1 3-1 0 0,2 3 1 0 0,1 3 0 0 0,146-39-1 0 0,-108 45 24 0 0,2 4-1 0 0,151-6 0 0 0,-117 22 11 0 0,197 20-1 0 0,-109 14 47 0 0,-1 9 0 0 0,257 82 0 0 0,-389-92-57 0 0,-1 3 0 0 0,-3 5 1 0 0,102 55-1 0 0,-147-65-19 0 0,-2 2 0 0 0,0 3-1 0 0,-3 1 1 0 0,0 3 0 0 0,-3 1 0 0 0,-1 2 0 0 0,41 52 0 0 0,-47-45 12 0 0,-1 2 0 0 0,-2 1 0 0 0,-3 1 0 0 0,-2 2 0 0 0,-2 0 0 0 0,-3 2 0 0 0,-2 1 1 0 0,-3 0-1 0 0,-2 2 0 0 0,-2-1 0 0 0,8 107 0 0 0,-16-61 2 0 0,-5 0-1 0 0,-4 0 1 0 0,-5-1 0 0 0,-38 175-1 0 0,18-163-83 0 0,-5-2-1 0 0,-4-2 0 0 0,-103 202 0 0 0,36-119-415 0 0,-8-4 0 0 0,-202 256-1 0 0,211-327-347 0 0,-30 8-593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07.4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60 137 584 0 0,'0'0'2321'0'0,"-5"-14"-333"0"0,-1-2 215 0 0,-20-50 6505 0 0,24 62-8157 0 0,0-1 0 0 0,0 0-1 0 0,0 0 1 0 0,1 1 0 0 0,0-1 0 0 0,-1-7 0 0 0,2 12-551 0 0,0 0 0 0 0,0 0 0 0 0,0 0 0 0 0,0 0 0 0 0,0 0 0 0 0,-1 1 0 0 0,1-1 0 0 0,0 0 0 0 0,0 0 0 0 0,0 0 0 0 0,0 0 0 0 0,0 0 0 0 0,0 0 0 0 0,0 0 0 0 0,0 0 0 0 0,0 0 0 0 0,0 0 0 0 0,-1 0 0 0 0,1 0 0 0 0,0 0 0 0 0,0 0 0 0 0,0 0 0 0 0,0 0 0 0 0,0 0 0 0 0,0 0 0 0 0,0 0 0 0 0,0 0 0 0 0,0 0 0 0 0,0 0 0 0 0,0 0 0 0 0,-1 0 0 0 0,1-1 0 0 0,0 1 0 0 0,0 0 0 0 0,0 0 0 0 0,0 0 0 0 0,0 0 0 0 0,0 0 0 0 0,0 0 0 0 0,0 0 0 0 0,0 0 0 0 0,0 0 0 0 0,0 0 0 0 0,0 0 0 0 0,0 0 0 0 0,0 0 0 0 0,0-1 0 0 0,0 1 0 0 0,0 0 0 0 0,0 0 0 0 0,-4 7 0 0 0,2 7 0 0 0,1 1 0 0 0,1 0 0 0 0,2 21 0 0 0,-1-15 0 0 0,1 21-261 0 0,6 163-3266 0 0,-4 0-5081 0 0,8 14 6858 0 0,3-130 12945 0 0,-15-102-8352 0 0,0-20-2813 0 0,0 5-420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07.6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12 788 0 0,'0'0'2323'0'0,"18"-2"620"0"0,63-7 7951 0 0,-68 8-10498 0 0,1 1 1 0 0,0 1 0 0 0,-1 0-1 0 0,1 1 1 0 0,-1 1 0 0 0,1 0-1 0 0,12 5 1 0 0,21 4-858 0 0,-40-11 461 0 0,111 18 0 0 0,-97-16 0 0 0,0-2 0 0 0,0-1 0 0 0,35-3 0 0 0,-37-2 0 0 0,-3-2 0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07.8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2130 0 0,'0'0'885'0'0,"2"14"-11"0"0,25 115 4332 0 0,-2-30-5349 0 0,-19-74-635 0 0,28 136-2271 0 0,-7-8 3049 0 0,-13-60 16 0 0,5 14-106 0 0,-14-68-82 0 0,-5-32 124 0 0,0-1 0 0 0,1 1 0 0 0,0 0 0 0 0,0-1 1 0 0,1 1-1 0 0,-1-1 0 0 0,1 0 0 0 0,1 1 0 0 0,5 10 0 0 0,-7-16 124 0 0,-1 0 0 0 0,1-1 0 0 0,0 1 0 0 0,-1 0 0 0 0,1-1 0 0 0,0 1-1 0 0,-1-1 1 0 0,1 1 0 0 0,0-1 0 0 0,0 1 0 0 0,0-1 0 0 0,0 0 0 0 0,-1 1 0 0 0,1-1 0 0 0,0 0 0 0 0,0 0-1 0 0,0 1 1 0 0,0-1 0 0 0,0 0 0 0 0,1 0 0 0 0,6-2-731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08.1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0 180 0 0,'0'0'3084'0'0,"4"19"-1136"0"0,3 10 720 0 0,16 78 5293 0 0,-4 11-8187 0 0,9 157-9479 0 0,-22-110 15339 0 0,-7-174-4577 0 0,-2-11 650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08.4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25 52 0 0,'0'0'2624'0'0,"20"-4"-584"0"0,69-14 5421 0 0,-84 17-7145 0 0,-1 0 1 0 0,1 1-1 0 0,0 0 1 0 0,0 0 0 0 0,0 0-1 0 0,-1 0 1 0 0,1 1 0 0 0,0 0-1 0 0,0 0 1 0 0,-1 0-1 0 0,1 0 1 0 0,-1 1 0 0 0,9 4-1 0 0,0-1 526 0 0,9 4-1294 0 0,0 1-1 0 0,0 1 1 0 0,-1 1-1 0 0,0 1 1 0 0,-1 1-1 0 0,27 24 1 0 0,-37-28-217 0 0,-1-1 1 0 0,0 1 0 0 0,-1 1-1 0 0,0-1 1 0 0,-1 1-1 0 0,0 1 1 0 0,0-1 0 0 0,-2 1-1 0 0,1 0 1 0 0,-1 1 0 0 0,-1-1-1 0 0,0 1 1 0 0,2 20-1 0 0,-4-14 651 0 0,-1 0-1 0 0,0 1 0 0 0,-2-1 0 0 0,0 0 0 0 0,-2 0 0 0 0,0 0 0 0 0,-1 0 0 0 0,0-1 0 0 0,-2 1 0 0 0,0-1 0 0 0,-1 0 1 0 0,-10 17-1 0 0,6-14 433 0 0,-1 0 0 0 0,-2-1 1 0 0,-25 32-1 0 0,24-36 739 0 0,-1-1-1 0 0,0 0 0 0 0,0-1 1 0 0,-21 14-1 0 0,30-24-87 0 0,3 0-364 0 0,-1-1 1 0 0,1-1-1 0 0,0 1 1 0 0,-1-1 0 0 0,0 1-1 0 0,0-1 1 0 0,1-1-1 0 0,-7 2 1 0 0,4-2-1609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08.7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1 806 0 0,'0'0'2879'0'0,"-1"15"-100"0"0,1-5-752 0 0,0 51 6676 0 0,1-50-7881 0 0,0-1 0 0 0,7 20 0 0 0,12 45-2887 0 0,-3 1 0 0 0,-3 1 0 0 0,-4 0 0 0 0,-2 0 0 0 0,-5 1 0 0 0,-6 79 0 0 0,2-142 2196 0 0,-1 0-1 0 0,-6 20 1 0 0,4-20 84 0 0,1-9 492 0 0,0-11 1015 0 0,-1-16 1188 0 0,4 18-3058 0 0,-4-18 731 0 0,0-13-1400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09.1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1464 0 0,'0'0'2112'0'0,"15"14"-271"0"0,0 0-353 0 0,9 9 1757 0 0,1 0-1 0 0,36 24 1 0 0,17-2-5144 0 0,-53-32 356 0 0,0 2 0 0 0,-1 0 0 0 0,-1 2 0 0 0,24 20 0 0 0,-42-31 1474 0 0,1-1-1 0 0,-1 1 1 0 0,0 1 0 0 0,-1-1-1 0 0,1 1 1 0 0,-1-1-1 0 0,0 1 1 0 0,-1 0 0 0 0,0 1-1 0 0,0-1 1 0 0,0 0 0 0 0,-1 1-1 0 0,0 0 1 0 0,-1-1 0 0 0,0 1-1 0 0,0 0 1 0 0,0 0-1 0 0,-1 0 1 0 0,0 0 0 0 0,-1-1-1 0 0,0 1 1 0 0,0 0 0 0 0,-1 0-1 0 0,1-1 1 0 0,-2 1 0 0 0,1-1-1 0 0,-1 1 1 0 0,0-1-1 0 0,-5 8 1 0 0,1-4 41 0 0,0-1 1 0 0,-1 1-1 0 0,0-1 0 0 0,-1-1 1 0 0,0 0-1 0 0,0 0 0 0 0,-1 0 1 0 0,0-1-1 0 0,-12 6 0 0 0,14-9 261 0 0,0-1-1 0 0,-1 0 1 0 0,0 0-1 0 0,1-1 1 0 0,-1 0-1 0 0,0-1 0 0 0,-1 0 1 0 0,1 0-1 0 0,0-1 1 0 0,-1-1-1 0 0,1 1 1 0 0,0-1-1 0 0,-12-2 1 0 0,18 2-28 0 0,0-1 0 0 0,0 1 0 0 0,-1-1 0 0 0,1 0 0 0 0,0 0 0 0 0,0 0 0 0 0,0-1 0 0 0,0 1 0 0 0,1-1 0 0 0,-1 1 0 0 0,0-1 0 0 0,1 0 0 0 0,-1 0 1 0 0,1 0-1 0 0,-1-1 0 0 0,1 1 0 0 0,0 0 0 0 0,0-1 0 0 0,0 0 0 0 0,0 1 0 0 0,1-1 0 0 0,-1 0 0 0 0,1 0 0 0 0,-1 0 0 0 0,1 0 0 0 0,0 0 0 0 0,0 0 0 0 0,0 0 0 0 0,0-7 0 0 0,0 3 225 0 0,1 0 0 0 0,-1-1 0 0 0,2 1-1 0 0,-1 0 1 0 0,1-1 0 0 0,0 1 0 0 0,0 0-1 0 0,1 0 1 0 0,0 0 0 0 0,0 0 0 0 0,1 0-1 0 0,4-8 1 0 0,-1 5-556 0 0,0 0 0 0 0,1 1 0 0 0,0 0 0 0 0,11-11 0 0 0,-2 2-816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09.2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1 382 0 0,'0'0'1527'0'0,"18"3"93"0"0,59 12 3885 0 0,-68-12-4693 0 0,-1-1 1 0 0,0 1 0 0 0,15 7 0 0 0,-13-4-912 0 0,-1 0-1 0 0,0 1 1 0 0,12 10 0 0 0,2 3-520 0 0,76 59-3247 0 0,45 34 2134 0 0,-115-92 1554 0 0,2-1-1 0 0,65 30 0 0 0,-82-45 245 0 0,0 0-1 0 0,1-1 1 0 0,0 0-1 0 0,28 2 1 0 0,-27-4 164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10.5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1316 0 1130 0 0,'0'0'187'0'0,"-12"22"131"0"0,-86 145 177 0 0,-469 802 910 0 0,499-859-1379 0 0,-182 301 30 0 0,26 9-288 0 0,224-420 232 0 0,-65 149-277 0 0,58-130 40 0 0,1 1 0 0 0,1 0-1 0 0,0 0 1 0 0,2 0 0 0 0,-2 37-1 0 0,5-41-88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10.8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1889 1 696 0 0,'-7'19'92'0'0,"-94"235"241"0"0,-132 216 324 0 0,-22-6-486 0 0,-354 628-28 0 0,-13 181-1544 0 0,560-1130 710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31.16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1 814 0 0,'-8'-1'19276'0'0,"8"18"-19571"0"0,0-15 160 0 0,1 5 135 0 0,0 0 1 0 0,1 0-1 0 0,-1 0 0 0 0,1 0 0 0 0,0-1 0 0 0,1 1 0 0 0,4 8 1 0 0,9 29-9 0 0,-4 5-2535 0 0,-6-29-4060 0 0,18 24 14878 0 0,-20-58-5964 0 0,3-13-3685 0 0,3-10 243 0 0,26-68-5485 0 0,-23 71 4977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46.5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1 784 0 0,'-1'1'4845'0'0,"-1"1"-4185"0"0,0 0 0 0 0,1 0 0 0 0,0 0 0 0 0,-1 0 0 0 0,1 0 0 0 0,0 0 0 0 0,0 0 0 0 0,0 0 0 0 0,0 1 0 0 0,1-1 1 0 0,-1 0-1 0 0,0 1 0 0 0,1-1 0 0 0,0 1 0 0 0,-1-1 0 0 0,1 1 0 0 0,0-1 0 0 0,1 1 0 0 0,-1 3 0 0 0,1 3 170 0 0,-5 201-830 0 0,2-185 0 0 0,2-25 0 0 0,0 0 0 0 0,0 0 0 0 0,0 0 0 0 0,0 0 0 0 0,0 0 0 0 0,0 0 0 0 0,0 0 0 0 0,0 0 0 0 0,0 0 0 0 0,0 0 0 0 0,0 0 0 0 0,0 0 0 0 0,0 0 0 0 0,0 0 0 0 0,0 0 0 0 0,0 0 0 0 0,0 0 0 0 0,0 0 0 0 0,-1 0 0 0 0,1 0 0 0 0,0 0 0 0 0,0 0 0 0 0,0 0 0 0 0,0 0 0 0 0,0 0 0 0 0,0 0 0 0 0,0 0 0 0 0,0 0 0 0 0,0 0 0 0 0,0 0 0 0 0,0 0 0 0 0,0 0 0 0 0,0 0 0 0 0,-1-15 0 0 0,1-14 0 0 0,0 18 0 0 0,0 9 0 0 0,0 4 0 0 0,0 59 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47.2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30 482 0 0,'7'-8'19178'0'0,"2"4"-19178"0"0,1 2 0 0 0,-1-1 0 0 0,0 1 0 0 0,17-1 0 0 0,9-2 0 0 0,-34 4 1 0 0,1 1 0 0 0,-1 0 0 0 0,0-1 1 0 0,1 1-1 0 0,-1 0 0 0 0,0 0 0 0 0,1 0 0 0 0,-1 0 0 0 0,0 0 0 0 0,1 0 0 0 0,-1 0 0 0 0,0 1 0 0 0,0-1 1 0 0,1 0-1 0 0,-1 1 0 0 0,0-1 0 0 0,0 1 0 0 0,1 0 0 0 0,-1-1 0 0 0,0 1 0 0 0,1 1 0 0 0,0 0-3 0 0,-1 0-1 0 0,1 0 0 0 0,-1 0 0 0 0,1 0 0 0 0,-1 0 1 0 0,0 1-1 0 0,0-1 0 0 0,1 3 0 0 0,6 13-109 0 0,-4-9-802 0 0,1 0 1 0 0,-2 1-1 0 0,4 11 1 0 0,3 8-4627 0 0,-7-20 3910 0 0,0 0 0 0 0,-1 0 0 0 0,3 18 0 0 0,-3 61 3652 0 0,-2-67-735 0 0,0-20-1088 0 0,0 0 0 0 0,0 0 0 0 0,0 0-1 0 0,-1 1 1 0 0,1-1 0 0 0,0 0 0 0 0,-1 0-1 0 0,1 0 1 0 0,-1 0 0 0 0,1 0 0 0 0,-1 0-1 0 0,1 0 1 0 0,-1-1 0 0 0,0 1 0 0 0,1 0 0 0 0,-1 0-1 0 0,0 0 1 0 0,0-1 0 0 0,0 1 0 0 0,0 0-1 0 0,1-1 1 0 0,-1 1 0 0 0,0 0 0 0 0,0-1-1 0 0,0 0 1 0 0,0 1 0 0 0,0-1 0 0 0,-1 1-1 0 0,1-1 1 0 0,0 0 0 0 0,0 0 0 0 0,-2 0-1 0 0,0 1 299 0 0,0-1 0 0 0,-1 0-1 0 0,1 0 1 0 0,0 0-1 0 0,0 0 1 0 0,0-1-1 0 0,-1 1 1 0 0,1-1 0 0 0,0 0-1 0 0,0 0 1 0 0,-4-2-1 0 0,-6-3-841 0 0,6 3-142 0 0,0-1 0 0 0,0 1 0 0 0,1-1 0 0 0,-1 0-1 0 0,1-1 1 0 0,0 1 0 0 0,0-1 0 0 0,-10-16 3939 0 0,23 15-2515 0 0,9 4-1324 0 0,-19 1 304 0 0,-16 10-932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48.1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55 0 8 0 0,'0'0'3078'0'0,"0"15"-222"0"0,0-3 274 0 0,3 49 5183 0 0,5-16-6038 0 0,-4-7-2275 0 0,-4-38 0 0 0,-1 1 0 0 0,1-1 0 0 0,0 0-1 0 0,0 0 1 0 0,0 0 0 0 0,0 0 0 0 0,0 1 0 0 0,0-1 0 0 0,0 0-1 0 0,0 0 1 0 0,0 0 0 0 0,0 0 0 0 0,0 1 0 0 0,0-1-1 0 0,0 0 1 0 0,0 0 0 0 0,0 0 0 0 0,0 0 0 0 0,0 1 0 0 0,0-1-1 0 0,0 0 1 0 0,0 0 0 0 0,1 0 0 0 0,-1 0 0 0 0,0 1-1 0 0,0-1 1 0 0,0 0 0 0 0,0 0 0 0 0,0 0 0 0 0,0 0 0 0 0,0 0-1 0 0,1 0 1 0 0,-1 0 0 0 0,0 1 0 0 0,0-1 0 0 0,0 0-1 0 0,0 0 1 0 0,0 0 0 0 0,1 0 0 0 0,-1 0 0 0 0,0 0-1 0 0,0 0 1 0 0,0 0 0 0 0,0 0 0 0 0,1 0 0 0 0,-1 0 0 0 0,0 0-1 0 0,0 0 1 0 0,0 0 0 0 0,0 0 0 0 0,1 0 0 0 0,-1 0-1 0 0,0 0 1 0 0,0 0 0 0 0,0 0 0 0 0,0 0 0 0 0,1 0 0 0 0,-1 0-1 0 0,0 0 1 0 0,0 0 0 0 0,0 0 0 0 0,0 0 0 0 0,0-1-1 0 0,1 1 1 0 0,-1 0 0 0 0,0 0 0 0 0,0 0 0 0 0,0 0 0 0 0,8-9-13 0 0,-7 9 14 0 0,1-7-242 0 0,1 0 1 0 0,-1 0-1 0 0,0 0 0 0 0,-1 0 0 0 0,1 0 0 0 0,-1 0 0 0 0,0-8 1 0 0,-1 1-2742 0 0,0 0 1 0 0,-11-39 7404 0 0,6 96-737 0 0,-1 3-4749 0 0,4-24-742 0 0,0-3-744 0 0,8-54-7920 0 0,-7-2 13953 0 0,0 11 892 0 0,1 25-4337 0 0,0 22 7752 0 0,0-15-7792 0 0,0 0 1 0 0,0 0-1 0 0,-1 0 0 0 0,0 0 0 0 0,0 0 1 0 0,-1-1-1 0 0,-3 11 0 0 0,4-14 1 0 0,-1 1 0 0 0,1-1 0 0 0,-1 1 0 0 0,1-1 0 0 0,-1 0 0 0 0,0 0 0 0 0,1 0 0 0 0,-1 0 0 0 0,0 0 0 0 0,-1 0 1 0 0,1 0-1 0 0,0-1 0 0 0,0 1 0 0 0,-1-1 0 0 0,1 0 0 0 0,-1 1 0 0 0,1-1 0 0 0,-5 1 0 0 0,6-2 0 0 0,0 0 0 0 0,-1 1 0 0 0,1-1 0 0 0,0 0 1 0 0,0 1-1 0 0,0-1 0 0 0,0 1 0 0 0,0-1 0 0 0,0 1 0 0 0,-1 0 0 0 0,1-1 1 0 0,1 1-1 0 0,-1 0 0 0 0,0 0 0 0 0,0 0 0 0 0,0 0 0 0 0,0 0 0 0 0,0 0 1 0 0,1 0-1 0 0,-1 0 0 0 0,1 0 0 0 0,-1 0 0 0 0,0 0 0 0 0,1 0 0 0 0,0 0 0 0 0,-1 0 1 0 0,1 1-1 0 0,0-1 0 0 0,-1 0 0 0 0,1 0 0 0 0,0 0 0 0 0,0 1 0 0 0,0-1 1 0 0,0 0-1 0 0,0 0 0 0 0,1 0 0 0 0,-1 1 0 0 0,1 1 0 0 0,-1 6-5 0 0,0-9 5 0 0,0 1 0 0 0,0-1 0 0 0,0 0 0 0 0,0 0 0 0 0,0 1 1 0 0,0-1-1 0 0,0 0 0 0 0,1 0 0 0 0,-1 0 0 0 0,0 1 0 0 0,0-1 0 0 0,0 0 0 0 0,0 0 0 0 0,0 0 0 0 0,1 0 0 0 0,-1 1 0 0 0,0-1 0 0 0,0 0 0 0 0,0 0 0 0 0,1 0 0 0 0,-1 0 0 0 0,0 0 0 0 0,0 0 0 0 0,0 0 0 0 0,1 0 1 0 0,-1 0-1 0 0,0 1 0 0 0,0-1 0 0 0,0 0 0 0 0,1 0 0 0 0,-1 0 0 0 0,0 0 0 0 0,0 0 0 0 0,1 0 0 0 0,-1 0 0 0 0,0 0 0 0 0,0-1 0 0 0,0 1 0 0 0,1 0 0 0 0,-1 0 0 0 0,0 0 0 0 0,1 0 0 0 0,11-4 3 0 0,-9 3-3 0 0,3 0-2 0 0,-5 0-15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49.6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0 816 0 0,'-23'5'18993'0'0,"21"-4"-19253"0"0,27-7 371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49.8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0 462 0 0,'15'10'16717'0'0,"0"-12"-14236"0"0,7 2-2533 0 0,-14 0-37 0 0,-12 1-62 0 0,-60 1-307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49.9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0 964 0 0,'0'0'664'0'0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0.1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1 424 0 0,'0'0'550'0'0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0.3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0 114 0 0,'13'5'17820'0'0,"1"0"-16367"0"0,-14-5-1451 0 0,8 0-31 0 0,-5 0-6 0 0,-7-2 18 0 0,-30-6 369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0.4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0 420 0 0,'0'0'688'0'0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0.9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0 960 0 0,'0'0'976'0'0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1.1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46 9 902 0 0,'0'0'912'0'0,"-45"-8"16934"0"0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1.3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65 0 576 0 0,'0'0'1472'0'0,"-64"5"16140"0"0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1.5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65 3 408 0 0,'0'0'1948'0'0,"-8"-1"972"0"0,-40 0 11330 0 0,47 1-14420 0 0,-6 3 18 0 0,7 0-438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2.7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351 113 980 0 0,'0'0'2020'0'0,"-3"-9"798"0"0,2 5-1413 0 0,-2-5 1001 0 0,0 0 1 0 0,-1 1 0 0 0,-5-10-1 0 0,7 14-2004 0 0,-1 1 0 0 0,1-1-1 0 0,-1 0 1 0 0,0 1-1 0 0,0 0 1 0 0,-7-6-1 0 0,3 5-1119 0 0,1 1 0 0 0,-2-1 1 0 0,1 1-1 0 0,0 1 0 0 0,-1-1 0 0 0,1 1 0 0 0,-1 1 0 0 0,0-1 0 0 0,1 1 0 0 0,-1 1 0 0 0,0-1 1 0 0,0 1-1 0 0,1 1 0 0 0,-13 1 0 0 0,-6 5-4110 0 0,-2 5 4403 0 0,17-5 2107 0 0,-1 0 0 0 0,1 1 0 0 0,0 0 0 0 0,-14 15 0 0 0,5 1-1475 0 0,-3 14 5527 0 0,13-21-4149 0 0,10-17-1587 0 0,0 1 1 0 0,0-1-1 0 0,0 0 1 0 0,0 0-1 0 0,0 0 1 0 0,0 0-1 0 0,0 1 1 0 0,0-1-1 0 0,0 0 1 0 0,0 0 0 0 0,0 0-1 0 0,0 0 1 0 0,0 1-1 0 0,0-1 1 0 0,0 0-1 0 0,0 0 1 0 0,0 0-1 0 0,0 1 1 0 0,0-1-1 0 0,0 0 1 0 0,0 0-1 0 0,0 0 1 0 0,0 0 0 0 0,0 1-1 0 0,0-1 1 0 0,1 0-1 0 0,-1 0 1 0 0,0 0-1 0 0,0 0 1 0 0,0 0-1 0 0,0 0 1 0 0,0 1-1 0 0,0-1 1 0 0,1 0 0 0 0,-1 0-1 0 0,0 0 1 0 0,0 0-1 0 0,0 0 1 0 0,0 0-1 0 0,1 0 1 0 0,-1 0-1 0 0,0 0 1 0 0,0 0-1 0 0,0 0 1 0 0,0 0 0 0 0,1 0-1 0 0,-1 0 1 0 0,0 0-1 0 0,0 0 1 0 0,0 0-1 0 0,1 0 1 0 0,-1 0-1 0 0,0 0 1 0 0,0 0-1 0 0,0 0 1 0 0,0 0-1 0 0,1 0 1 0 0,-1 0 0 0 0,0 0-1 0 0,0 0 1 0 0,0 0-1 0 0,0 0 1 0 0,0 0-1 0 0,1-1 1 0 0,-1 1-1 0 0,0 0 1 0 0,0 0 0 0 0,4-4 185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2.9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60 1 822 0 0,'0'0'1118'0'0,"-9"15"1896"0"0,-29 46 8502 0 0,27-35-8262 0 0,11-23-3224 0 0,-1-1 0 0 0,1 1 0 0 0,0-1 0 0 0,0 1 0 0 0,0-1 0 0 0,0 1 0 0 0,0 0 0 0 0,1 2 0 0 0,1 8-364 0 0,-2-11 334 0 0,0 1 0 0 0,1-1 0 0 0,-1 1 0 0 0,1-1 0 0 0,-1 0 0 0 0,1 1 0 0 0,0-1 0 0 0,0 0 0 0 0,0 0 0 0 0,0 1 0 0 0,1-1 0 0 0,-1 0 0 0 0,1 0 0 0 0,-1 0 0 0 0,1 0 0 0 0,-1-1 0 0 0,1 1 0 0 0,0 0 0 0 0,0-1 0 0 0,0 1 0 0 0,0-1 0 0 0,0 0 0 0 0,0 0 0 0 0,5 2 0 0 0,-1 0 0 0 0,1-1 0 0 0,0 1 0 0 0,-1-2 0 0 0,1 1 0 0 0,0-1 0 0 0,0 0 0 0 0,11 0 0 0 0,-14-1 6 0 0,-2 1-19 0 0,1-1 1 0 0,-1 0-1 0 0,1-1 0 0 0,-1 1 1 0 0,1 0-1 0 0,-1-1 0 0 0,0 1 1 0 0,1-1-1 0 0,-1 1 1 0 0,4-3-1 0 0,1-1-654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3.56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331 128 378 0 0,'0'0'1061'0'0,"-9"-15"2114"0"0,-27-45 8870 0 0,33 56-11826 0 0,1 0 1 0 0,-1 1-1 0 0,1-1 1 0 0,-1 1 0 0 0,0 0-1 0 0,-1-1 1 0 0,1 1-1 0 0,0 1 1 0 0,-1-1 0 0 0,0 1-1 0 0,1-1 1 0 0,-1 1-1 0 0,0 0 1 0 0,0 0 0 0 0,-1 1-1 0 0,-3-2 1 0 0,-1 1-332 0 0,0 1 1 0 0,1 0-1 0 0,-1 1 1 0 0,0 0-1 0 0,-13 1 1 0 0,10 0 48 0 0,7 0-400 0 0,-1 0 0 0 0,1 0 1 0 0,-1 1-1 0 0,1 0 0 0 0,0 0 0 0 0,0 0 0 0 0,0 1 0 0 0,0-1 0 0 0,0 1 1 0 0,1 1-1 0 0,-1-1 0 0 0,1 0 0 0 0,0 1 0 0 0,-7 7 0 0 0,0 2-1312 0 0,0 0-1 0 0,0 1 1 0 0,-12 21 0 0 0,13-20 360 0 0,17-15 864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3.8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70 1 830 0 0,'0'0'1343'0'0,"-12"14"1678"0"0,-33 44 8557 0 0,32-35-8132 0 0,14-13-3632 0 0,0-3-186 0 0,-1-3 293 0 0,0 0-1 0 0,1 0 1 0 0,0 0-1 0 0,-1 0 1 0 0,1 0-1 0 0,1 0 1 0 0,-1 0-1 0 0,1 0 1 0 0,-1-1-1 0 0,1 1 1 0 0,0-1-1 0 0,0 1 1 0 0,1-1-1 0 0,-1 0 1 0 0,1 1-1 0 0,-1-1 1 0 0,1-1-1 0 0,0 1 1 0 0,5 4-1 0 0,-1-3-175 0 0,-1 0 0 0 0,1 0 0 0 0,0 0 0 0 0,0-1 0 0 0,0 0 0 0 0,0 0 0 0 0,0-1 0 0 0,1 0 0 0 0,10 1 0 0 0,-2-1-2118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4.6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11 118 118 0 0,'-1'-5'5308'0'0,"-1"-3"-3500"0"0,0 0-149 0 0,0 0 0 0 0,1 0 0 0 0,-1 0 0 0 0,1-11 0 0 0,1 17-1500 0 0,0 0 0 0 0,0 0 0 0 0,0 0 0 0 0,1 1-1 0 0,-1-1 1 0 0,0 0 0 0 0,1 0 0 0 0,-1 0 0 0 0,1 0 0 0 0,0 0 0 0 0,-1 1 0 0 0,1-1 0 0 0,0 0-1 0 0,0 1 1 0 0,0-1 0 0 0,1 1 0 0 0,-1-1 0 0 0,0 1 0 0 0,0-1 0 0 0,1 1 0 0 0,-1 0 0 0 0,1 0 0 0 0,-1 0-1 0 0,1-1 1 0 0,3 0 0 0 0,0 0-159 0 0,1 0 0 0 0,0 0 0 0 0,0 1 0 0 0,0 0 0 0 0,-1 0 0 0 0,1 0 0 0 0,0 1 0 0 0,0 0 0 0 0,0 0 0 0 0,0 0 0 0 0,0 1 0 0 0,0 0 0 0 0,0 0 0 0 0,0 0 0 0 0,-1 1 0 0 0,1 0 0 0 0,7 4 0 0 0,7 4 0 0 0,-1 1 0 0 0,0 0 0 0 0,23 21 0 0 0,-2-3 0 0 0,-38-28-19 0 0,0 1-1 0 0,-1-1 1 0 0,1 0-1 0 0,0 0 1 0 0,-1 1-1 0 0,0-1 1 0 0,1 0-1 0 0,-1 1 1 0 0,0 0-1 0 0,0-1 1 0 0,0 1-1 0 0,0 0 1 0 0,0-1-1 0 0,0 1 1 0 0,0 0-1 0 0,0 0 1 0 0,-1 0-1 0 0,1 0 1 0 0,-1 0-1 0 0,1 2 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4.9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1 756 0 0,'0'0'1363'0'0,"10"10"1571"0"0,31 31 8752 0 0,-38-38-11094 0 0,0 1 0 0 0,0-1 0 0 0,0 1 0 0 0,-1 0 0 0 0,5 7 0 0 0,-6-7-662 0 0,0-1 0 0 0,1 1 0 0 0,-2-1 0 0 0,1 1 0 0 0,0-1 0 0 0,-1 1-1 0 0,1 0 1 0 0,-1 4 0 0 0,-1-6 59 0 0,1 0 0 0 0,0 0 1 0 0,-1 0-1 0 0,1 0 0 0 0,-1 0 0 0 0,0 0 0 0 0,0 0 0 0 0,0 0 0 0 0,0 0 0 0 0,0 0 0 0 0,0-1 0 0 0,0 1 1 0 0,-1 0-1 0 0,1-1 0 0 0,-1 1 0 0 0,1-1 0 0 0,-1 0 0 0 0,1 1 0 0 0,-1-1 0 0 0,0 0 0 0 0,0 0 1 0 0,1 0-1 0 0,-1 0 0 0 0,0 0 0 0 0,0 0 0 0 0,0-1 0 0 0,0 1 0 0 0,0-1 0 0 0,0 1 0 0 0,0-1 1 0 0,-1 0-1 0 0,1 0 0 0 0,-3 0 0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5.4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96 466 0 0,'7'-2'4329'0'0,"121"-52"7026"0"0,-99 44-9600 0 0,37-7 0 0 0,-44 13-1755 0 0,0 0 0 0 0,0 2 0 0 0,23 0 0 0 0,-37 2 0 0 0,0 0 0 0 0,-1 1 0 0 0,1 0 0 0 0,0 1 0 0 0,0-1 0 0 0,-1 2 0 0 0,1-1 0 0 0,-1 1 0 0 0,0 0 0 0 0,1 0 0 0 0,-1 1 0 0 0,6 5 0 0 0,0 1 0 0 0,-1 2 0 0 0,0-1 0 0 0,-1 2 0 0 0,-1-1 0 0 0,1 2 0 0 0,-2-1 0 0 0,12 23 0 0 0,8 11 0 0 0,-28-47-54 0 0,-1 1-1 0 0,1 0 0 0 0,-1 0 1 0 0,1 0-1 0 0,-1 0 1 0 0,1-1-1 0 0,0 1 1 0 0,-1 0-1 0 0,1 0 0 0 0,0-1 1 0 0,0 1-1 0 0,-1-1 1 0 0,1 1-1 0 0,0 0 0 0 0,0-1 1 0 0,0 0-1 0 0,0 1 1 0 0,1 0-1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5.8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 0 838 0 0,'0'0'1128'0'0,"15"15"1826"0"0,43 47 8838 0 0,-33-30-8153 0 0,-19-14-4192 0 0,-5-11 415 0 0,-1-5 90 0 0,0 0 1 0 0,0 0-1 0 0,0 1 0 0 0,0-1 0 0 0,0 0 1 0 0,-1 0-1 0 0,1 0 0 0 0,-1 1 0 0 0,1-1 1 0 0,-1 0-1 0 0,0 0 0 0 0,0 0 1 0 0,0 0-1 0 0,0 0 0 0 0,-1 0 0 0 0,1-1 1 0 0,0 1-1 0 0,-1 0 0 0 0,1-1 0 0 0,-1 1 1 0 0,0-1-1 0 0,1 1 0 0 0,-1-1 0 0 0,0 0 1 0 0,0 1-1 0 0,0-1 0 0 0,-4 1 0 0 0,-5 4-436 0 0,0-1 0 0 0,0 0-1 0 0,-20 5 1 0 0,26-8-338 0 0,0-1 1 0 0,0-1-1 0 0,1 1 0 0 0,-1-1 0 0 0,-7 0 1 0 0,11 0 247 0 0,-1 0 1 0 0,1 0 0 0 0,0 0-1 0 0,-1 0 1 0 0,1-1-1 0 0,0 1 1 0 0,-10-6-3440 0 0,7 1 1914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8.6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26 407 442 0 0,'0'0'915'0'0,"7"-16"2186"0"0,2-4 2513 0 0,6-16 2011 0 0,-4-6-5662 0 0,-1-31-1963 0 0,-7 47 0 0 0,7-32 0 0 0,-7 40 0 0 0,-1-1 0 0 0,0 0 0 0 0,-2-33 0 0 0,0 29 0 0 0,-1 21 0 0 0,-13 0 0 0 0,7 2 0 0 0,4 1-364 0 0,0-1-1 0 0,0 1 0 0 0,0-1 1 0 0,0 1-1 0 0,0 0 0 0 0,1 0 1 0 0,-1 0-1 0 0,0 0 0 0 0,0 1 0 0 0,1-1 1 0 0,-1 1-1 0 0,1 0 0 0 0,-1-1 1 0 0,1 1-1 0 0,0 0 0 0 0,0 1 1 0 0,0-1-1 0 0,0 0 0 0 0,0 0 1 0 0,-2 5-1 0 0,1-3-343 0 0,0 1 0 0 0,1-1 1 0 0,0 1-1 0 0,0 0 0 0 0,0 0 0 0 0,0 0 0 0 0,1 0 1 0 0,0 0-1 0 0,0 0 0 0 0,-1 10 0 0 0,3-15 901 0 0,-1 1 1 0 0,1-1-1 0 0,-1 1 0 0 0,1-1 0 0 0,-1 0 1 0 0,1 1-1 0 0,0-1 0 0 0,-1 0 1 0 0,1 0-1 0 0,0 1 0 0 0,-1-1 1 0 0,1 0-1 0 0,0 0 0 0 0,-1 0 0 0 0,1 0 1 0 0,0 0-1 0 0,-1 0 0 0 0,1 0 1 0 0,0 0-1 0 0,0 0 0 0 0,-1 0 0 0 0,1 0 1 0 0,0 0-1 0 0,1-1-816 0 0,3 1-41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8.7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1 126 0 0,'0'0'2512'0'0,"98"19"14510"0"0,-87-16-17022 0 0,1 0 0 0 0,-1 1 0 0 0,0 0 0 0 0,-7-2-622 0 0,3 0 1244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9.7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125 409 252 0 0,'0'0'2430'0'0,"3"-7"455"0"0,9-20 8392 0 0,-11 26-11175 0 0,-1 0 0 0 0,0 1 0 0 0,1-1 0 0 0,-1 1 0 0 0,0-1 0 0 0,0 1 0 0 0,0-1 1 0 0,1 1-1 0 0,-1-1 0 0 0,0 0 0 0 0,0 1 0 0 0,0-1 0 0 0,0 1 0 0 0,0-1 0 0 0,0 0 0 0 0,0 1 0 0 0,0-1 0 0 0,-1 1 0 0 0,1-1 0 0 0,0 0 1 0 0,0 1-1 0 0,0-1 0 0 0,-1 1 0 0 0,1-1 0 0 0,0 1 0 0 0,-1-1 0 0 0,1 1 0 0 0,0-1 0 0 0,-1 1 0 0 0,1-1 0 0 0,0 1 0 0 0,-1-1 0 0 0,-4-6-654 0 0,-1-24 552 0 0,0 6 0 0 0,1 0 0 0 0,-1-49 0 0 0,4 53 0 0 0,0 0 0 0 0,-1 0 0 0 0,-2 1 0 0 0,-11-36 0 0 0,3 9 0 0 0,8 40 0 0 0,0 13 0 0 0,2-2 0 0 0,-4 6 8 0 0,-37 47-292 0 0,40-49-573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1:59.8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3 438 0 0,'0'0'2262'0'0,"113"-2"14698"0"0,-101 4-16960 0 0,7 1 0 0 0,-4 0 0 0 0,4 0 0 0 0,-4 0 0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01.9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977 8 192 0 0,'11'-8'19468'0'0,"-11"9"-19471"0"0,0 0 0 0 0,-1 0 0 0 0,1 0 1 0 0,0-1-1 0 0,0 1 0 0 0,0 0 0 0 0,-1 0 0 0 0,1-1 0 0 0,0 1 1 0 0,-1 0-1 0 0,1 0 0 0 0,-1-1 0 0 0,1 1 0 0 0,-1 0 1 0 0,1-1-1 0 0,-1 1 0 0 0,1-1 0 0 0,-2 2 0 0 0,1-2 4 0 0,0 1 0 0 0,0-1-1 0 0,0 1 1 0 0,1-1 0 0 0,-1 1-1 0 0,0 0 1 0 0,0 0 0 0 0,0-1 0 0 0,1 1-1 0 0,-1 0 1 0 0,0 0 0 0 0,1 0-1 0 0,-1 0 1 0 0,1 0 0 0 0,-1 0 0 0 0,1 0-1 0 0,-1 0 1 0 0,1 0 0 0 0,0 0-1 0 0,-1 2 1 0 0,-1 27 25 0 0,1-2-13 0 0,-4 52-13 0 0,1-62 0 0 0,1 0 0 0 0,-1 27 0 0 0,3-34 0 0 0,-1-1 0 0 0,0 0 0 0 0,-5 18 0 0 0,-1-3 0 0 0,6-15 0 0 0,-2-1-1 0 0,-8 18 0 0 0,0 0 1 0 0,-13 9-2 0 0,1-10 4 0 0,18-21-47 0 0,0 1 1 0 0,1 0-1 0 0,0 0 0 0 0,0 0 1 0 0,-5 9-1 0 0,8-12 89 0 0,-1 1-1 0 0,0 0 0 0 0,0-1 1 0 0,0 0-1 0 0,-6 6 0 0 0,-10 9-362 0 0,2 2-7927 0 0,-38 34 1 0 0,22-25 6833 0 0,20-19 1370 0 0,0 0 1 0 0,-1 0 0 0 0,0-2-1 0 0,-1 0 1 0 0,0-1-1 0 0,0 0 1 0 0,-21 6-1 0 0,19-7 458 0 0,-1-1 0 0 0,-30 6 0 0 0,42-11-462 0 0,0 1 0 0 0,1-1 0 0 0,-1 0 0 0 0,0 0 0 0 0,0 0 0 0 0,1-1 0 0 0,-1 0 0 0 0,0 0 0 0 0,1-1 0 0 0,-1 0 0 0 0,1 0-1 0 0,-10-5 1 0 0,-87-55 85 0 0,69 42 93 0 0,18 12-22 0 0,1-1 1 0 0,0 0 0 0 0,-23-21 0 0 0,24 16 2582 0 0,-17-26 10158 0 0,23 25-11094 0 0,6 14-1757 0 0,1-1 0 0 0,-1 1 0 0 0,0 0 0 0 0,0-1 0 0 0,0 1 0 0 0,0 0 0 0 0,0 0 0 0 0,0-1 0 0 0,0 1 0 0 0,0 0 0 0 0,0 0 0 0 0,-2-1 0 0 0,2 2 0 0 0,-1 0 0 0 0,1 0 0 0 0,0 0 0 0 0,0 0 0 0 0,0 0 0 0 0,0 0 0 0 0,0 0 0 0 0,0 1 0 0 0,0-1 0 0 0,0 0 0 0 0,0 1 0 0 0,0-1 0 0 0,0 1 0 0 0,0-1 0 0 0,0 1 0 0 0,0-1 0 0 0,0 1 0 0 0,0 0 0 0 0,0-1 0 0 0,1 1 0 0 0,-1 0 0 0 0,0 0 0 0 0,0 0 0 0 0,1-1 0 0 0,-1 1 0 0 0,0 2 0 0 0,-13 27 0 0 0,12-25 0 0 0,0 2-102 0 0,-12 28-3214 0 0,8-18-1226 0 0,1 0 0 0 0,-7 35 0 0 0,10-20 2606 0 0,2-30 1436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02.2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28 314 0 0,'0'0'2134'0'0,"98"-9"15078"0"0,-79 9-17212 0 0,0-4 0 0 0,-4 1 0 0 0,8 2 0 0 0,-1-4 0 0 0,-11 3 0 0 0,12-1-92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03.9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0 168 0 0,'7'10'6953'0'0,"12"20"2842"0"0,-8-5-7051 0 0,-9-21-2903 0 0,0 1 0 0 0,0-1 1 0 0,0 0-1 0 0,1 0 0 0 0,4 7 0 0 0,-3-6-145 0 0,0 0 1 0 0,-1 0-1 0 0,0 0 1 0 0,3 9-1 0 0,1 2-4072 0 0,1-1 0 0 0,13 21-1 0 0,-11-19 3127 0 0,-4-7 1248 0 0,1 2 405 0 0,0 1 0 0 0,0-1 0 0 0,8 27-1 0 0,-1-4 2977 0 0,2 11 7745 0 0,-15-41-11009 0 0,1-1 0 0 0,0 1 0 0 0,1-1 0 0 0,-1 0-1 0 0,1 0 1 0 0,3 5 0 0 0,12 19-181 0 0,-4-2-2432 0 0,14 9-6202 0 0,2 5 2415 0 0,-24-31 6254 0 0,0-1-1 0 0,0 0 0 0 0,1-1 0 0 0,0 0 0 0 0,13 10 0 0 0,3 3-78 0 0,11 6 1834 0 0,53 20 14250 0 0,-73-39-15962 0 0,1 0 1 0 0,0 0-1 0 0,0-1 1 0 0,1-1 0 0 0,19 4-1 0 0,-2-1-1 0 0,32 17-6639 0 0,-30-12-3853 0 0,0-4 9402 0 0,1-4 7405 0 0,4-7 5410 0 0,-20-1-13481 0 0,-10 0-913 0 0,0-1-1 0 0,-1 1 1 0 0,0-1-1 0 0,13-8 1 0 0,0-4 69 0 0,-16 10 2770 0 0,1-1 0 0 0,-2 0 0 0 0,10-14-1 0 0,-10 13 314 0 0,1 1 1 0 0,0-1-1 0 0,18-24 5909 0 0,-23 29-5221 0 0,0 1 0 0 0,-1-1 0 0 0,1-4 0 0 0,4-10 3233 0 0,3-3-4569 0 0,-8 16 16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04.2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46 156 0 0,'14'-27'19504'0'0,"-14"26"-19505"0"0,1 1 1 0 0,-1 0-1 0 0,0-1 0 0 0,1 1 1 0 0,-1 0-1 0 0,0-1 1 0 0,0 1-1 0 0,1-1 0 0 0,-1 1 1 0 0,0 0-1 0 0,0-1 0 0 0,0 1 1 0 0,0-1-1 0 0,1 1 1 0 0,-1 0-1 0 0,0-1 0 0 0,0 1 1 0 0,0-1-1 0 0,0 1 0 0 0,0-1 1 0 0,0 1-1 0 0,0-1 1 0 0,0 1-1 0 0,0-1 0 0 0,0 1 1 0 0,-1 0-1 0 0,1-1 1 0 0,0 1-1 0 0,0-1 0 0 0,0 1 1 0 0,0-1-1 0 0,-1 1 0 0 0,1 0 1 0 0,0-1-1 0 0,0 1 1 0 0,-1 0-1 0 0,1-1 0 0 0,0 1 1 0 0,-1 0-1 0 0,1-1 0 0 0,0 1 1 0 0,-1 0-1 0 0,1 0 1 0 0,-1-1-1 0 0,1 1 0 0 0,0 0 1 0 0,-1 0-1 0 0,1 0 1 0 0,-1 0-1 0 0,1-1 0 0 0,-1 1 1 0 0,1 0-1 0 0,-1 0 0 0 0,1 0 1 0 0,0 0-1 0 0,-1 0 1 0 0,1 0-1 0 0,-1 0 0 0 0,1 0 1 0 0,-1 0-1 0 0,1 0 0 0 0,-1 1 1 0 0,0-1-20 0 0,-5 3-7 0 0,4 0 78 0 0,-1-1-116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04.3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 31 4 0 0,'-27'-31'16226'0'0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04.5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95 0 2 0 0,'0'0'1006'0'0,"-8"4"2188"0"0,-8 3 3105 0 0,-16 8 1009 0 0,9-4-5457 0 0,8-1-2544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04.7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4 262 0 0,'1'0'143'0'0,"0"-1"1"0"0,1 1-1 0 0,-1-1 0 0 0,0 1 1 0 0,1-1-1 0 0,-1 1 0 0 0,0 0 1 0 0,0 0-1 0 0,1 0 0 0 0,-1 0 1 0 0,0 0-1 0 0,1 0 0 0 0,-1 0 1 0 0,0 0-1 0 0,1 0 0 0 0,-1 1 1 0 0,0-1-1 0 0,1 0 0 0 0,-1 1 1 0 0,2 0-1 0 0,0 1 1048 0 0,1 0-1 0 0,-1 0 0 0 0,0 1 1 0 0,0-1-1 0 0,1 1 1 0 0,4 5-1 0 0,-2-2 819 0 0,-1 1-1 0 0,0 0 1 0 0,6 11-1 0 0,-1 5-3026 0 0,12 28-4662 0 0,-17-40 3124 0 0,-2-3 1561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15.6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1 199 1122 0 0,'0'-18'12449'0'0,"1"18"-12256"0"0,12 0 5461 0 0,-12 1-5412 0 0,68-5-3431 0 0,119-21 0 0 0,-86 8 1028 0 0,51-5-3409 0 0,263-34 2873 0 0,1 27 3079 0 0,-54 30-377 0 0,97-2-22 0 0,-164-13-36 0 0,101-1-102 0 0,215 39 107 0 0,-206-5-69 0 0,627-18-124 0 0,-476-6 319 0 0,-511 7 167 0 0,55 3-115 0 0,-34 10 15018 0 0,-80-15-14577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16.6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121 0 1062 0 0,'0'4'3897'0'0,"17"222"7339"0"0,-20-73-7771 0 0,1-135-4042 0 0,-1-1 0 0 0,-1 0 0 0 0,0 1 0 0 0,-2-2 0 0 0,1 1 0 0 0,-2 0 0 0 0,-14 25 0 0 0,18-37 466 0 0,-31 54-4254 0 0,23-43 6700 0 0,2 0-1 0 0,-12 26 1 0 0,20-36-2117 0 0,0 0 0 0 0,0 0-1 0 0,0 0 1 0 0,1 0 0 0 0,0 0 0 0 0,0 0 0 0 0,2 7 0 0 0,-1 8 127 0 0,-1-12-345 0 0,1 1 0 0 0,0-1 0 0 0,0 0 0 0 0,5 14 0 0 0,-6-21 0 0 0,1 0 0 0 0,-1 1 0 0 0,1-1 0 0 0,0 1 0 0 0,0-1 0 0 0,0 0 0 0 0,0 0 0 0 0,1 0 0 0 0,-1 0 0 0 0,1 0 0 0 0,-1 0 0 0 0,1 0 0 0 0,-1 0 0 0 0,1 0 0 0 0,0-1 0 0 0,0 1 0 0 0,0-1 0 0 0,0 1 0 0 0,0-1 0 0 0,0 0 0 0 0,5 2 0 0 0,1 2-26 0 0,-5-2 52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17.3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0 145 276 0 0,'0'0'1859'0'0,"13"6"1126"0"0,40 19 8650 0 0,-21-17-8612 0 0,4-9-3856 0 0,-23-1 628 0 0,360-20-14089 0 0,-186 16 11538 0 0,0 4 3826 0 0,805-22-894 0 0,-325 3-199 0 0,3 21-27 0 0,-266 2 33 0 0,835 3-70 0 0,-715-23 134 0 0,-463 14 308 0 0,-1-2-1 0 0,0-3 1 0 0,0-2-1 0 0,87-30 9757 0 0,-135 36-5150 0 0,-4 1-4910 0 0,1 1 1 0 0,0 0 0 0 0,1 0-1 0 0,14-2 1 0 0,-23 5-252 0 0,-10 3 81 0 0,-50 13 544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17.5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0 388 0 0,'0'0'12'0'0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17.8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103 31 106 0 0,'-1'-20'11606'0'0,"-1"18"-11114"0"0,2 1-99 0 0,-2 0-1 0 0,1 1 0 0 0,0-1 1 0 0,0 0-1 0 0,0 0 1 0 0,0 1-1 0 0,0-1 1 0 0,-1 1-1 0 0,1-1 0 0 0,0 1 1 0 0,0-1-1 0 0,-1 1 1 0 0,1 0-1 0 0,0 0 0 0 0,-1 0 1 0 0,1-1-1 0 0,0 1 1 0 0,-2 1-1 0 0,1-1-464 0 0,0 1-1 0 0,1-1 0 0 0,-1 1 1 0 0,1-1-1 0 0,-1 1 0 0 0,1 0 1 0 0,-1 0-1 0 0,1 0 0 0 0,0 0 1 0 0,-1 0-1 0 0,1 0 0 0 0,0 0 1 0 0,0 0-1 0 0,0 0 0 0 0,-1 1 1 0 0,1-1-1 0 0,1 0 0 0 0,-1 1 1 0 0,0-1-1 0 0,0 1 0 0 0,0-1 1 0 0,1 1-1 0 0,-1-1 0 0 0,0 4 1 0 0,-10 42-2683 0 0,-9 193-8774 0 0,17-80 10743 0 0,-1-54 899 0 0,1-88-1130 0 0,-1-13 185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18.6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0 1098 0 0,'0'3'4389'0'0,"-3"11"-2285"0"0,2 1-1 0 0,-1 0 1 0 0,2 0 0 0 0,0 0 0 0 0,4 26-1 0 0,-1-1-552 0 0,4 87-4505 0 0,4 192-9986 0 0,-11-155 11668 0 0,0-149 1480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19.1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1 792 0 0,'0'0'1293'0'0,"0"11"1726"0"0,0 108 6449 0 0,0 5-7860 0 0,0 292-16782 0 0,0-239 16425 0 0,3-144-1571 0 0,1-24 181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19.6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1 206 0 0,'1'6'5090'0'0,"5"52"5562"0"0,2 33-5535 0 0,7 128-8684 0 0,4 27-4228 0 0,0-27 1087 0 0,-11-51 6046 0 0,-8-140-325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20.2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12 472 0 0,'18'-10'16067'0'0,"-18"9"-15872"0"0,1 1 0 0 0,0 0 0 0 0,0 0 0 0 0,0-1 0 0 0,0 1 0 0 0,0 0 0 0 0,0 0 0 0 0,0 0 1 0 0,0 0-1 0 0,0 0 0 0 0,-1 0 0 0 0,1 0 0 0 0,0 1 0 0 0,0-1 0 0 0,1 0 0 0 0,3 28-195 0 0,-2-1-53 0 0,0 0 1 0 0,-2 32-1 0 0,0-7-120 0 0,4 202-6011 0 0,1 6-4103 0 0,-6-256 10256 0 0,8 91-1247 0 0,-2-71 174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20.8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1 906 0 0,'0'0'1930'0'0,"0"18"979"0"0,0 49 7723 0 0,0 3-7349 0 0,2 72-5499 0 0,10 192-9782 0 0,-6-218 9846 0 0,-3-67-51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25.9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453 164 24 0 0,'3'-11'17487'0'0,"5"3"-15338"0"0,-8 7-2149 0 0,-1 0 0 0 0,1 0 0 0 0,-1-1 0 0 0,1 1 0 0 0,-1 0 0 0 0,0 0 0 0 0,1 0 0 0 0,-1 0 0 0 0,0 0 0 0 0,0 0 0 0 0,0 0 0 0 0,0 0 0 0 0,0 1 0 0 0,0-1 0 0 0,0 0 0 0 0,0 0 0 0 0,0 1 0 0 0,0-1 0 0 0,0 1 0 0 0,-1-1 0 0 0,1 1 0 0 0,0-1 0 0 0,0 1 0 0 0,0 0 0 0 0,-3-1 0 0 0,-7 1-1325 0 0,0-2 1 0 0,-21-4-1 0 0,21 4-642 0 0,1 0-1 0 0,-1 0 1 0 0,-15 0-1 0 0,23 2 1683 0 0,-1 1 0 0 0,1-1 0 0 0,-1 1 0 0 0,1-1 0 0 0,-1 1 1 0 0,1 0-1 0 0,0 0 0 0 0,-1 1 0 0 0,1-1 0 0 0,0 1 0 0 0,0-1 0 0 0,0 1 0 0 0,0 0 0 0 0,-4 3 0 0 0,-168 134 542 0 0,148-116-194 0 0,-44 49 7953 0 0,87-80-4116 0 0,-8 4-5104 0 0,13-9 2111 0 0,25-21-1 0 0,19-21-3101 0 0,-35 29-127 0 0,17-15-3157 0 0,36-30 2254 0 0,-42 37 3485 0 0,16-1 7809 0 0,-72 68-3531 0 0,-20 15-4334 0 0,22-31 155 0 0,-58 65 607 0 0,51-60-1807 0 0,0 1 0 0 0,1 0 0 0 0,2 1 0 0 0,-19 34 0 0 0,35-57 984 0 0,0 0-1 0 0,0 1 1 0 0,1-1 0 0 0,-1 0 0 0 0,1 1 0 0 0,-1-1 0 0 0,1 0 0 0 0,0 1 0 0 0,-1-1 0 0 0,1 1 0 0 0,0-1 0 0 0,0 1 0 0 0,0-1 0 0 0,0 1 0 0 0,0-1 0 0 0,0 0 0 0 0,1 1 0 0 0,-1-1 0 0 0,0 1 0 0 0,1-1 0 0 0,0 2 0 0 0,0-2-50 0 0,-1-1 0 0 0,1 1-1 0 0,0-1 1 0 0,-1 1 0 0 0,1-1 0 0 0,0 1 0 0 0,0-1 0 0 0,0 0 0 0 0,-1 1 0 0 0,1-1 0 0 0,0 0 0 0 0,0 0-1 0 0,0 1 1 0 0,0-1 0 0 0,0 0 0 0 0,-1 0 0 0 0,1 0 0 0 0,0 0 0 0 0,0 0 0 0 0,0 0 0 0 0,0-1-1 0 0,0 1 1 0 0,0 0 0 0 0,0 0 0 0 0,-1-1 0 0 0,1 1 0 0 0,0 0 0 0 0,0-1 0 0 0,0 1 0 0 0,-1-1 0 0 0,1 1-1 0 0,0-1 1 0 0,0 0 0 0 0,12-7-298 0 0,-1-1 0 0 0,0-1 0 0 0,21-21 0 0 0,8-7-503 0 0,18-11-1865 0 0,92-75-8570 0 0,-55 41 9089 0 0,-75 66 2121 0 0,15-17 534 0 0,-51 56 8211 0 0,-26 36-8691 0 0,-132 129-186 0 0,76-89 108 0 0,8-9-806 0 0,35-26-4981 0 0,53-62 5690 0 0,1-1-1 0 0,-1 1 0 0 0,1-1 0 0 0,-1 1 0 0 0,1-1 0 0 0,0 1 0 0 0,-1 0 1 0 0,1-1-1 0 0,-1 1 0 0 0,8 8 4187 0 0,-6-9-3947 0 0,16-6 5970 0 0,-8 2-5993 0 0,28-24 3672 0 0,17-19-3614 0 0,-17 14-438 0 0,69-61-4491 0 0,51-42-7243 0 0,-127 110 11829 0 0,-23 19 234 0 0,1 0 1 0 0,0 0-1 0 0,0 1 1 0 0,0 0-1 0 0,15-7 1 0 0,-30 19 329 0 0,-1 0 0 0 0,1 0 0 0 0,0 1 1 0 0,-8 10-1 0 0,-6 5-515 0 0,-114 118-600 0 0,-75 70-384 0 0,188-191 1181 0 0,4-4 189 0 0,1 0 0 0 0,-21 25 1 0 0,60-42 5443 0 0,-3-6-3504 0 0,0 0 0 0 0,32-22 0 0 0,32-29-1524 0 0,-43 30-2111 0 0,182-135-11167 0 0,-127 96 23746 0 0,-113 93-7092 0 0,-25 31-3808 0 0,-78 76-4720 0 0,-6-8-6338 0 0,91-69 19043 0 0,56-57-4638 0 0,-8-4-3153 0 0,-1 0 1 0 0,0-1-1 0 0,0 0 0 0 0,-1 0 0 0 0,18-17 1 0 0,3-2-115 0 0,217-162-8104 0 0,-223 170 5799 0 0,2 4-3404 0 0,-26 14 5295 0 0,-1 0-1 0 0,0 0 0 0 0,0 0 1 0 0,1 0-1 0 0,-1 0 0 0 0,0 0 0 0 0,0 0 1 0 0,1 1-1 0 0,-1-1 0 0 0,0 0 0 0 0,0 0 1 0 0,0 0-1 0 0,1 0 0 0 0,-1 1 0 0 0,0-1 1 0 0,0 0-1 0 0,0 0 0 0 0,0 1 1 0 0,0-1-1 0 0,1 0 0 0 0,-1 0 0 0 0,0 1 1 0 0,0-1-1 0 0,0 0 0 0 0,0 0 0 0 0,0 1 1 0 0,0-1-1 0 0,0 0 0 0 0,0 0 0 0 0,0 1 1 0 0,0-1-1 0 0,0 0 0 0 0,0 0 0 0 0,0 1 1 0 0,0-1-1 0 0,0 0 0 0 0,0 1 1 0 0,0-1-1 0 0,-1 0 0 0 0,1 0 0 0 0,0 0 1 0 0,0 1-1 0 0,0-1 0 0 0,-1 1 0 0 0,-3 14-6 0 0,-2-3 25 0 0,-1 0 1 0 0,-1 0-1 0 0,-14 16 0 0 0,-2 4 460 0 0,0 1 956 0 0,-44 44 0 0 0,-35 22-3453 0 0,-6-7 1807 0 0,109-92 248 0 0,0 0 0 0 0,0 0 0 0 0,0 0 0 0 0,-1 0 0 0 0,1 0 0 0 0,0 0 0 0 0,0 1 0 0 0,0-1 0 0 0,0 0 0 0 0,0 0 0 0 0,0 0 0 0 0,0 0 0 0 0,0 0 0 0 0,0 0 0 0 0,0 0 0 0 0,-1 0 0 0 0,1 0 0 0 0,0 0 0 0 0,0 0 0 0 0,0 0 0 0 0,0 0 0 0 0,0 1 0 0 0,0-1 0 0 0,0 0 0 0 0,0 0 0 0 0,0 0 0 0 0,0 0 0 0 0,0 0 0 0 0,0 0 0 0 0,0 0 0 0 0,0 0 0 0 0,0 1 0 0 0,0-1 0 0 0,0 0 0 0 0,0 0 0 0 0,0 0 0 0 0,0 0 0 0 0,0 0 0 0 0,0 0 0 0 0,0 0 0 0 0,0 0 0 0 0,0 0 0 0 0,0 1 0 0 0,0-1 0 0 0,0 0 0 0 0,0 0 0 0 0,0 0 0 0 0,0 0 0 0 0,0 0 0 0 0,0 0 0 0 0,1 0 0 0 0,-1 0 0 0 0,0 0 0 0 0,0 0 0 0 0,0 0 0 0 0,0 1 0 0 0,0-1 0 0 0,0 0 0 0 0,0 0 0 0 0,0 0 0 0 0,0 0 0 0 0,1 0 0 0 0,9-1 27 0 0,13-6 524 0 0,95-68 3067 0 0,47-54-8828 0 0,-147 115 4867 0 0,3-8 471 0 0,-18 18-29 0 0,0 0 0 0 0,1 0 0 0 0,-1 1-1 0 0,1-1 1 0 0,4-2 0 0 0,-8 6-72 0 0,0 0-1 0 0,0-1 1 0 0,0 1-1 0 0,1 0 1 0 0,-1 0 0 0 0,0 0-1 0 0,0 0 1 0 0,0 0-1 0 0,0 0 1 0 0,0 0-1 0 0,0 0 1 0 0,1 0 0 0 0,-1 0-1 0 0,0-1 1 0 0,0 1-1 0 0,0 0 1 0 0,0 0-1 0 0,1 0 1 0 0,-1 0 0 0 0,0 0-1 0 0,0 0 1 0 0,0 0-1 0 0,0 0 1 0 0,0 0-1 0 0,1 0 1 0 0,-1 0 0 0 0,0 0-1 0 0,0 1 1 0 0,0-1-1 0 0,0 0 1 0 0,1 0-1 0 0,-1 0 1 0 0,0 0 0 0 0,0 0-1 0 0,0 0 1 0 0,0 0-1 0 0,0 0 1 0 0,0 0-1 0 0,1 0 1 0 0,-1 1 0 0 0,0-1-1 0 0,0 0 1 0 0,0 0-1 0 0,0 0 1 0 0,0 0-1 0 0,0 0 1 0 0,0 0 0 0 0,0 1-1 0 0,0-1 1 0 0,0 0-1 0 0,0 12 3768 0 0,-6 13 1382 0 0,-53 96 916 0 0,46-96-5681 0 0,11-19-413 0 0,-1 0 0 0 0,1 0 0 0 0,0 0 0 0 0,0 0 0 0 0,1 1 0 0 0,0-1-1 0 0,0 1 1 0 0,0-1 0 0 0,1 11 0 0 0,1-17 4 0 0,-1 1-1 0 0,0-1 1 0 0,0 0 0 0 0,0 1-1 0 0,1-1 1 0 0,-1 0-1 0 0,0 0 1 0 0,0 1 0 0 0,1-1-1 0 0,-1 0 1 0 0,0 1-1 0 0,1-1 1 0 0,-1 0-1 0 0,0 0 1 0 0,1 0 0 0 0,-1 1-1 0 0,0-1 1 0 0,1 0-1 0 0,-1 0 1 0 0,1 0 0 0 0,-1 0-1 0 0,0 0 1 0 0,1 0-1 0 0,-1 0 1 0 0,1 0 0 0 0,-1 0-1 0 0,0 0 1 0 0,1 0-1 0 0,-1 0 1 0 0,1 0 0 0 0,-1 0-1 0 0,0 0 1 0 0,1 0-1 0 0,-1 0 1 0 0,1-1 0 0 0,-1 1-1 0 0,0 0 1 0 0,1-1-1 0 0,16-5 39 0 0,27-35-202 0 0,-43 40 79 0 0,0 2 88 0 0,-1-1 1 0 0,0 0 0 0 0,1 0-1 0 0,-1 0 1 0 0,0 0-1 0 0,0 1 1 0 0,1-1-1 0 0,-1 0 1 0 0,0 0 0 0 0,0 1-1 0 0,0-1 1 0 0,1 0-1 0 0,-1 0 1 0 0,0 1 0 0 0,0-1-1 0 0,0 0 1 0 0,0 1-1 0 0,0-1 1 0 0,0 0-1 0 0,1 1 1 0 0,-1-1 0 0 0,0 0-1 0 0,0 1 1 0 0,0-1-1 0 0,0 0 1 0 0,0 1-1 0 0,0-1 1 0 0,0 0 0 0 0,0 1-1 0 0,0-1 1 0 0,0 0-1 0 0,-1 1 1 0 0,1-1-1 0 0,0 0 1 0 0,0 0 0 0 0,0 1-1 0 0,0-1 1 0 0,0 0-1 0 0,-1 1 1 0 0,1-1 0 0 0,0 0-1 0 0,0 0 1 0 0,-1 1-1 0 0,-5 12 108 0 0,6-13-111 0 0,-1 1-1 0 0,1-1 1 0 0,0 0 0 0 0,-1 1-1 0 0,1-1 1 0 0,0 1-1 0 0,0-1 1 0 0,-1 0-1 0 0,1 1 1 0 0,0-1 0 0 0,0 1-1 0 0,0-1 1 0 0,0 1-1 0 0,-1-1 1 0 0,1 0-1 0 0,0 1 1 0 0,0-1 0 0 0,0 1-1 0 0,0-1 1 0 0,0 1-1 0 0,0-1 1 0 0,0 1-1 0 0,0-1 1 0 0,1 1 0 0 0,-1-1-1 0 0,0 0 1 0 0,0 1-1 0 0,0-1 1 0 0,0 1-1 0 0,0-1 1 0 0,1 1 0 0 0,-1-1-1 0 0,1 1 1 0 0,14 2-46 0 0,-4-1 1 0 0,-10-2 31 0 0,-1 1 0 0 0,1 0 0 0 0,-1-1-1 0 0,1 1 1 0 0,-1 0 0 0 0,1 0 0 0 0,-1-1-1 0 0,0 1 1 0 0,0 0 0 0 0,1 0 0 0 0,-1 0 0 0 0,0-1-1 0 0,0 1 1 0 0,0 0 0 0 0,0 0 0 0 0,1 0-1 0 0,-2 0 1 0 0,1 0 0 0 0,0-1 0 0 0,0 1 0 0 0,0 0-1 0 0,-1 1 1 0 0,-2-22 446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26.2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15 52 0 0,'0'-14'19541'0'0,"0"15"-20011"0"0,0 12 1007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28.1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684 54 168 0 0,'0'0'2070'0'0,"13"14"901"0"0,-4-4-114 0 0,43 48 6216 0 0,-9-16-6552 0 0,2 12-2521 0 0,-42-56 0 0 0,-3-6 0 0 0,-3-8 0 0 0,-6 1-1275 0 0,-1 1 1 0 0,-20-24-1 0 0,15 20 114 0 0,-33-36-5498 0 0,13 17 1935 0 0,13 11 4629 0 0,98 138 400 0 0,84 93-378 0 0,-158-203 152 0 0,1 1 0 0 0,-1-1 0 0 0,0 1 0 0 0,0 0 0 0 0,-1-1 0 0 0,1 1 0 0 0,-1 0 0 0 0,1 0 0 0 0,-1 0 0 0 0,1 4 0 0 0,-21-10 7823 0 0,15 0-6753 0 0,-1 1 1 0 0,1-1-1 0 0,-1 0 1 0 0,1 0-1 0 0,-5-4 1 0 0,-32-38-1255 0 0,18 19-63 0 0,1 3-497 0 0,-84-86-3955 0 0,84 89 2499 0 0,0 2-1 0 0,-1 0 1 0 0,-30-17-1 0 0,12 14-73 0 0,34 18 2353 0 0,-1 0-1 0 0,1 1 1 0 0,-1 0 0 0 0,0 0-1 0 0,1 1 1 0 0,-16-1 0 0 0,23 2-89 0 0,-1 0 1 0 0,1 0 0 0 0,0 1 0 0 0,-1-1 0 0 0,1 0 0 0 0,0 1 0 0 0,-1-1 0 0 0,1 0 0 0 0,0 1 0 0 0,0-1 0 0 0,-1 1 0 0 0,1-1 0 0 0,0 0 0 0 0,0 1 0 0 0,0-1 0 0 0,-1 1 0 0 0,1-1 0 0 0,0 1 0 0 0,0-1 0 0 0,0 0 0 0 0,0 1 0 0 0,0-1 0 0 0,0 1 0 0 0,0-1-1 0 0,0 1 1 0 0,0-1 0 0 0,0 1 0 0 0,0-1 0 0 0,1 0 0 0 0,-1 1 0 0 0,0-1 0 0 0,0 1 0 0 0,5 19-340 0 0,11 10 76 0 0,1-1 0 0 0,1-1 0 0 0,1 0 1 0 0,2-1-1 0 0,26 27 0 0 0,17 21-1280 0 0,34 41 1427 0 0,-91-105 1743 0 0,-22-16 2531 0 0,-2-6-2812 0 0,0 0-1 0 0,1-1 1 0 0,0 0 0 0 0,0-2 0 0 0,-16-17-1 0 0,-11-11 519 0 0,-2 1-2971 0 0,19 15-1963 0 0,-54-39-1 0 0,72 59 2701 0 0,0 1-1 0 0,-1 0 1 0 0,1 0 0 0 0,-1 1-1 0 0,0 0 1 0 0,0 1-1 0 0,0 0 1 0 0,-1 0 0 0 0,1 1-1 0 0,-1 0 1 0 0,-16 0-1 0 0,25 2 391 0 0,0 0 0 0 0,0 0-1 0 0,1 0 1 0 0,-1 0 0 0 0,0 0-1 0 0,0 0 1 0 0,1 0 0 0 0,-1 0-1 0 0,0 1 1 0 0,1-1 0 0 0,-1 0 0 0 0,0 1-1 0 0,1-1 1 0 0,-1 0 0 0 0,0 1-1 0 0,1-1 1 0 0,-1 1 0 0 0,1-1-1 0 0,-1 1 1 0 0,0-1 0 0 0,1 1-1 0 0,-1-1 1 0 0,1 1 0 0 0,0-1-1 0 0,-1 1 1 0 0,0 1 0 0 0,1-1 124 0 0,-1 1 1 0 0,1 0 0 0 0,-1 0 0 0 0,1 0-1 0 0,0 0 1 0 0,0 0 0 0 0,0 0-1 0 0,0-1 1 0 0,0 1 0 0 0,1 3 0 0 0,0 2 563 0 0,1-1 1 0 0,-1 1-1 0 0,2 0 0 0 0,4 11 1 0 0,7 7-132 0 0,30 42 0 0 0,62 58-6428 0 0,-72-92 930 0 0,62 49 1 0 0,-83-72 6472 0 0,-25-20 2761 0 0,-11-11-3681 0 0,-105-93 4418 0 0,105 95-5278 0 0,-1-2-472 0 0,-79-62-3601 0 0,88 73 2244 0 0,-1 0 0 0 0,-27-12 1 0 0,41 21 1874 0 0,0 0 0 0 0,-1 0 1 0 0,1 0-1 0 0,0 1 1 0 0,0-1-1 0 0,0 1 0 0 0,-1 0 1 0 0,1-1-1 0 0,0 1 1 0 0,-4 0-1 0 0,5 0 117 0 0,1 1 1 0 0,-1-1-1 0 0,0 0 0 0 0,0 0 1 0 0,1 1-1 0 0,-1-1 0 0 0,0 0 1 0 0,0 1-1 0 0,1-1 0 0 0,-1 1 1 0 0,0-1-1 0 0,1 1 0 0 0,-1-1 1 0 0,1 1-1 0 0,-1-1 0 0 0,0 1 1 0 0,1-1-1 0 0,-1 1 0 0 0,1 0 1 0 0,-1 1-1 0 0,0 1 44 0 0,0 0 1 0 0,1 0-1 0 0,-1 0 0 0 0,1 0 1 0 0,-1 0-1 0 0,1 0 0 0 0,0 0 0 0 0,1 0 1 0 0,-1 1-1 0 0,0-1 0 0 0,1 0 1 0 0,0 0-1 0 0,1 4 0 0 0,8 19-135 0 0,0 0 0 0 0,2-1 0 0 0,1-1 0 0 0,24 35 0 0 0,-31-51 159 0 0,137 202-61 0 0,-106-159-9 0 0,-41-8 13123 0 0,-6-47-12708 0 0,0 0 0 0 0,0-1 0 0 0,1 0 0 0 0,-1-1 0 0 0,1 0 0 0 0,-11-10 0 0 0,-13-8-625 0 0,-2 2 180 0 0,15 8-53 0 0,-31-15-1 0 0,44 26 63 0 0,0-1 0 0 0,-1 2 1 0 0,0-1-1 0 0,1 1 0 0 0,-1 0 0 0 0,0 1 0 0 0,0 0 0 0 0,-11 0 0 0 0,18 1 29 0 0,0 0 0 0 0,0 1-1 0 0,0-1 1 0 0,-1 1 0 0 0,1-1 0 0 0,0 1 0 0 0,0 0 0 0 0,0-1 0 0 0,0 1 0 0 0,0 0 0 0 0,0 0-1 0 0,0 0 1 0 0,1-1 0 0 0,-1 1 0 0 0,0 0 0 0 0,0 0 0 0 0,1 0 0 0 0,-1 1 0 0 0,1-1 0 0 0,-1 0-1 0 0,1 0 1 0 0,-1 0 0 0 0,1 0 0 0 0,-1 0 0 0 0,1 1 0 0 0,0-1 0 0 0,0 0 0 0 0,0 0 0 0 0,0 1-1 0 0,0-1 1 0 0,0 0 0 0 0,0 2 0 0 0,0 2 47 0 0,0 1 1 0 0,0 0-1 0 0,0 0 0 0 0,1 0 1 0 0,0 0-1 0 0,1 6 0 0 0,7 11-57 0 0,1 0 0 0 0,21 36 0 0 0,-30-56 0 0 0,-1-3 0 0 0,0 1 0 0 0,0-1 0 0 0,-1 1 0 0 0,1-1 0 0 0,0 0 0 0 0,0 1 0 0 0,0-1 0 0 0,-1 0 0 0 0,1 1 0 0 0,0-1 0 0 0,-1 0 0 0 0,1 1 0 0 0,0-1 0 0 0,0 0 0 0 0,-1 0 0 0 0,1 1 0 0 0,-1-1 0 0 0,1 0 0 0 0,0 0 0 0 0,-1 0 0 0 0,1 0 0 0 0,0 0 0 0 0,-1 1 0 0 0,1-1 0 0 0,-1 0 0 0 0,1 0 0 0 0,-1 0 0 0 0,1 0 0 0 0,0 0 0 0 0,-1 0 0 0 0,1 0 0 0 0,-1 0 0 0 0,1 0 0 0 0,0 0 0 0 0,-1-1 0 0 0,1 1 0 0 0,-1 0 0 0 0,1 0 0 0 0,0 0 0 0 0,-1 0 0 0 0,1-1 0 0 0,0 1 0 0 0,-1 0 0 0 0,0-1 0 0 0,-17-8 0 0 0,-15-20-291 0 0,2-2 0 0 0,-40-51-1 0 0,70 81-4 0 0,1 0-1 0 0,-1-1 1 0 0,0 1-1 0 0,0 0 0 0 0,0 0 1 0 0,0 0-1 0 0,0 0 1 0 0,0 0-1 0 0,0 1 1 0 0,0-1-1 0 0,-1 0 0 0 0,1 0 1 0 0,0 1-1 0 0,0-1 1 0 0,-1 1-1 0 0,1-1 0 0 0,-9 7 4168 0 0,14 3-2135 0 0,10 8-2380 0 0,-12-15 682 0 0,35 33-2762 0 0,24 9-6029 0 0,7 5 4506 0 0,-89-74 4154 0 0,2 0-1 0 0,-31-51 1 0 0,48 72 93 0 0,0 1 0 0 0,0-1 1 0 0,0 1-1 0 0,0-1 0 0 0,1 0 0 0 0,0 0 1 0 0,0 0-1 0 0,-2-8 0 0 0,19 19 43 0 0,28 24 96 0 0,-15-10-146 0 0,59 31-1 0 0,44 6-473 0 0,-129-57 392 0 0,0 1 0 0 0,0-1 0 0 0,0 0 1 0 0,0 0-1 0 0,1-1 0 0 0,-1 1 1 0 0,9-4 4482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37.43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3627 578 448 0 0,'-3'4'4200'0'0,"-23"19"6103"0"0,-2 1-5594 0 0,10-10-4708 0 0,14-11-2 0 0,1 0 0 0 0,-1 0 0 0 0,0 1 0 0 0,1-1 0 0 0,-5 6 0 0 0,1-1 1 0 0,-1 1 1 0 0,0-1-1 0 0,-1 0 0 0 0,-17 12 1 0 0,-4 2 2 0 0,-136 106-3 0 0,112-90 0 0 0,-3-2 0 0 0,-1-3 0 0 0,-1-3 0 0 0,-107 39 0 0 0,136-59-67 0 0,-1-1-1 0 0,0-1 1 0 0,0-1-1 0 0,-1-2 1 0 0,0-1 0 0 0,-49-1-1 0 0,49-3-658 0 0,-170-4-11158 0 0,82-9 6759 0 0,39-4 6324 0 0,-232-47-1141 0 0,160 35-2 0 0,109 18-30 0 0,1-2 0 0 0,-78-36 0 0 0,8 3 43 0 0,-63-22 2695 0 0,62 15 7751 0 0,55 25-7054 0 0,-1 2-3504 0 0,-17-8-3036 0 0,-76-43-9692 0 0,58 14 12111 0 0,25 12 704 0 0,23 17 1550 0 0,0-1 3325 0 0,-6-6-2298 0 0,-73-62 4761 0 0,105 83-7972 0 0,11 13-175 0 0,1-2 1 0 0,0 1-1 0 0,1-1 0 0 0,0-1 1 0 0,-10-15-1 0 0,10 13 1941 0 0,-1 1 0 0 0,0 0 0 0 0,-12-12 0 0 0,11 12-704 0 0,-1 0-472 0 0,4 4 0 0 0,0 0 0 0 0,1 0 1 0 0,-10-16-1 0 0,-8-12 0 0 0,23 34-1 0 0,1 0 1 0 0,-1 0 0 0 0,1 0 0 0 0,-1 0 0 0 0,0 0 0 0 0,1-1 0 0 0,-1 1 0 0 0,0 0 0 0 0,0 0 0 0 0,1 0 0 0 0,-1 0 0 0 0,0 1-1 0 0,0-1 1 0 0,0 0 0 0 0,0 0 0 0 0,-3-1 0 0 0,3 4-1 0 0,0-1 0 0 0,0 1 0 0 0,1 0-1 0 0,-1-1 1 0 0,0 1 0 0 0,0 0 0 0 0,1 0 0 0 0,-1-1 0 0 0,1 1-1 0 0,-1 0 1 0 0,1 0 0 0 0,0 0 0 0 0,0 3 0 0 0,0-2-6 0 0,-7 29-1100 0 0,0-13-3198 0 0,0 0 0 0 0,-16 31 0 0 0,4-15 1532 0 0,17-31 2844 0 0,0 0 0 0 0,0 0 0 0 0,1 0 0 0 0,0 1 0 0 0,0-1 0 0 0,0 0 0 0 0,0 1 0 0 0,0-1 1 0 0,1 8-1 0 0,0-12-74 0 0,0 1 0 0 0,0-1 1 0 0,1 0-1 0 0,-1 1 0 0 0,0-1 1 0 0,0 0-1 0 0,1 0 0 0 0,-1 1 1 0 0,0-1-1 0 0,1 0 0 0 0,-1 0 1 0 0,0 0-1 0 0,0 1 0 0 0,1-1 1 0 0,-1 0-1 0 0,0 0 0 0 0,1 0 1 0 0,-1 0-1 0 0,0 0 0 0 0,1 0 1 0 0,-1 0-1 0 0,1 0 0 0 0,-1 0 1 0 0,0 0-1 0 0,1 0 1 0 0,-1 0-1 0 0,0 0 0 0 0,1 0 1 0 0,-1 0-1 0 0,0 0 0 0 0,1 0 1 0 0,-1 0-1 0 0,0 0 0 0 0,1-1 1 0 0,14-4-1188 0 0,-7-4 39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37.7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16 850 0 0,'0'0'1556'0'0,"17"-2"1389"0"0,-6 0-382 0 0,55-8 6611 0 0,-12 8-6602 0 0,-47 4-2662 0 0,0-1 0 0 0,1 1 0 0 0,-1 0 0 0 0,-1 0 0 0 0,1 1 0 0 0,0 0 0 0 0,-1 0 0 0 0,1 0 0 0 0,-1 1 0 0 0,0 0 1 0 0,6 5-1 0 0,-7-4-25 0 0,1-1 1 0 0,0 0 0 0 0,1 0 0 0 0,-1-1-1 0 0,0 1 1 0 0,1-1 0 0 0,0-1 0 0 0,0 1 0 0 0,0-1-1 0 0,0 0 1 0 0,0-1 0 0 0,10 1 0 0 0,-6-2-641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43.1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0 824 794 0 0,'0'0'856'0'0,"7"9"2627"0"0,22 33 7656 0 0,-25-36-10292 0 0,-1 1 0 0 0,0 0 0 0 0,4 14 0 0 0,3 14-1398 0 0,1 0-1 0 0,1-1 1 0 0,2 0-1 0 0,2-1 1 0 0,1-1-1 0 0,1-1 1 0 0,2 0-1 0 0,27 32 1 0 0,37 32-7213 0 0,0-2 3790 0 0,9 10 3869 0 0,-40-48 103 0 0,3-3 0 0 0,2-2 1 0 0,2-3-1 0 0,95 58 0 0 0,-104-76 108 0 0,1-2-1 0 0,106 39 1 0 0,118 17-134 0 0,-226-69 43 0 0,187 56-105 0 0,107 28 47 0 0,-132-50-30 0 0,-160-39 59 0 0,1-3-1 0 0,59 0 1 0 0,-81-6 37 0 0,-1-2 1 0 0,1-1-1 0 0,-1-2 1 0 0,31-9-1 0 0,58-26 3401 0 0,103-55 9644 0 0,-79 23-14679 0 0,-116 55-64 0 0,0 0 1 0 0,-2-2-1 0 0,0 0 0 0 0,-1-2 1 0 0,-1-1-1 0 0,-1-1 1 0 0,-1-1-1 0 0,22-30 1 0 0,-17 11 1930 0 0,-1 0 0 0 0,35-87-1 0 0,-9-22 4221 0 0,-38 100-3780 0 0,10-95 1 0 0,-22 144-734 0 0,9-125-4234 0 0,-10 107 3846 0 0,0 0 0 0 0,-2 0 0 0 0,0 0 0 0 0,-6-22 1 0 0,-3-11 251 0 0,1 0 0 0 0,-2-76 0 0 0,9-14 906 0 0,4 47 3916 0 0,0-7 6522 0 0,-2 88-11007 0 0,-1-1 1 0 0,0 0 0 0 0,-8-25 0 0 0,6 25-203 0 0,0 1 1 0 0,1 0-1 0 0,-1-27 1 0 0,0-217-1591 0 0,2 260 1800 0 0,1 0-1 0 0,-1 1 0 0 0,1-1 1 0 0,-1 1-1 0 0,0-1 1 0 0,1 1-1 0 0,-1 0 0 0 0,1-1 1 0 0,-3 3-1 0 0,-35 36-2231 0 0,-41 66-9351 0 0,44-54 8906 0 0,29-41 2448 0 0,3-6 17 0 0,1 0 0 0 0,-1 0 0 0 0,1 1 0 0 0,0 0 1 0 0,0 0-1 0 0,1 0 0 0 0,-1 0 0 0 0,1 0 0 0 0,-2 8 0 0 0,5-12 144 0 0,-1-1-1 0 0,1 0 0 0 0,0 1 0 0 0,0-1 1 0 0,-1 0-1 0 0,1 0 0 0 0,0 1 1 0 0,0-1-1 0 0,-1 0 0 0 0,1 0 0 0 0,0 0 1 0 0,0 0-1 0 0,-1 0 0 0 0,1 0 1 0 0,0 0-1 0 0,0 0 0 0 0,1-1 272 0 0,6 0 1078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43.3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1174 0 0,'0'0'1572'0'0,"16"14"1348"0"0,7 5 2921 0 0,52 41 2312 0 0,-64-51-8166 0 0,-1 1 0 0 0,0 0 0 0 0,0 1 0 0 0,-1 0 0 0 0,13 21 0 0 0,33 64-569 0 0,-51-88 499 0 0,7 11-1444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53.66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147 494 116 0 0,'0'0'638'0'0,"-75"-102"12513"0"0,60 76-10334 0 0,0-6-3059 0 0,3 0-27 0 0,1-5-1117 0 0,3-3 652 0 0,5-4-1161 0 0,-5 1-105 0 0,8-3 564 0 0,0 1-1561 0 0,0-2-793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54.8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98 85 24 0 0,'0'0'2005'0'0,"-3"-12"1022"0"0,-11-35 8661 0 0,14 46-11543 0 0,-1-1 1 0 0,0 1 0 0 0,1-1-1 0 0,-1 1 1 0 0,0 0 0 0 0,0-1-1 0 0,0 1 1 0 0,0 0 0 0 0,0-1 0 0 0,0 1-1 0 0,0 0 1 0 0,0 0 0 0 0,-1 0-1 0 0,1 0 1 0 0,0 0 0 0 0,-1 0-1 0 0,1 1 1 0 0,0-1 0 0 0,-1 0 0 0 0,1 1-1 0 0,-1-1 1 0 0,0 1 0 0 0,1-1-1 0 0,-4 1 1 0 0,1-1-265 0 0,-1 1 0 0 0,0 0 0 0 0,1 1 0 0 0,-1-1 0 0 0,-8 3 1 0 0,12-3 105 0 0,0 0 13 0 0,-2-1 0 0 0,-4 9 0 0 0,6-7 0 0 0,1-1-2 0 0,2 22-754 0 0,0-1 0 0 0,1 0 0 0 0,11 36 0 0 0,2 11-3821 0 0,-13-41 1267 0 0,8 31-1976 0 0,-10-54 5298 0 0,1 0 0 0 0,0 0 0 0 0,-1 0 0 0 0,2 0 1 0 0,-1 0-1 0 0,3 5 0 0 0,-4-9-6 0 0,-1 0 0 0 0,0 1 1 0 0,1-1-1 0 0,-1 0 0 0 0,1 1 0 0 0,-1-1 0 0 0,0 0 0 0 0,1 0 1 0 0,-1 1-1 0 0,1-1 0 0 0,-1 0 0 0 0,1 0 0 0 0,-1 0 1 0 0,0 0-1 0 0,1 0 0 0 0,-1 0 0 0 0,1 1 0 0 0,-1-1 1 0 0,1 0-1 0 0,-1 0 0 0 0,1 0 0 0 0,-1-1 0 0 0,1 1 1 0 0,-1 0-1 0 0,1 0 0 0 0,-1 0 0 0 0,1 0 0 0 0,-1 0 1 0 0,0 0-1 0 0,1-1 0 0 0,-1 1 0 0 0,1 0 0 0 0,-1 0 1 0 0,0-1-1 0 0,14-11 5389 0 0,14-19-6219 0 0,10-20 5923 0 0,-15 13 135 0 0,6-19-4223 0 0,-1 3-2257 0 0,-26 50 1071 0 0,1 1-1 0 0,-1-1 0 0 0,1 1 0 0 0,0-1 0 0 0,0 1 0 0 0,0 0 0 0 0,4-3 0 0 0,-2 2-1230 0 0,0 0-1 0 0,1 1 0 0 0,-1 0 1 0 0,8-3-1 0 0,-6 3 638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56.8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65 62 678 0 0,'0'0'1896'0'0,"-10"-11"1055"0"0,-33-33 8362 0 0,34 38-8594 0 0,6 9-1919 0 0,5 11-1467 0 0,-2-14 637 0 0,6 21-24 0 0,11 26-1 0 0,1 5-213 0 0,-3 1-699 0 0,14 47-2412 0 0,-9-34-2396 0 0,-19-63 5268 0 0,1 0 0 0 0,-1 1 0 0 0,0-1 0 0 0,1 0 0 0 0,0 0 0 0 0,-1 0 0 0 0,1 0 0 0 0,0 0 0 0 0,5 4 1 0 0,-6-6 647 0 0,0-1 1 0 0,0 1 0 0 0,0 0 0 0 0,0-1-1 0 0,0 1 1 0 0,0-1 0 0 0,0 1-1 0 0,0-1 1 0 0,0 1 0 0 0,0-1 0 0 0,0 0-1 0 0,0 0 1 0 0,2 1 0 0 0,-1-1 350 0 0,-1 0 0 0 0,1-1 0 0 0,0 1-1 0 0,-1 0 1 0 0,1-1 0 0 0,-1 1 0 0 0,1 0 0 0 0,-1-1 0 0 0,1 0 0 0 0,-1 1 0 0 0,3-3-1 0 0,29-23 5222 0 0,13-23-3867 0 0,-10 9-2084 0 0,-15 19 46 0 0,81-77-3934 0 0,-70 71 2196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57.6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0 846 0 0,'0'0'755'0'0,"4"18"1125"0"0,-1 1 519 0 0,22 108 7252 0 0,-18-99-10214 0 0,12 30 1 0 0,-11-36 68 0 0,-3-7-681 0 0,1-1 0 0 0,0 1 0 0 0,1-1 0 0 0,1 0-1 0 0,11 16 1 0 0,-8-16 734 0 0,-7-7 1275 0 0,0-1 1 0 0,1-1 0 0 0,0 1 0 0 0,0-1 0 0 0,7 6 0 0 0,-11-10-593 0 0,0 0 0 0 0,1 0-1 0 0,-1-1 1 0 0,0 1 0 0 0,0 0 0 0 0,1-1 0 0 0,-1 1 0 0 0,0-1 0 0 0,1 1 0 0 0,-1-1 0 0 0,0 0-1 0 0,1 0 1 0 0,-1 1 0 0 0,0-1 0 0 0,1 0 0 0 0,-1 0 0 0 0,1-1 0 0 0,-1 1 0 0 0,0 0 0 0 0,1 0-1 0 0,-1-1 1 0 0,1 1 0 0 0,-1 0 0 0 0,0-1 0 0 0,0 0 0 0 0,1 1 0 0 0,-1-1 0 0 0,0 0-1 0 0,0 1 1 0 0,0-1 0 0 0,1 0 0 0 0,-1 0 0 0 0,1-1 0 0 0,74-79-525 0 0,29-53-4270 0 0,-90 115 3686 0 0,13-21-1725 0 0,-7 8-231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58.2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0 798 0 0,'0'0'704'0'0,"3"15"886"0"0,0-2-428 0 0,48 193 12621 0 0,-42-175-12559 0 0,14 38-1188 0 0,-20-62-632 0 0,0-1 1 0 0,0 0-1 0 0,0-1 1 0 0,1 1-1 0 0,0 0 0 0 0,0-1 1 0 0,0 0-1 0 0,7 6 1 0 0,-10-10 656 0 0,0 0-1 0 0,1 0 1 0 0,-1 0 0 0 0,0 0-1 0 0,1 0 1 0 0,-1 0 0 0 0,0-1-1 0 0,1 1 1 0 0,-1-1 0 0 0,1 1-1 0 0,-1-1 1 0 0,1 1 0 0 0,-1-1-1 0 0,1 0 1 0 0,-1 0 0 0 0,1 0-1 0 0,-1 0 1 0 0,1 0 0 0 0,-1 0-1 0 0,1 0 1 0 0,-1 0 0 0 0,1-1-1 0 0,-1 1 1 0 0,1-1 0 0 0,-1 1-1 0 0,1-1 1 0 0,-1 1 0 0 0,0-1-1 0 0,1 0 1 0 0,-1 0 0 0 0,0 0-1 0 0,0 1 1 0 0,1-1 0 0 0,-1-1 0 0 0,2-1-1 0 0,4-4 609 0 0,-1-1-1 0 0,0 0 1 0 0,-1 0-1 0 0,8-13 1 0 0,-7 10-473 0 0,23-36-659 0 0,80-145-4430 0 0,-93 153 3415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2:58.7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95 930 0 0,'0'0'882'0'0,"3"17"878"0"0,0 1-99 0 0,0 6 1456 0 0,2 1 0 0 0,14 42 0 0 0,-16-60-3116 0 0,2 7 523 0 0,1 0 1 0 0,0 0-1 0 0,1-1 1 0 0,13 20-1 0 0,-18-30-436 0 0,0 0-1 0 0,0-1 1 0 0,1 1-1 0 0,-1-1 1 0 0,0 0 0 0 0,1 1-1 0 0,0-1 1 0 0,-1 0-1 0 0,1-1 1 0 0,0 1 0 0 0,0 0-1 0 0,0-1 1 0 0,0 0 0 0 0,0 1-1 0 0,0-1 1 0 0,1-1-1 0 0,-1 1 1 0 0,0 0 0 0 0,0-1-1 0 0,1 1 1 0 0,-1-1 0 0 0,0 0-1 0 0,1 0 1 0 0,-1-1-1 0 0,0 1 1 0 0,1-1 0 0 0,3 0-1 0 0,0-3-142 0 0,0 1 0 0 0,0-1 0 0 0,-1-1 0 0 0,0 1 0 0 0,0-1 0 0 0,0 0 0 0 0,0 0 0 0 0,-1-1 0 0 0,1 1 0 0 0,3-8-1 0 0,7-5-336 0 0,24-27-2365 0 0,-3-2 1 0 0,-2-1-1 0 0,33-61 0 0 0,-42 62-1154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01.5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25 117 670 0 0,'-23'-5'19587'0'0,"24"6"-19506"0"0,-2 11-641 0 0,1-10 442 0 0,0 44-66 0 0,-1-14-459 0 0,1 1 0 0 0,8 49 0 0 0,-5-59-794 0 0,2 10-1007 0 0,2-13 4981 0 0,6-74 920 0 0,-8 34-3946 0 0,1 0 0 0 0,1 1-1 0 0,0 0 1 0 0,17-28 0 0 0,49-68-3814 0 0,-32 54 2834 0 0,-16 21 7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04.4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132 1 780 0 0,'-5'0'4479'0'0,"-21"0"6518"0"0,3 3-7593 0 0,16 1-3404 0 0,0 0 0 0 0,1 1 0 0 0,-1 0 0 0 0,-10 9 0 0 0,15-12 0 0 0,0 0 0 0 0,1 1 0 0 0,-1-1 0 0 0,0 0 0 0 0,1 1 0 0 0,-1 0 0 0 0,1-1 0 0 0,0 1 0 0 0,0 0 0 0 0,0 0 0 0 0,0-1 0 0 0,0 1 0 0 0,1 0 0 0 0,-1 0 0 0 0,1 0 0 0 0,0 4 0 0 0,0-5-136 0 0,1 1-1 0 0,0-1 1 0 0,0 0-1 0 0,0 1 1 0 0,0-1-1 0 0,0 0 0 0 0,1 0 1 0 0,-1 0-1 0 0,1 0 1 0 0,-1 0-1 0 0,1 0 1 0 0,0 0-1 0 0,-1 0 1 0 0,1-1-1 0 0,0 1 1 0 0,0-1-1 0 0,1 1 1 0 0,-1-1-1 0 0,0 0 1 0 0,0 0-1 0 0,3 2 0 0 0,10 4-1128 0 0,0-1-1 0 0,16 5 0 0 0,-28-10 379 0 0,0-1 0 0 0,1 1 0 0 0,-1-1 0 0 0,1 1-1 0 0,-1-1 1 0 0,0 0 0 0 0,1 0 0 0 0,3-1 0 0 0,-4 1 826 0 0,0-1 1 0 0,0 1-1 0 0,-1-1 1 0 0,1 0-1 0 0,0 0 1 0 0,0 0-1 0 0,0-1 1 0 0,-1 1-1 0 0,1 0 0 0 0,0-1 1 0 0,-1 0-1 0 0,0 0 1 0 0,1 0-1 0 0,-1 0 1 0 0,18-38 15753 0 0,-20 38-15759 0 0,0 1 0 0 0,0-1-1 0 0,-1 1 1 0 0,1-1 0 0 0,0 1 0 0 0,-1-1-1 0 0,1 1 1 0 0,-1-1 0 0 0,0 1-1 0 0,1-1 1 0 0,-1 1 0 0 0,0 0 0 0 0,0-1-1 0 0,0 1 1 0 0,0 0 0 0 0,0 0 0 0 0,-2-2-1 0 0,-26-17-2326 0 0,3 3 695 0 0,-13 10-8741 0 0,2 14 11438 0 0,16 4 5269 0 0,17-9-6611 0 0,1 1 0 0 0,-1 0 0 0 0,1 0 0 0 0,-1 0 0 0 0,1 1 0 0 0,-4 4 0 0 0,6-5-192 0 0,-1-1-1 0 0,0 1 0 0 0,1 0 1 0 0,-1 0-1 0 0,1 0 0 0 0,0 0 0 0 0,0 0 1 0 0,0 0-1 0 0,0 7 0 0 0,0-8 649 0 0,1 1-1 0 0,0-1 1 0 0,0 0-1 0 0,1 1 0 0 0,-1-1 1 0 0,1 1-1 0 0,-1-1 1 0 0,2 5-1 0 0,0-4-130 0 0,0 0 0 0 0,0 0 0 0 0,0 0 0 0 0,0 0-1 0 0,0 0 1 0 0,1-1 0 0 0,-1 1 0 0 0,1 0 0 0 0,0-1 0 0 0,0 0 0 0 0,4 3 0 0 0,39 21 279 0 0,-34-21 78 0 0,-6-2-46 0 0,0 0 0 0 0,0 0 1 0 0,0-1-1 0 0,1 0 0 0 0,-1-1 0 0 0,1 1 0 0 0,10 0 1 0 0,-15-2-391 0 0,0 0 0 0 0,1 0 0 0 0,-1 0 0 0 0,0 0 0 0 0,0 0 0 0 0,0 0 0 0 0,0-1 0 0 0,0 1 1 0 0,0-1-1 0 0,0 0 0 0 0,0 1 0 0 0,0-1 0 0 0,0 0 0 0 0,-1 0 0 0 0,1 0 0 0 0,0-1 0 0 0,-1 1 0 0 0,1 0 0 0 0,0-1 1 0 0,-1 1-1 0 0,1-1 0 0 0,-1 1 0 0 0,0-1 0 0 0,0 0 0 0 0,0 1 0 0 0,1-1 0 0 0,-1 0 0 0 0,1-2 0 0 0,4-29 1 0 0,-6 27 713 0 0,0-1 1 0 0,0 1-1 0 0,-1-1 0 0 0,0 1 0 0 0,0-1 0 0 0,-1 1 0 0 0,0-1 0 0 0,0 1 0 0 0,-1 0 0 0 0,-2-6 1 0 0,-10-11-2799 0 0,13 21 2008 0 0,0 1 1 0 0,0-1 0 0 0,0 1-1 0 0,0 0 1 0 0,0 0 0 0 0,0-1 0 0 0,0 1-1 0 0,0 1 1 0 0,-1-1 0 0 0,1 0 0 0 0,0 0-1 0 0,-1 1 1 0 0,1 0 0 0 0,0-1-1 0 0,-1 1 1 0 0,1 0 0 0 0,-1 0 0 0 0,1 0-1 0 0,0 0 1 0 0,-1 1 0 0 0,-3 0 0 0 0,2 0 130 0 0,1-1 0 0 0,0 1 0 0 0,0 0 0 0 0,0 0 0 0 0,0 0 0 0 0,0 0 0 0 0,0 1 0 0 0,0-1 0 0 0,1 1 0 0 0,-1 0 0 0 0,0-1 0 0 0,1 1 0 0 0,-1 0 0 0 0,1 1 0 0 0,-4 3 0 0 0,-5 11 17 0 0,6-10 14 0 0,1 1 0 0 0,0-1 1 0 0,-5 12-1 0 0,8-17 10 0 0,0 1 0 0 0,0-1 0 0 0,1 1-1 0 0,-1-1 1 0 0,1 1 0 0 0,0-1 0 0 0,0 1-1 0 0,0 0 1 0 0,0-1 0 0 0,0 1 0 0 0,0-1 0 0 0,1 1-1 0 0,-1-1 1 0 0,1 1 0 0 0,1 4 0 0 0,2-2-6 0 0,1 1 1 0 0,-1-1-1 0 0,1 0 0 0 0,0 0 1 0 0,0 0-1 0 0,1-1 0 0 0,-1 0 1 0 0,1 0-1 0 0,0 0 1 0 0,0-1-1 0 0,11 5 0 0 0,-13-7 7 0 0,0 1 0 0 0,0-1 0 0 0,0 0-1 0 0,1 0 1 0 0,-1 0 0 0 0,0-1 0 0 0,0 1-1 0 0,0-1 1 0 0,1 0 0 0 0,-1 0-1 0 0,0-1 1 0 0,0 1 0 0 0,0-1 0 0 0,1 0-1 0 0,-1 0 1 0 0,0 0 0 0 0,0-1 0 0 0,-1 1-1 0 0,1-1 1 0 0,0 0 0 0 0,0 0 0 0 0,-1 0-1 0 0,1-1 1 0 0,-1 1 0 0 0,0-1-1 0 0,0 0 1 0 0,0 0 0 0 0,0 0 0 0 0,0 0-1 0 0,0-1 1 0 0,-1 1 0 0 0,0-1 0 0 0,0 1-1 0 0,0-1 1 0 0,0 0 0 0 0,0 0 0 0 0,-1 0-1 0 0,0 0 1 0 0,1 0 0 0 0,-2 0-1 0 0,1 0 1 0 0,0 0 0 0 0,-1-1 0 0 0,0-7-1 0 0,0 9-150 0 0,0 0 0 0 0,0 0-1 0 0,-1 0 1 0 0,1 0 0 0 0,-1 0-1 0 0,0 0 1 0 0,0 0 0 0 0,0 0-1 0 0,0 0 1 0 0,-1 0 0 0 0,1 1 0 0 0,-3-4-1 0 0,1 2 608 0 0,0 0-1 0 0,0 1 1 0 0,-1-1 0 0 0,0 1-1 0 0,1 0 1 0 0,-1 0-1 0 0,0 0 1 0 0,-1 1-1 0 0,1 0 1 0 0,0-1 0 0 0,-10-2-1 0 0,7 3 29 0 0,0 0-1 0 0,0 0 1 0 0,0 1 0 0 0,-1 0-1 0 0,1 0 1 0 0,0 0 0 0 0,-13 2-1 0 0,15-1-1170 0 0,0 1 0 0 0,0 0 1 0 0,0 0-1 0 0,0 0 0 0 0,0 1 0 0 0,-7 3 0 0 0,8-2 431 0 0,0-1 0 0 0,0 1 0 0 0,0 0-1 0 0,0 0 1 0 0,1 0 0 0 0,-1 1 0 0 0,1-1-1 0 0,0 1 1 0 0,0 0 0 0 0,-3 6 0 0 0,4-8 267 0 0,0 1 0 0 0,1 0 1 0 0,0 0-1 0 0,-1 0 1 0 0,1 0-1 0 0,0 0 0 0 0,0 0 1 0 0,1 0-1 0 0,-1 0 0 0 0,1 0 1 0 0,0 0-1 0 0,-1 0 1 0 0,1 0-1 0 0,1 1 0 0 0,-1-1 1 0 0,1 4-1 0 0,0-4-11 0 0,0-1 0 0 0,1 1 0 0 0,-1-1 0 0 0,0 0 0 0 0,1 0 0 0 0,0 1 0 0 0,-1-1 0 0 0,1 0-1 0 0,0-1 1 0 0,0 1 0 0 0,0 0 0 0 0,0 0 0 0 0,1-1 0 0 0,-1 0 0 0 0,0 1 0 0 0,1-1 0 0 0,-1 0 0 0 0,1 0 0 0 0,-1 0 0 0 0,6 1 0 0 0,-1 0-1 0 0,1-1 0 0 0,-1 1 0 0 0,1-2-1 0 0,-1 1 1 0 0,1-1 0 0 0,10-1 0 0 0,-16 1 50 0 0,0-1 1 0 0,0 0-1 0 0,-1 1 0 0 0,1-1 0 0 0,0 0 0 0 0,0 0 0 0 0,0 0 0 0 0,-1-1 0 0 0,1 1 0 0 0,-1 0 0 0 0,1-1 1 0 0,-1 1-1 0 0,1-1 0 0 0,-1 1 0 0 0,0-1 0 0 0,0 0 0 0 0,0 0 0 0 0,0 1 0 0 0,0-1 0 0 0,0 0 0 0 0,0 0 1 0 0,-1 0-1 0 0,1 0 0 0 0,0 0 0 0 0,-1-2 0 0 0,1 1 174 0 0,0 1-1 0 0,-1-1 1 0 0,1 1-1 0 0,-1 0 1 0 0,0-1-1 0 0,0 0 1 0 0,0 1 0 0 0,0-1-1 0 0,0 1 1 0 0,0-1-1 0 0,-1 1 1 0 0,1-1 0 0 0,-1 1-1 0 0,0 0 1 0 0,0-1-1 0 0,0 1 1 0 0,0 0-1 0 0,0-1 1 0 0,0 1 0 0 0,-2-2-1 0 0,0 1-678 0 0,-1-1 0 0 0,0 1 0 0 0,0 0-1 0 0,0 1 1 0 0,-1-1 0 0 0,-6-2 0 0 0,10 4 315 0 0,-1 0 0 0 0,0 1-1 0 0,0-1 1 0 0,0 1 0 0 0,0-1 0 0 0,0 1 0 0 0,0 0 0 0 0,0-1 0 0 0,0 1-1 0 0,0 0 1 0 0,0 0 0 0 0,0 1 0 0 0,0-1 0 0 0,1 0 0 0 0,-1 1 0 0 0,0-1-1 0 0,0 1 1 0 0,0 0 0 0 0,-2 0 0 0 0,3 0 160 0 0,0 0 0 0 0,0 0 0 0 0,0 0-1 0 0,0 0 1 0 0,1 0 0 0 0,-1 0 0 0 0,0 0 0 0 0,0 0-1 0 0,1 0 1 0 0,-1 0 0 0 0,0 0 0 0 0,1 1 0 0 0,-1-1 0 0 0,1 0-1 0 0,0 0 1 0 0,-1 1 0 0 0,1-1 0 0 0,0 2 0 0 0,0-2 132 0 0,-1 0 1 0 0,1-1 0 0 0,0 1 0 0 0,0 0 0 0 0,1 0-1 0 0,-1 0 1 0 0,0-1 0 0 0,0 1 0 0 0,0 0-1 0 0,0 0 1 0 0,1-1 0 0 0,-1 1 0 0 0,0 0-1 0 0,1-1 1 0 0,-1 1 0 0 0,0 0 0 0 0,1-1-1 0 0,-1 1 1 0 0,2 1 0 0 0,5 3-835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07.247"/>
    </inkml:context>
    <inkml:brush xml:id="br0">
      <inkml:brushProperty name="width" value="0.1" units="cm"/>
      <inkml:brushProperty name="height" value="0.6" units="cm"/>
      <inkml:brushProperty name="color" value="#E71224"/>
      <inkml:brushProperty name="inkEffects" value="pencil"/>
    </inkml:brush>
  </inkml:definitions>
  <inkml:trace contextRef="#ctx0" brushRef="#br0">412 150 1324 206111 72290,'0'0'988'0'0,"0"0"-780"0"0,0 0 1208 0 0,0 0-460 0 0,0 0-331 0 0,0 0-221 0 0,0 0-4 0 0,0 0 56 0 0,0 0-28 0 0,0 0-76 0 0,-12-4-64 0 0,-7 0-32 0 0,0 0-20 0 0,1 4 4 0 0,2 2 28 0 0,3 1-28 0 0,2 2 12 0 0,3 2 28 0 0,1 0-32 0 0,3 2-4 0 0,0 0-20 0 0,1 2-40 0 0,2 0-36 0 0,0 1-12 0 0,1 1 0 0 0,0-1-84 0 0,3 0-52 0 0,1-3-8 0 0,1-1 0 0 0,2-2-4 0 0,2-1 0 0 0,1-3 12 0 0,2 0 56 1566 876,0-2-56-1566-876,2-2-4 0 0,-1-2-56 0 0,-1-2-20 0 0,1-3 72 0 0,-3-1-4 0 0,-2-1-24 0 0,-3-1 36 0 0,-2 0 44 0 0,-2 1 24 0 0,-3-1-20 0 0,-3 2 44 0 0,-3 0-36 0 0,-3 2 24 0 0,-2 1 72 0 0,-1 2 88 0 0,-2 2-92 0 0,0 1-12 0 0,-1 3 52 0 0,0 2-40 0 0,2 2-12 0 0,0 3 24 0 0,2 2-12 0 0,2 1 0 0 0,2 1 36 0 0,3 0-40 0 0,2 1-132 0 0,2-1-4 0 0,2 0-4 0 0,3-2-4 0 0,3 0-12 0 0,3-1 0 0 0,3 0 0 0 0,2-2-60 0 0,1-2 12 0 0,2-1 8 0 0,1-1 40 0 0,0-2-56 0 0,-1-1 60 0 0,-1-3-4 0 0,-2-2 0 0 0,-2-3 4 0 0,-2-2 8 0 0,-3-2 4 0 0,-3-1 64 0 0,-1-1 24 0 0,-4 0 8 0 0,-4-1-40 0 0,-4 2 40 0 0,-4 0-28 0 0,-3 2-16 0 0,-2 1 16 0 0,-1 1 16 0 0,-1 3 84 0 0,1 2-8 0 0,0 1 36 0 0,3 2-76 0 0,1 1-16 0 0,2 1-12 0 0,2 2-92 0 0,2 1 0 0 0,3 2 8 0 0,3 1-8 0 0,1 2-4 0 0,2 0 12 0 0,1 0 44 0 0,3 0-56 0 0,2 0-16 0 0,1 0 4 0 0,3-2-80 0 0,0-1 0 0 0,1-1 80 0 0,0-2 4 0 0,0-1-100 0 0,-1-1 44 0 0,-1-2 64 0 0,0-1 4 0 0,-1-2 92 0 0,-3-2 72 0 0,-1-1-28 0 0,-2-1-16 0 0,-1-2 4 0 0,-2 0 40 0 0,-4 0-104 0 0,-3 1 4 0 0,-2 1-52 0 0,-2 1 68 0 0,-2 1-76 0 0,1 3 108 0 0,-2 1-96 0 0,2 1-4 0 0,0 2 48 0 0,2 2 4 0 0,1 2-56 0 0,3 0 88 0 0,1 2-16 0 0,2 0-72 0 0,1 0-8 0 0,2 0-4 0 0,1-2-4 0 0,1 0-132 0 0,1 0 52 0 0,2-2 68 0 0,3 0-84 0 0,0-1 16 0 0,1-1 68 0 0,1-1-116 0 0,0 0 16 0 0,-1-2 56 0 0,0-1 60 0 0,0-1 0 0 0,-1-2 16 0 0,-2-1 84 0 0,-1-1-36 0 0,-2 0 20 0 0,-1 0 68 0 0,-2 0-72 0 0,-3 2-64 0 0,-2 1 68 0 0,-2 1-12 0 0,-1 2-72 0 0,-1 1-64 0 0,-2 1 52 0 0,0 3-56 0 0,1 2 68 0 0,2 2 12 0 0,1 2 88 0 0,2 0-36 0 0,2 2 24 0 0,1-1-68 0 0,2 1-16 0 0,1-1-4 0 0,2-1 0 0 0,2-1-68 0 0,2 0-36 0 0,0-1 92 0 0,3-2-104 0 0,0-1 20 0 0,2-1 76 0 0,-1-2-60 0 0,-1 0-56 0 0,1-2 56 0 0,-1-2 80 0 0,0-1 64 0 0,-2-2 4 0 0,0-2 32 0 0,-1-2-40 0 0,-1-1-56 0 0,-2-1-4 0 0,0 0 68 0 0,-2 0-64 0 0,-1-1 80 0 0,-3 1 64 0 0,-2 1-76 0 0,-3 2 32 0 0,-1 2-84 0 0,-3 2 48 0 0,0 2-60 0 0,-2 1-8 0 0,1 3 0 0 0,2 2-16 0 0,0 3 16 0 0,3 2 120 0 0,1 4-28 0 0,2 1-84 0 0,2 2 84 0 0,2 2-76 0 0,2 1-4 0 0,4-1-8 0 0,1 0-4 0 0,4-2-104 0 0,1 0 84 0 0,2-3 12 0 0,1-2-116 0 0,1-2 0 0 0,0-2 104 0 0,-1-3-84 0 0,-1-1-68 0 0,-1-1 56 0 0,-1-1 112 0 0,-1-2-8 0 0,-1-2-44 0 0,-2-1 56 0 0,-1-4 16 0 0,-2-1-4 0 0,-2-3 56 0 0,-1-1 28 0 0,-2-3-84 0 0,-2 1 108 0 0,-3-1 4 0 0,-4 1-112 0 0,-2 1 4 0 0,-3 2 68 0 0,-1 2-84 0 0,-3 1-72 0 0,1 2 56 0 0,-1 1-92 0 0,1 2 4 0 0,0 0-160 0 0,1 0-68 0 0,0 1-168 0 0,1-1-152 0 0,0-1-132 0 0,1-1-348 0 0,-1-3-300 0 0,-1-2-200 0 0,-2-3-168 0 0,0-3-653 0 0,-1-3-983 0 0,1 2 2268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06.7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0 504 0 0,'7'9'19930'0'0,"-7"-9"-19945"0"0,0 0 0 0 0,0 0 0 0 0,0 0-1 0 0,0 0 1 0 0,0 0 0 0 0,-1 0 0 0 0,1 0 0 0 0,0 0-1 0 0,0 0 1 0 0,0 0 0 0 0,0 1 0 0 0,-1-1 0 0 0,1 0 0 0 0,0 0-1 0 0,0 0 1 0 0,0 0 0 0 0,0 0 0 0 0,0 0 0 0 0,-1 0 0 0 0,1 0-1 0 0,0 0 1 0 0,0 0 0 0 0,0 1 0 0 0,0-1 0 0 0,0 0 0 0 0,0 0-1 0 0,0 0 1 0 0,0 0 0 0 0,-1 0 0 0 0,1 1 0 0 0,0-1-1 0 0,0 0 1 0 0,0 0 0 0 0,0 0 0 0 0,0 0 0 0 0,0 0 0 0 0,0 1-1 0 0,0-1 1 0 0,0 0 0 0 0,0 0 0 0 0,0 0 0 0 0,0 0 0 0 0,0 1-1 0 0,0-1 1 0 0,0 0 0 0 0,0 0 0 0 0,0 0 0 0 0,0 0 0 0 0,0 1-1 0 0,1-1 1 0 0,-2 2 15 0 0,1 1-1 0 0,0 0 1 0 0,1-1-1 0 0,-1 1 1 0 0,0-1-1 0 0,1 1 1 0 0,-1-1-1 0 0,1 1 1 0 0,0-1-1 0 0,0 1 1 0 0,0-1-1 0 0,0 0 1 0 0,3 5-1 0 0,-2-6 0 0 0,-1 1 0 0 0,1-1 1 0 0,-1 0-1 0 0,1 0 0 0 0,0 1 0 0 0,0-2 0 0 0,0 1 0 0 0,-1 0 0 0 0,1 0 0 0 0,0 0 0 0 0,0-1 0 0 0,0 1 1 0 0,0-1-1 0 0,0 0 0 0 0,0 1 0 0 0,1-1 0 0 0,-1 0 0 0 0,3 0 0 0 0,-5-1 1 0 0,1 1 1 0 0,0 0-1 0 0,-1-1 0 0 0,1 1 0 0 0,-1-1 0 0 0,1 1 1 0 0,-1-1-1 0 0,1 1 0 0 0,-1-1 0 0 0,1 1 0 0 0,-1-1 1 0 0,1 1-1 0 0,-1-1 0 0 0,0 1 0 0 0,1-1 0 0 0,-1 0 1 0 0,0 1-1 0 0,1-1 0 0 0,-1 0 0 0 0,0 1 0 0 0,0-1 1 0 0,0 0-1 0 0,0 1 0 0 0,0-1 0 0 0,0 0 0 0 0,1 0 1 0 0,-2 1-1 0 0,1-1 0 0 0,0 0 0 0 0,0 1 0 0 0,0-1 1 0 0,0 0-1 0 0,0 1 0 0 0,-1-2 0 0 0,1-1 2 0 0,-1 0 0 0 0,1 0 1 0 0,-1 1-1 0 0,1-1 0 0 0,-1 0 0 0 0,0 1 0 0 0,-3-6 0 0 0,2 4-2 0 0,1 3 0 0 0,1 0 0 0 0,-1 0 0 0 0,1 0 0 0 0,-1 0 0 0 0,1 1 0 0 0,-1-1 0 0 0,1 0 0 0 0,-1 0 0 0 0,0 1 0 0 0,1-1 0 0 0,-1 0 0 0 0,0 1 0 0 0,1-1 0 0 0,-1 1 0 0 0,0-1 0 0 0,0 1 0 0 0,0-1 0 0 0,0 1 0 0 0,0 0 0 0 0,1-1 0 0 0,-1 1 0 0 0,0 0 0 0 0,0 0 0 0 0,0 0 0 0 0,-2-1 0 0 0,-4 1 0 0 0,7 0 0 0 0,-1 0 0 0 0,1 1 0 0 0,0-1 0 0 0,-1 0 0 0 0,1 0 0 0 0,0 1 0 0 0,-1-1 0 0 0,1 0 0 0 0,0 0 0 0 0,0 1 0 0 0,-1-1 0 0 0,1 0 0 0 0,0 1 0 0 0,0-1 0 0 0,-1 0 0 0 0,1 1 0 0 0,0-1 0 0 0,0 1 0 0 0,0-1 0 0 0,0 0 0 0 0,0 1 0 0 0,-1-1 0 0 0,1 1 0 0 0,0-1 0 0 0,0 0 0 0 0,0 1 0 0 0,0-1 0 0 0,0 1 0 0 0,0-1 0 0 0,0 0 0 0 0,0 1 0 0 0,1-1 0 0 0,-1 1 0 0 0,0-1 0 0 0,0 0 0 0 0,0 1 0 0 0,0-1 0 0 0,1 1 0 0 0,4 14-1 0 0,6-6-411 0 0,-6-7-292 0 0,-5-6-502 0 0,-21-32-3247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44.2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318 1 1012 0 0,'-2'5'4249'0'0,"1"2"-1500"0"0,0 1 0 0 0,0-1 1 0 0,1 14-1 0 0,4 13 653 0 0,0 40-3402 0 0,-1-53 0 0 0,-1 0 0 0 0,-2 38 0 0 0,-1-35 0 0 0,5 42 0 0 0,6 88 0 0 0,-5-96-1455 0 0,-6 96 0 0 0,-5-86-3152 0 0,-17 77 0 0 0,4-40 621 0 0,-16 145 3635 0 0,-43 247 255 0 0,40-283-41 0 0,-15 278 1 0 0,35-76-89 0 0,16-35 52 0 0,-4 83 57 0 0,-39 268 176 0 0,26 558-409 0 0,19-1019 521 0 0,12 67 53 0 0,-8-259-242 0 0,-4-77 26 0 0,0 20 53 0 0,2-1 1 0 0,1 1-1 0 0,5 24 1 0 0,-6-41 720 0 0,1-9-280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45.8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1082 0 0,'7'0'4113'0'0,"-2"0"-2997"0"0,63 3 9189 0 0,-59-2-9544 0 0,0 1 0 0 0,0-1 0 0 0,12 6 0 0 0,24 10-954 0 0,1-2-1 0 0,0-2 1 0 0,81 13-1 0 0,292-8-10640 0 0,-264-16 6125 0 0,1346 7 4398 0 0,-1245-9 295 0 0,742 23-2 0 0,-677-12 40 0 0,478 21-33 0 0,-163-5-113 0 0,-232-14 115 0 0,328 14-44 0 0,-262-11-73 0 0,-40-2 113 0 0,-370-14 166 0 0,-38-1 423 0 0,43 3 0 0 0,-65-2-450 0 0,0 1 0 0 0,1-1 1 0 0,1 2 881 0 0,-2-2-882 0 0,1 0 0 0 0,-1 1 1 0 0,0-1-1 0 0,0 0 0 0 0,0 1 0 0 0,1-1 0 0 0,-1 0 0 0 0,0 1 0 0 0,0-1 0 0 0,0 0 0 0 0,0 1 0 0 0,0-1 1 0 0,0 1-1 0 0,0-1 0 0 0,0 0 0 0 0,0 1 0 0 0,0-1 0 0 0,0 0 0 0 0,0 1 0 0 0,0-1 0 0 0,0 1 0 0 0,0-1 0 0 0,0 0 1 0 0,0 1-1 0 0,-1-1 0 0 0,1 1 0 0 0,-7 20 7601 0 0,3-8-4575 0 0,4 6-3152 0 0,2 0 0 0 0,0 1 0 0 0,1-1 0 0 0,9 33 0 0 0,23 79-3334 0 0,31 224-1 0 0,-44-174-805 0 0,6 49-1574 0 0,-13-75 5423 0 0,3 34 216 0 0,13 153-14 0 0,-21-196 97 0 0,40 498-91 0 0,-22-353 12 0 0,27 318 21 0 0,56 440 190 0 0,-105-993-102 0 0,5 248-267 0 0,-11-237 147 0 0,-2 18-113 0 0,-19 115 1 0 0,-31 83 5 0 0,4-1-139 0 0,5-26-315 0 0,32-199 221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47.4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10 958 0 0,'0'0'1057'0'0,"19"6"1826"0"0,64 19 8594 0 0,-63-19-9798 0 0,34 3 1 0 0,-26-7-1923 0 0,35-2 0 0 0,-16 0-188 0 0,407-7-10840 0 0,2-16 5728 0 0,-78 3 6368 0 0,389 13-855 0 0,-277 28-35 0 0,-153-2 60 0 0,-73-11 26 0 0,373 19-109 0 0,211-28-9 0 0,-675-4 85 0 0,846 26-115 0 0,-341 2 78 0 0,-222-43 51 0 0,11-37 56 0 0,-398 40 15641 0 0,-106 26-14177 0 0,36-9-1549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3.7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42 12 458 0 0,'-7'8'19202'0'0,"6"-7"-19202"0"0,0-1 0 0 0,0 1 0 0 0,0 0 0 0 0,0 0 0 0 0,1 0 0 0 0,-1 1 0 0 0,0-1 0 0 0,1 0 0 0 0,-1 0 0 0 0,1 0 0 0 0,-1 0 0 0 0,1 1 0 0 0,-1-1 0 0 0,1 0 0 0 0,0 0 0 0 0,0 1 0 0 0,0-1 0 0 0,0 0 0 0 0,0 1 0 0 0,0-1 0 0 0,0 0 0 0 0,0 0 0 0 0,0 1 0 0 0,0-1 0 0 0,1 2 0 0 0,0-1 0 0 0,-1 1 0 0 0,1-1 0 0 0,0 0 0 0 0,-1 0 0 0 0,1 0 0 0 0,0 1 0 0 0,1-1 0 0 0,-1 0 0 0 0,0 0 0 0 0,0 0 0 0 0,1-1 0 0 0,-1 1 0 0 0,3 2 0 0 0,-4-4 0 0 0,2 1 0 0 0,0 1 0 0 0,0-1 0 0 0,-1 0 0 0 0,1 0 0 0 0,0 0 0 0 0,0-1 0 0 0,0 1 0 0 0,0 0 0 0 0,0-1 0 0 0,0 1 0 0 0,0-1 0 0 0,0 0 0 0 0,0 1 0 0 0,0-1 0 0 0,0 0 0 0 0,0 0 0 0 0,1 0 0 0 0,-1-1 0 0 0,0 1 0 0 0,2-1 0 0 0,-42-36-15848 0 0,33 36 15857 0 0,0 1 0 0 0,1-1-1 0 0,-1 1 1 0 0,-8 1 0 0 0,12 0-8 0 0,0-1 1 0 0,1 1 0 0 0,-1 0-1 0 0,1 0 1 0 0,-1 0 0 0 0,1 0-1 0 0,-1 0 1 0 0,1 0-1 0 0,-1 0 1 0 0,1 0 0 0 0,0 0-1 0 0,0 0 1 0 0,0 0 0 0 0,-1 0-1 0 0,1 0 1 0 0,0 0 0 0 0,0 0-1 0 0,1 0 1 0 0,-1 0-1 0 0,0 1 1 0 0,0 0-3 0 0,0 1-1 0 0,0-1 1 0 0,1 0-1 0 0,-1 0 0 0 0,1 0 1 0 0,-1 0-1 0 0,1 0 1 0 0,0 0-1 0 0,1 3 1 0 0,1-3 259 0 0,0 1 0 0 0,0 0-1 0 0,1 0 1 0 0,0-1 0 0 0,-1 0 0 0 0,1 0 0 0 0,0 0 0 0 0,0 0 0 0 0,5 1 0 0 0,-7-2-408 0 0,1 0 0 0 0,-1-1 0 0 0,0 1 0 0 0,1-1 0 0 0,-1 1 1 0 0,0-1-1 0 0,1 0 0 0 0,-1 0 0 0 0,1 0 0 0 0,-1 0 0 0 0,1 0 0 0 0,-1-1 0 0 0,0 1 0 0 0,1-1 0 0 0,-1 1 0 0 0,0-1 0 0 0,1 0 1 0 0,2-1-1 0 0,-4 1 189 0 0,-1 0 1 0 0,1 1 0 0 0,0-1 0 0 0,0 0 0 0 0,-1 0 0 0 0,1 0-1 0 0,0 1 1 0 0,-1-1 0 0 0,1 0 0 0 0,-1 0 0 0 0,1 0 0 0 0,-1 0-1 0 0,1 0 1 0 0,-1 0 0 0 0,0 0 0 0 0,0 0 0 0 0,1 0 0 0 0,-1 0-1 0 0,0 0 1 0 0,0 0 0 0 0,0 0 0 0 0,0-1 0 0 0,0 1 0 0 0,0 0-1 0 0,-1 0 1 0 0,1 0 0 0 0,0 0 0 0 0,0 0 0 0 0,-2-2 0 0 0,1 0 8 0 0,0 1 1 0 0,-1-1 0 0 0,1 0 0 0 0,-1 0 0 0 0,0 1 0 0 0,1-1 0 0 0,-1 1 0 0 0,-3-4 0 0 0,-9-6-463 0 0,-1-1 0 0 0,-21-13 1 0 0,36 26 482 0 0,-1-1 0 0 0,1 1 0 0 0,0 0 0 0 0,-1-1 1 0 0,1 1-1 0 0,-1 0 0 0 0,1 0 0 0 0,0-1 0 0 0,-1 1 0 0 0,1 0 0 0 0,-1 0 1 0 0,1 0-1 0 0,-1 0 0 0 0,1-1 0 0 0,-1 1 0 0 0,1 0 0 0 0,-1 0 0 0 0,1 0 1 0 0,-1 0-1 0 0,1 0 0 0 0,-1 0 0 0 0,1 0 0 0 0,-1 0 0 0 0,1 1 0 0 0,-1-1 1 0 0,1 0-1 0 0,-1 0 0 0 0,1 0 0 0 0,-1 0 0 0 0,1 1 0 0 0,0-1 1 0 0,-1 0-1 0 0,1 0 0 0 0,-1 1 0 0 0,1-1 0 0 0,0 0 0 0 0,-1 1 0 0 0,1-1 1 0 0,0 0-1 0 0,-1 1 0 0 0,1-1 0 0 0,0 1 0 0 0,-1-1 0 0 0,1 1 0 0 0,0-1 1 0 0,0 0-1 0 0,0 1 0 0 0,0-1 0 0 0,-1 1 0 0 0,1-1 0 0 0,0 1 0 0 0,0-1 1 0 0,0 1-1 0 0,0-1 0 0 0,0 1 0 0 0,0-1 0 0 0,0 1 0 0 0,0 0 0 0 0,1 19 2255 0 0,0-12-4021 0 0,0-5 1761 0 0,0-1 0 0 0,0 1 0 0 0,0-1 0 0 0,0 0 0 0 0,0 0 0 0 0,1 1 0 0 0,-1-1 0 0 0,1 0 1 0 0,-1 0-1 0 0,1 0 0 0 0,0-1 0 0 0,0 1 0 0 0,2 1 0 0 0,-1-1 563 0 0,-1 1 1 0 0,1-1-1 0 0,0-1 0 0 0,0 1 1 0 0,0 0-1 0 0,0-1 0 0 0,0 1 1 0 0,0-1-1 0 0,0 0 0 0 0,1 0 1 0 0,-1 0-1 0 0,0-1 0 0 0,1 1 1 0 0,-1-1-1 0 0,7 0 0 0 0,-9 0-627 0 0,0 0 1 0 0,-1-1-1 0 0,1 1 0 0 0,-1-1 0 0 0,1 1 0 0 0,0-1 0 0 0,-1 1 1 0 0,1-1-1 0 0,-1 0 0 0 0,0 1 0 0 0,1-1 0 0 0,-1 0 0 0 0,1 1 1 0 0,-1-1-1 0 0,0 0 0 0 0,0 1 0 0 0,1-1 0 0 0,-1 0 0 0 0,0 0 1 0 0,0 1-1 0 0,0-1 0 0 0,0 0 0 0 0,0 0 0 0 0,0 1 0 0 0,0-1 1 0 0,0 0-1 0 0,0 0 0 0 0,0 0 0 0 0,-1-1 0 0 0,1 0 2 0 0,0 1-1 0 0,0-1 0 0 0,-1 0 1 0 0,1 0-1 0 0,-1 0 0 0 0,1 0 1 0 0,-1 0-1 0 0,0 0 0 0 0,0 1 1 0 0,-2-4-1 0 0,-1 0-806 0 0,0 1 0 0 0,0 0 0 0 0,0 0 0 0 0,-1 1 0 0 0,0-1 0 0 0,0 1-1 0 0,0 0 1 0 0,0 1 0 0 0,0-1 0 0 0,-1 1 0 0 0,1 0 0 0 0,-1 0 0 0 0,1 1 0 0 0,-10-2 0 0 0,15 3 729 0 0,0 0 0 0 0,-1 0 1 0 0,1 0-1 0 0,0 0 1 0 0,0 0-1 0 0,-1 0 1 0 0,1 0-1 0 0,0 0 0 0 0,-1 0 1 0 0,1 0-1 0 0,0 0 1 0 0,-1 1-1 0 0,1-1 1 0 0,0 0-1 0 0,0 0 0 0 0,-1 0 1 0 0,1 0-1 0 0,0 1 1 0 0,0-1-1 0 0,-1 0 1 0 0,1 0-1 0 0,0 1 0 0 0,0-1 1 0 0,0 0-1 0 0,-1 0 1 0 0,1 1-1 0 0,0-1 1 0 0,0 0-1 0 0,0 0 0 0 0,0 1 1 0 0,0-1-1 0 0,0 0 1 0 0,-1 1-1 0 0,1-1 1 0 0,3 15-1064 0 0,10 12 1700 0 0,-8-22 312 0 0,0 0 0 0 0,0 0 0 0 0,1 0-1 0 0,-1-1 1 0 0,8 5 0 0 0,-11-8-603 0 0,0 0 0 0 0,0 1 0 0 0,0-1-1 0 0,0 0 1 0 0,0 0 0 0 0,1-1 0 0 0,-1 1-1 0 0,0 0 1 0 0,0-1 0 0 0,1 1 0 0 0,-1-1 0 0 0,0 0-1 0 0,1 0 1 0 0,-1 0 0 0 0,1 0 0 0 0,-1 0-1 0 0,0 0 1 0 0,1-1 0 0 0,9-7 4195 0 0,-12 8-4232 0 0,1-2 0 0 0,-2-10-422 0 0,0 10-175 0 0,1 0-1 0 0,-1 1 1 0 0,0-1 0 0 0,0 0-1 0 0,0 1 1 0 0,0-1-1 0 0,0 1 1 0 0,0 0 0 0 0,0-1-1 0 0,0 1 1 0 0,-1 0 0 0 0,-1-2-1 0 0,-29-13-6287 0 0,30 15 6368 0 0,0 0 0 0 0,0 1-1 0 0,-1-1 1 0 0,1 1-1 0 0,0-1 1 0 0,0 1 0 0 0,0 0-1 0 0,0 0 1 0 0,-1 0 0 0 0,1 0-1 0 0,0 0 1 0 0,0 0-1 0 0,0 1 1 0 0,-4 0 0 0 0,5 0 286 0 0,1 0 0 0 0,-1 0 1 0 0,0-1-1 0 0,0 1 1 0 0,1 0-1 0 0,-1 0 1 0 0,0 0-1 0 0,1 0 0 0 0,-1 0 1 0 0,1 0-1 0 0,-1 0 1 0 0,1 0-1 0 0,0 0 0 0 0,-1 0 1 0 0,1 0-1 0 0,0 0 1 0 0,0 0-1 0 0,0 0 0 0 0,0 0 1 0 0,0 1-1 0 0,0-1 1 0 0,0 0-1 0 0,0 0 0 0 0,0 2 1 0 0,0-1 28 0 0,1 1 1 0 0,-1-1-1 0 0,1 0 1 0 0,-1 1-1 0 0,1-1 0 0 0,0 1 1 0 0,-1-1-1 0 0,1 0 1 0 0,3 4-1 0 0,-2-3 293 0 0,1 0 1 0 0,0-1-1 0 0,0 0 0 0 0,0 1 1 0 0,0-1-1 0 0,1 0 0 0 0,-1-1 0 0 0,1 1 1 0 0,-1 0-1 0 0,7 1 0 0 0,-8-3 526 0 0,0 1 0 0 0,0-1 1 0 0,0 0-1 0 0,0 1 0 0 0,0-1 0 0 0,0 0 0 0 0,0 0 0 0 0,1 0 0 0 0,-1-1 0 0 0,0 1 1 0 0,0 0-1 0 0,4-2 0 0 0,-5 1-811 0 0,0 0 1 0 0,0-1-1 0 0,0 1 1 0 0,0 0-1 0 0,-1-1 1 0 0,1 1-1 0 0,0 0 1 0 0,-1-1-1 0 0,1 1 1 0 0,-1-1-1 0 0,1 1 1 0 0,-1-1-1 0 0,0 1 1 0 0,0-1-1 0 0,1 1 0 0 0,-1-1 1 0 0,0 1-1 0 0,0-1 1 0 0,-1-2-1 0 0,1 1-49 0 0,0-1 0 0 0,0 1-1 0 0,-1-1 1 0 0,1 1-1 0 0,-1-1 1 0 0,0 1-1 0 0,-2-7 1 0 0,0 6-473 0 0,0 0-1 0 0,0 0 1 0 0,0 1 0 0 0,-1 0 0 0 0,1-1-1 0 0,-1 1 1 0 0,-5-3 0 0 0,8 5 464 0 0,0 1-1 0 0,1-1 1 0 0,-1 1-1 0 0,0-1 1 0 0,1 1-1 0 0,-1-1 1 0 0,0 1-1 0 0,1 0 1 0 0,-1-1-1 0 0,0 1 1 0 0,0 0 0 0 0,1 0-1 0 0,-1 0 1 0 0,0 0-1 0 0,0-1 1 0 0,0 1-1 0 0,1 0 1 0 0,-1 0-1 0 0,0 0 1 0 0,0 0-1 0 0,0 1 1 0 0,1-1 0 0 0,-1 0-1 0 0,0 0 1 0 0,0 0-1 0 0,0 1 1 0 0,1-1-1 0 0,-1 0 1 0 0,0 1-1 0 0,1-1 1 0 0,-1 1-1 0 0,0-1 1 0 0,1 1 0 0 0,-1-1-1 0 0,0 1 1 0 0,1-1-1 0 0,-1 1 1 0 0,1 0-1 0 0,-1-1 1 0 0,1 1-1 0 0,-1 0 1 0 0,1-1-1 0 0,0 1 1 0 0,-1 0 0 0 0,1-1-1 0 0,0 1 1 0 0,0 0-1 0 0,-1 0 1 0 0,1 0-1 0 0,0 1 1 0 0,-1 0-345 0 0,1 0 1 0 0,-1 0 0 0 0,1 1 0 0 0,0-1-1 0 0,0 0 1 0 0,0 0 0 0 0,0 0-1 0 0,0 1 1 0 0,0-1 0 0 0,0 0-1 0 0,1 0 1 0 0,-1 0 0 0 0,1 1-1 0 0,0-1 1 0 0,-1 0 0 0 0,1 0-1 0 0,0 0 1 0 0,0 0 0 0 0,0 0-1 0 0,1 0 1 0 0,-1-1 0 0 0,0 1 0 0 0,1 0-1 0 0,-1-1 1 0 0,1 1 0 0 0,0-1-1 0 0,-1 1 1 0 0,4 1 0 0 0,-2-2 332 0 0,-1 1 0 0 0,1-1 0 0 0,0 0 0 0 0,-1-1 0 0 0,1 1 0 0 0,0 0 0 0 0,0-1 0 0 0,-1 0 1 0 0,7 1-1 0 0,-8-1 20 0 0,1 0 1 0 0,0 0-1 0 0,-1 0 1 0 0,1 0-1 0 0,0 0 1 0 0,-1 0-1 0 0,1-1 1 0 0,0 1-1 0 0,-1 0 1 0 0,1-1-1 0 0,-1 1 1 0 0,1-1-1 0 0,0 0 1 0 0,-1 0-1 0 0,0 1 1 0 0,1-1-1 0 0,-1 0 1 0 0,1 0-1 0 0,-1 0 1 0 0,0-1 0 0 0,0 1-1 0 0,0 0 1 0 0,0 0-1 0 0,1-1 1 0 0,-2 1-1 0 0,1 0 1 0 0,0-1-1 0 0,0 1 1 0 0,0-1-1 0 0,0-3 1 0 0,0 4 16 0 0,0 0 1 0 0,-1 0 0 0 0,1 0-1 0 0,-1 0 1 0 0,1-1 0 0 0,-1 1 0 0 0,0 0-1 0 0,1 0 1 0 0,-1-1 0 0 0,0 1-1 0 0,0 0 1 0 0,0-1 0 0 0,0 1 0 0 0,0 0-1 0 0,0-1 1 0 0,0 1 0 0 0,-1 0-1 0 0,1-1 1 0 0,0 1 0 0 0,-1 0 0 0 0,1 0-1 0 0,-1 0 1 0 0,1-1 0 0 0,-1 1-1 0 0,0 0 1 0 0,1 0 0 0 0,-1 0 0 0 0,0 0-1 0 0,0 0 1 0 0,0 0 0 0 0,0 0-1 0 0,0 0 1 0 0,0 0 0 0 0,0 1-1 0 0,0-1 1 0 0,0 0 0 0 0,0 1 0 0 0,-2-2-1 0 0,1 1 5 0 0,-1 0-1 0 0,1 0 1 0 0,0 0-1 0 0,-1 0 1 0 0,1 0-1 0 0,0 1 1 0 0,-1-1-1 0 0,1 1 1 0 0,-1-1-1 0 0,1 1 1 0 0,-1 0-1 0 0,1 0 1 0 0,-1 0-1 0 0,1 0 1 0 0,-1 1-1 0 0,1-1 1 0 0,-1 1-1 0 0,1-1 1 0 0,-4 2-1 0 0,5-1 180 0 0,0 0 0 0 0,0 0 0 0 0,1 0 0 0 0,-1 0 0 0 0,0 0 0 0 0,0 0 0 0 0,0 0 0 0 0,1 0 0 0 0,-1 0 0 0 0,1 0 0 0 0,-1 0 0 0 0,1 0 0 0 0,-1 1 0 0 0,1-1 0 0 0,0 0 0 0 0,-1 0 0 0 0,1 1 0 0 0,0 1 0 0 0,-1 27 1722 0 0,1-22-2929 0 0,1-4 766 0 0,0-1-1 0 0,-1 1 0 0 0,1-1 1 0 0,0 1-1 0 0,0-1 0 0 0,1 0 1 0 0,-1 1-1 0 0,1-1 1 0 0,0 0-1 0 0,0 0 0 0 0,0 0 1 0 0,0 0-1 0 0,0-1 1 0 0,1 1-1 0 0,-1 0 0 0 0,1-1 1 0 0,3 3-1 0 0,-4-3 248 0 0,0-1 0 0 0,0 1 0 0 0,0-1-1 0 0,0 1 1 0 0,0-1 0 0 0,0 0 0 0 0,0 0 0 0 0,1 0 0 0 0,-1 0 0 0 0,0 0-1 0 0,1-1 1 0 0,-1 1 0 0 0,1-1 0 0 0,-1 1 0 0 0,1-1 0 0 0,-1 0 0 0 0,0 0-1 0 0,1 0 1 0 0,-1 0 0 0 0,1-1 0 0 0,-1 1 0 0 0,1-1 0 0 0,-1 1 0 0 0,1-1-1 0 0,3-2 1 0 0,-4 2-1 0 0,-1 0 1 0 0,1-1-1 0 0,-1 1 0 0 0,1-1 0 0 0,-1 1 0 0 0,1-1 0 0 0,-1 0 0 0 0,0 0 0 0 0,0 1 1 0 0,0-1-1 0 0,0 0 0 0 0,0 0 0 0 0,0 0 0 0 0,0 0 0 0 0,-1-1 0 0 0,1 1 0 0 0,-1 0 1 0 0,1 0-1 0 0,-1 0 0 0 0,0 0 0 0 0,0 0 0 0 0,0-1 0 0 0,0 1 0 0 0,-1-4 0 0 0,0 2 15 0 0,0 0 0 0 0,1-1 0 0 0,-2 1-1 0 0,1 0 1 0 0,0 0 0 0 0,-1 1 0 0 0,0-1 0 0 0,0 0-1 0 0,0 0 1 0 0,0 1 0 0 0,0-1 0 0 0,-5-3-1 0 0,-1-1 25 0 0,0 0-1 0 0,-17-11 1 0 0,23 17-22 0 0,-1 0 0 0 0,0 1 0 0 0,0-1 0 0 0,0 1 0 0 0,0 0 0 0 0,0-1 0 0 0,0 1 0 0 0,0 1 0 0 0,-1-1 1 0 0,1 0-1 0 0,0 1 0 0 0,0 0 0 0 0,-1 0 0 0 0,-4 0 0 0 0,7 0-2 0 0,0 1-1 0 0,0 0 1 0 0,0-1 0 0 0,0 1-1 0 0,1-1 1 0 0,-1 1 0 0 0,0 0-1 0 0,0 0 1 0 0,0 0-1 0 0,1-1 1 0 0,-1 1 0 0 0,0 0-1 0 0,1 0 1 0 0,-1 0 0 0 0,1 0-1 0 0,-1 0 1 0 0,1 0 0 0 0,-1 2-1 0 0,-4 20 9 0 0,4-21-4 0 0,1 0-1 0 0,0 0 0 0 0,0-1 1 0 0,1 1-1 0 0,-1 0 1 0 0,0 0-1 0 0,0 0 0 0 0,1 0 1 0 0,0 0-1 0 0,-1 0 1 0 0,1-1-1 0 0,0 1 0 0 0,0 0 1 0 0,-1 0-1 0 0,2-1 1 0 0,-1 1-1 0 0,0-1 1 0 0,0 1-1 0 0,2 1 0 0 0,13 4 2616 0 0,15-12 9614 0 0,-31 5-12242 0 0,0-1-1 0 0,0 1 1 0 0,0 0-1 0 0,0 0 1 0 0,1-1-1 0 0,-1 1 1 0 0,0 0-1 0 0,0 0 0 0 0,0-1 1 0 0,0 1-1 0 0,0 0 1 0 0,0 0-1 0 0,0-1 1 0 0,0 1-1 0 0,0 0 1 0 0,0 0-1 0 0,0-1 1 0 0,-1 1-1 0 0,1 0 1 0 0,0 0-1 0 0,0-1 0 0 0,0 1 1 0 0,0 0-1 0 0,0 0 1 0 0,0 0-1 0 0,0-1 1 0 0,-1 1-1 0 0,1 0 1 0 0,0 0-1 0 0,0 0 1 0 0,0 0-1 0 0,-1-1 0 0 0,1 1 1 0 0,-9-6-378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4.8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1 890 0 0,'23'14'18770'0'0,"-8"-14"-18770"0"0,4 0 0 0 0,-12 0 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5.0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1 972 0 0,'0'0'1230'0'0,"75"17"16228"0"0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5.2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1 146 0 0,'0'0'1706'0'0,"87"0"16102"0"0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5.3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0 146 0 0,'0'0'1484'0'0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5.5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0 652 0 0,'0'0'1296'0'0,"7"42"16416"0"0,-14-36-17712 0 0,-1-2-778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5.9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2 664 0 0,'0'0'1504'0'0,"60"-2"15988"0"0,-41 2-18766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6.1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1136 0 0,'0'0'1056'0'0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6.3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1 850 0 0,'0'0'1072'0'0,"102"27"16666"0"0,-87-22-17738 0 0,0-2 0 0 0,4 0 0 0 0,-1-1 0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6.4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96 0 0,'22'18'19564'0'0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6.7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18 830 0 0,'0'0'2256'0'0,"79"-6"14318"0"0,-60 2-16574 0 0,12 3 0 0 0,-5-2 0 0 0,-3 1 0 0 0,10 0-1388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6.9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13 654 0 0,'0'0'1938'0'0,"98"-12"15130"0"0,-79 12-17068 0 0,-4 0 0 0 0,4 0 0 0 0,0 0 0 0 0,-4 0 0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7.1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1 344 0 0,'0'0'164'0'0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7.5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17 908 0 0,'6'-1'5146'0'0,"84"-12"5243"0"0,-24 11-7172 0 0,-43 2-3217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7.6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 54 0 0,'30'1'19606'0'0,"-15"-4"-19606"0"0,-4 0 0 0 0,16-2 0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7.8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15 380 0 0,'0'0'1706'0'0,"17"0"1248"0"0,0 1 778 0 0,49-1 4837 0 0,-14-4-6250 0 0,-38 3-2319 0 0,-7 1 0 0 0,-1-1 0 0 0,0 0 0 0 0,0 0 0 0 0,11-3 0 0 0,-10 1 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8.0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0 162 0 0,'0'0'1058'0'0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8.4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18 752 0 0,'0'0'2407'0'0,"8"-1"388"0"0,78-8 7670 0 0,-21 4-7224 0 0,-43 4-3241 0 0,0-1 0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8.61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1 674 0 0,'0'0'1326'0'0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8.7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0 646 0 0,'0'0'916'0'0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8.9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2 422 0 0,'30'7'19238'0'0,"-23"-9"-19238"0"0,1 2 0 0 0,-4-2 0 0 0,-1 1-252 0 0,5-1 504 0 0,-8 1-952 0 0,-60 2 1400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9.4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0 478 0 0,'0'0'1522'0'0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9.6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88 0 0,'0'0'1440'0'0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3:59.86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1 512 0 0,'0'0'204'0'0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00.0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0 438 0 0,'0'0'1680'0'0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00.51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42 2 692 0 0,'-34'0'18968'0'0,"31"-1"-18968"0"0,-1 1-384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00.6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91 50 524 0 0,'-90'-29'960'0'0,"90"23"-960"0"0,0-1-540 0 0,0-1 971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00.9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12 468 0 0,'-6'-4'18854'0'0,"9"-4"-18739"0"0,0 20 108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01.1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0 792 0 0,'0'0'1256'0'0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01.3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1 820 0 0,'0'0'568'0'0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14.1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182 0 1178 0 0,'0'0'1360'0'0,"-6"14"1620"0"0,-2 3 1458 0 0,-8 23 3245 0 0,8 4-5662 0 0,-4 81-4337 0 0,4-31-3375 0 0,-33 152 0 0 0,37-231 5348 0 0,-62 275-248 0 0,60-244 1358 0 0,0 93 1 0 0,6-139-727 0 0,0 0 1 0 0,0 0-1 0 0,0 1 0 0 0,0-1 1 0 0,1 0-1 0 0,-1 0 0 0 0,0 0 1 0 0,0 0-1 0 0,0 1 1 0 0,1-1-1 0 0,-1 0 0 0 0,0 0 1 0 0,0 0-1 0 0,1 0 0 0 0,-1 0 1 0 0,0 0-1 0 0,0 0 1 0 0,1 0-1 0 0,-1 0 0 0 0,0 0 1 0 0,0 1-1 0 0,1-1 0 0 0,-1 0 1 0 0,0-1-1 0 0,0 1 1 0 0,1 0-1 0 0,-1 0 0 0 0,0 0 1 0 0,12-4 5263 0 0,-10 2-4943 0 0,0 1 0 0 0,0 0 1 0 0,0-1-1 0 0,0 1 0 0 0,0-1 0 0 0,-1 1 1 0 0,1-1-1 0 0,-1 0 0 0 0,3-3 0 0 0,7-14-717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14.5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236 0 1166 0 0,'0'0'251'0'0,"-7"17"343"0"0,0 2-442 0 0,-4 10 70 0 0,-13 52 0 0 0,-1 62 123 0 0,22-121-243 0 0,2-1 1 0 0,1 1-1 0 0,1 0 1 0 0,5 36-1 0 0,-3-47-87 0 0,-1 0 0 0 0,2-1 1 0 0,-1 0-1 0 0,2 1 0 0 0,-1-1 0 0 0,1-1 0 0 0,1 1 1 0 0,0-1-1 0 0,8 10 0 0 0,-11-15-8 0 0,0 0-1 0 0,0-1 1 0 0,0 1 0 0 0,1-1-1 0 0,0 0 1 0 0,0 0-1 0 0,0 0 1 0 0,0-1 0 0 0,0 1-1 0 0,0-1 1 0 0,1 0-1 0 0,-1 0 1 0 0,1 0 0 0 0,0-1-1 0 0,-1 0 1 0 0,1 0 0 0 0,0 0-1 0 0,0 0 1 0 0,0-1-1 0 0,0 0 1 0 0,-1 0 0 0 0,8-1-1 0 0,-10 1 148 0 0,1-1 0 0 0,-1 1 0 0 0,0-1 0 0 0,0 0 0 0 0,0 0 0 0 0,1 0 0 0 0,-1 0 0 0 0,0-1 0 0 0,0 1 0 0 0,-1 0-1 0 0,1-1 1 0 0,0 0 0 0 0,0 1 0 0 0,-1-1 0 0 0,1 0 0 0 0,-1 0 0 0 0,1 0 0 0 0,-1 0 0 0 0,0 0 0 0 0,0 0 0 0 0,0 0 0 0 0,0 0 0 0 0,0 0 0 0 0,0 0-1 0 0,-1-1 1 0 0,1 1 0 0 0,-1 0 0 0 0,1-1 0 0 0,-1 1 0 0 0,0 0 0 0 0,0-1 0 0 0,0-2 0 0 0,0 0 366 0 0,-1 0 0 0 0,1-1 0 0 0,-1 1 0 0 0,1 0 0 0 0,-2 0 0 0 0,1 0 1 0 0,0 0-1 0 0,-1 0 0 0 0,0 0 0 0 0,0 0 0 0 0,-1 1 0 0 0,1-1 0 0 0,-6-6 0 0 0,-1 2-206 0 0,-1 0 0 0 0,0 1 0 0 0,0 0 0 0 0,-1 1 0 0 0,0 0 0 0 0,-1 1-1 0 0,1 0 1 0 0,-1 1 0 0 0,0 0 0 0 0,0 1 0 0 0,-1 0 0 0 0,-22-3 0 0 0,26 5-492 0 0,1 1 0 0 0,-1 1 0 0 0,1 0 0 0 0,0 0 0 0 0,-1 1 0 0 0,1 0 0 0 0,-1 0 0 0 0,1 1 0 0 0,-10 3 0 0 0,13-3-177 0 0,-1 0 0 0 0,1 1 0 0 0,0 0-1 0 0,0 0 1 0 0,1 0 0 0 0,-1 0 0 0 0,1 1-1 0 0,-1-1 1 0 0,1 1 0 0 0,0 0 0 0 0,0 1 0 0 0,1-1-1 0 0,0 1 1 0 0,-5 7 0 0 0,6-9 280 0 0,1-1 0 0 0,0 0 1 0 0,0 1-1 0 0,1-1 0 0 0,-1 1 0 0 0,1-1 1 0 0,-1 1-1 0 0,1 0 0 0 0,0-1 0 0 0,0 1 1 0 0,0-1-1 0 0,0 1 0 0 0,0-1 0 0 0,0 1 1 0 0,1 0-1 0 0,-1-1 0 0 0,1 1 0 0 0,0-1 1 0 0,0 0-1 0 0,0 1 0 0 0,0-1 0 0 0,0 0 1 0 0,2 3-1 0 0,14 7-858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14.9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691 1 618 0 0,'0'0'2277'0'0,"-18"9"-477"0"0,-57 31 5557 0 0,29-7-4767 0 0,33-21-2911 0 0,-19 24 0 0 0,8-9-144 0 0,-59 65-2624 0 0,-98 103-2877 0 0,-14-17 4928 0 0,183-171 693 0 0,12-7 304 0 0,0 1-1 0 0,-1-1 1 0 0,1 0-1 0 0,0 0 1 0 0,0 1-1 0 0,0-1 1 0 0,-1 0 0 0 0,1 0-1 0 0,0 0 1 0 0,0 1-1 0 0,-1-1 1 0 0,1 0-1 0 0,0 0 1 0 0,-1 0-1 0 0,1 0 1 0 0,0 0-1 0 0,0 0 1 0 0,-1 0-1 0 0,1 0 1 0 0,0 0-1 0 0,-1 0 1 0 0,1 1-1 0 0,0-2 1 0 0,-1 1 0 0 0,1 0-1 0 0,0 0 1 0 0,0 0-1 0 0,-1 0 1 0 0,1 0-1 0 0,0 0 1 0 0,-1 0-1 0 0,1 0 1 0 0,0 0-1 0 0,-1 0 1 0 0,1-1-1 0 0,0 1 1 0 0,0 0-1 0 0,-1 0 1 0 0,1 0-1 0 0,0-1 1 0 0,0-8 13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15.0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1280 0 0,'0'0'2072'0'0,"109"82"12948"0"0,-82-55-13732 0 0,3 2-1288 0 0,4 0-647 0 0,-4 0-809 0 0,4 0 991 0 0,0 1-1713 0 0,4 1 221 0 0,-4 1 512 0 0,-1 0-1618 0 0,-14-10-574 0 0,11 15 1499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15.5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 1 1080 0 0,'0'0'2377'0'0,"2"15"469"0"0,2 79 8700 0 0,-10 79-10564 0 0,-20 81-10506 0 0,23-232 8207 0 0,1 0 0 0 0,2 0 0 0 0,2 33 0 0 0,-2-54 1273 0 0,1 1 0 0 0,-1-1 0 0 0,1 1 0 0 0,-1-1 0 0 0,1 1 0 0 0,0-1 0 0 0,0 1 0 0 0,-1-1 0 0 0,1 0 0 0 0,0 1 0 0 0,0-1 0 0 0,1 0 0 0 0,-1 0 0 0 0,0 0 0 0 0,0 0 0 0 0,0 0 0 0 0,1 0 0 0 0,-1 0 0 0 0,1 0 0 0 0,-1-1 0 0 0,0 1 0 0 0,1 0 0 0 0,-1-1 0 0 0,1 1 0 0 0,3 0 0 0 0,8-1-881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15.8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182 1 1150 0 0,'0'0'591'0'0,"-5"17"2"0"0,1-1-492 0 0,-21 107 278 0 0,17-55-94 0 0,3-1 1 0 0,3 77-1 0 0,4-131-278 0 0,0 0 0 0 0,0-1 0 0 0,1 1 0 0 0,0-1 1 0 0,1 0-1 0 0,1 0 0 0 0,0 0 0 0 0,1 0 0 0 0,0-1 0 0 0,0 0 0 0 0,1 0 0 0 0,1-1 0 0 0,0 0 1 0 0,0 0-1 0 0,1-1 0 0 0,0 0 0 0 0,11 8 0 0 0,-16-14-38 0 0,0 0 1 0 0,0 0-1 0 0,1 0 1 0 0,0-1-1 0 0,-1 1 0 0 0,1-1 1 0 0,0 0-1 0 0,0 0 0 0 0,0-1 1 0 0,0 0-1 0 0,8 2 1 0 0,-11-3 78 0 0,0 0 0 0 0,0 0 1 0 0,0 0-1 0 0,0 0 1 0 0,-1 0-1 0 0,1 0 0 0 0,0-1 1 0 0,0 1-1 0 0,0-1 1 0 0,-1 1-1 0 0,1-1 0 0 0,0 0 1 0 0,0 1-1 0 0,-1-1 1 0 0,1 0-1 0 0,-1 0 0 0 0,1 0 1 0 0,-1 0-1 0 0,1 0 1 0 0,-1-1-1 0 0,0 1 1 0 0,1 0-1 0 0,-1-1 0 0 0,0 1 1 0 0,0-1-1 0 0,0 1 1 0 0,0-1-1 0 0,0 0 0 0 0,0 1 1 0 0,-1-1-1 0 0,1 0 1 0 0,-1 1-1 0 0,1-1 0 0 0,-1 0 1 0 0,1-2-1 0 0,0-3 451 0 0,0 0 0 0 0,0 0-1 0 0,-1 0 1 0 0,0 0 0 0 0,0 0-1 0 0,-1 0 1 0 0,0 0 0 0 0,0 0-1 0 0,-3-10 1 0 0,2 10-408 0 0,-1 0 0 0 0,0 1 0 0 0,0-1 0 0 0,-1 1 0 0 0,1-1 0 0 0,-2 1 0 0 0,1 1 0 0 0,-8-9 0 0 0,6 7-486 0 0,-1 1 0 0 0,0 1 0 0 0,0-1 1 0 0,-1 1-1 0 0,0 0 0 0 0,0 0 0 0 0,0 1 1 0 0,0 0-1 0 0,-1 1 0 0 0,1 0 1 0 0,-1 0-1 0 0,0 1 0 0 0,0 0 0 0 0,0 1 1 0 0,-13-1-1 0 0,-6 1-285 0 0,0 2 1 0 0,1 0-1 0 0,-38 8 1 0 0,40-4-510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20.4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1986 0 0,'0'0'1022'0'0,"21"3"811"0"0,122 24 9727 0 0,20 3-12873 0 0,-25-5-3323 0 0,-1 8-4132 0 0,-120-28 8016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20.6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0 948 0 0,'0'0'1884'0'0,"16"16"6"0"0,53 51 5785 0 0,-52-50-5673 0 0,21 29 1 0 0,-22-22-3235 0 0,19 38 0 0 0,-27-47 789 0 0,-3-6-55 0 0,-1 0 1 0 0,1 0-1 0 0,-2 0 1 0 0,0 0-1 0 0,0 1 1 0 0,0-1-1 0 0,-1 1 1 0 0,-1 0-1 0 0,1-1 1 0 0,-2 1-1 0 0,1 0 1 0 0,-1 0-1 0 0,-1 0 1 0 0,0 0-1 0 0,0-1 1 0 0,-1 1-1 0 0,0 0 1 0 0,-5 10-1 0 0,-11 18 251 0 0,-3-1 0 0 0,-27 37 0 0 0,29-44-235 0 0,0-4-494 0 0,-9 1-815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21.2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1240 0 0,'0'0'2085'0'0,"0"17"-635"0"0,0-1-337 0 0,4 102 6020 0 0,0-66-6829 0 0,30 322-8342 0 0,-27-271 7980 0 0,-7-101 167 0 0,0 0 0 0 0,0 0 0 0 0,0 0-1 0 0,0 0 1 0 0,0 0 0 0 0,0 0-1 0 0,1 0 1 0 0,-1 0 0 0 0,1 0-1 0 0,-1 0 1 0 0,1 0 0 0 0,0-1-1 0 0,0 1 1 0 0,0 0 0 0 0,0 0-1 0 0,0 0 1 0 0,0-1 0 0 0,0 1-1 0 0,0-1 1 0 0,1 1 0 0 0,-1-1 0 0 0,1 1-1 0 0,-1-1 1 0 0,1 0 0 0 0,0 0-1 0 0,-1 0 1 0 0,1 0 0 0 0,0 0-1 0 0,0 0 1 0 0,0 0 0 0 0,0 0-1 0 0,0-1 1 0 0,0 1 0 0 0,0-1-1 0 0,0 1 1 0 0,0-1 0 0 0,2 0 0 0 0,7 0 122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21.6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18 1214 0 0,'0'0'2368'0'0,"13"-3"371"0"0,44-11 7935 0 0,-52 14-10379 0 0,0-1-1 0 0,0 1 1 0 0,0 0-1 0 0,-1 1 1 0 0,1-1 0 0 0,0 1-1 0 0,0 0 1 0 0,0 0 0 0 0,-1 0-1 0 0,6 2 1 0 0,-2 1-367 0 0,-1 0 0 0 0,0 0 0 0 0,0 0 0 0 0,0 1 0 0 0,0 0 0 0 0,0 0 0 0 0,6 8 0 0 0,-9-8 57 0 0,0 0-1 0 0,0 0 1 0 0,0 0-1 0 0,-1 0 1 0 0,0 1-1 0 0,0-1 1 0 0,-1 1-1 0 0,1 0 1 0 0,-1 0-1 0 0,-1 0 1 0 0,1 0-1 0 0,-1 0 1 0 0,0 0-1 0 0,0 0 1 0 0,-1 0-1 0 0,0 1 1 0 0,0-1-1 0 0,0 0 1 0 0,-1 0-1 0 0,0 0 1 0 0,0 1-1 0 0,0-1 1 0 0,-4 8-1 0 0,0 0-22 0 0,0 0 0 0 0,-1 0 0 0 0,-1 0 0 0 0,0-1 0 0 0,-1 0 0 0 0,0 0 0 0 0,-1-1 0 0 0,-16 18-1 0 0,17-22 434 0 0,-6 7-468 0 0,14-15 72 0 0,1 0 1 0 0,-1 0 0 0 0,0 0-1 0 0,0 0 1 0 0,0 0 0 0 0,0 0-1 0 0,0 0 1 0 0,0-1-1 0 0,0 1 1 0 0,0 0 0 0 0,0 0-1 0 0,0 0 1 0 0,0 0 0 0 0,0 0-1 0 0,0 0 1 0 0,0 0-1 0 0,0 0 1 0 0,0 0 0 0 0,-1 0-1 0 0,1 0 1 0 0,0 0-1 0 0,0 0 1 0 0,0 0 0 0 0,0 0-1 0 0,0 0 1 0 0,0 0 0 0 0,0 0-1 0 0,0 0 1 0 0,0 0-1 0 0,0 0 1 0 0,0-1 0 0 0,0 1-1 0 0,0 0 1 0 0,0 0 0 0 0,0 0-1 0 0,0 0 1 0 0,0 0-1 0 0,0 0 1 0 0,0 0 0 0 0,0 0-1 0 0,0 0 1 0 0,0 0 0 0 0,0 0-1 0 0,0 0 1 0 0,-1 0-1 0 0,1 0 1 0 0,0 0 0 0 0,0 0-1 0 0,0 0 1 0 0,0 0 0 0 0,0 0-1 0 0,0 0 1 0 0,0 0-1 0 0,0 0 1 0 0,0 0 0 0 0,0 0-1 0 0,0 0 1 0 0,0 0 0 0 0,0 0-1 0 0,0 0 1 0 0,0 0-1 0 0,0 1 1 0 0,5-14 231 0 0,5-8-1162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22.0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1 109 1252 0 0,'0'0'1724'0'0,"1"17"134"0"0,2 126 11745 0 0,-1-132-13866 0 0,0-1 0 0 0,0 1 1 0 0,1-1-1 0 0,0 0 0 0 0,9 20 0 0 0,-9-24-518 0 0,0 0 1 0 0,0 0-1 0 0,1 0 0 0 0,0 0 1 0 0,0 0-1 0 0,1-1 1 0 0,-1 1-1 0 0,1-1 0 0 0,0 0 1 0 0,6 4-1 0 0,-9-8 652 0 0,0 0 0 0 0,0 1-1 0 0,0-1 1 0 0,0 0 0 0 0,0 0 0 0 0,0 0-1 0 0,0 0 1 0 0,1-1 0 0 0,-1 1 0 0 0,0 0 0 0 0,0-1-1 0 0,1 0 1 0 0,-1 1 0 0 0,1-1 0 0 0,-1 0-1 0 0,0 0 1 0 0,1-1 0 0 0,-1 1 0 0 0,0 0-1 0 0,0-1 1 0 0,4-1 0 0 0,-3 1 380 0 0,0-1 1 0 0,-1 0-1 0 0,1 0 1 0 0,-1 0-1 0 0,1 0 1 0 0,-1 0-1 0 0,0 0 1 0 0,0-1-1 0 0,0 1 1 0 0,0-1-1 0 0,-1 1 1 0 0,1-1-1 0 0,-1 0 1 0 0,2-3-1 0 0,1-5 627 0 0,0 0-1 0 0,0-1 1 0 0,-1 1 0 0 0,1-14 0 0 0,1-16-3077 0 0,18-178-6649 0 0,-23 218 8860 0 0,1-5 55 0 0,-1 1-1 0 0,1 0 0 0 0,0 0 0 0 0,1 0 0 0 0,-1 0 0 0 0,1 0 0 0 0,0 0 0 0 0,0 0 1 0 0,4-6-1 0 0,-5 12-44 0 0,0-1 0 0 0,0 1 0 0 0,0-1 0 0 0,-1 1 0 0 0,1 0 0 0 0,0-1 0 0 0,-1 1 0 0 0,1 0 0 0 0,0 0 0 0 0,-1-1 0 0 0,1 1 0 0 0,-1 0 1 0 0,1 0-1 0 0,-1 0 0 0 0,0 0 0 0 0,1 0 0 0 0,-1-1 0 0 0,1 2 0 0 0,7 28 264 0 0,0 1 1 0 0,7 61-1 0 0,-6 68-11 0 0,-4-50-139 0 0,0 131-588 0 0,-6-161-1009 0 0,1-58 213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23.2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280 361 710 0 0,'0'0'1088'0'0,"2"-14"1095"0"0,0-1-158 0 0,1-1 131 0 0,-1 1 0 0 0,0-1 1 0 0,-2 1-1 0 0,0-19 0 0 0,-2 26-1966 0 0,1 1-1 0 0,-1-1 0 0 0,0 1 1 0 0,-1 0-1 0 0,0-1 1 0 0,0 1-1 0 0,0 0 0 0 0,-1 1 1 0 0,0-1-1 0 0,-8-9 1 0 0,-6-6 202 0 0,-30-28 1 0 0,43 45-389 0 0,-2-2-4 0 0,0 0 0 0 0,-1 1 0 0 0,0 0 0 0 0,0 0 0 0 0,0 1 0 0 0,0 0 0 0 0,-1 0 0 0 0,0 1 0 0 0,0 0 0 0 0,0 0 0 0 0,-1 1 0 0 0,1 0 0 0 0,-1 1 0 0 0,-17-2 0 0 0,25 4-4 0 0,1 1 1 0 0,-1-1-1 0 0,1 0 0 0 0,0 1 1 0 0,-1 0-1 0 0,1-1 0 0 0,-1 1 1 0 0,1 0-1 0 0,0-1 0 0 0,0 1 0 0 0,-1 0 1 0 0,1 0-1 0 0,0 0 0 0 0,0 0 1 0 0,0 0-1 0 0,0 0 0 0 0,0 0 1 0 0,0 1-1 0 0,0-1 0 0 0,1 0 0 0 0,-1 0 1 0 0,0 1-1 0 0,1-1 0 0 0,-1 1 1 0 0,1-1-1 0 0,-1 0 0 0 0,1 1 1 0 0,0-1-1 0 0,-1 1 0 0 0,1 2 0 0 0,-2 7-95 0 0,1 0 0 0 0,0 22-1 0 0,1-30 71 0 0,4 51-1296 0 0,2 0 0 0 0,3 0 0 0 0,20 71-1 0 0,-21-91 480 0 0,72 248-6963 0 0,-43-157 6933 0 0,-35-118 847 0 0,25 102-573 0 0,-24-97 395 0 0,-2 0 1 0 0,0 1 0 0 0,0-1 0 0 0,-1 1-1 0 0,-1-1 1 0 0,-3 24 0 0 0,3-33 115 0 0,0 0 0 0 0,0 1 0 0 0,0-1-1 0 0,0 0 1 0 0,0 0 0 0 0,-1 0 0 0 0,0 0 0 0 0,1 0 0 0 0,-1 0 0 0 0,-4 4 0 0 0,-8 5-332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23.4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1 155 556 0 0,'0'0'2750'0'0,"15"-14"71"0"0,54-44 8010 0 0,-40 40-7841 0 0,4 10-2966 0 0,-16 4-336 0 0,230-43-8271 0 0,-224 42 6291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23.7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 1 490 0 0,'0'0'455'0'0,"4"14"1094"0"0,-2-9-988 0 0,5 22 2169 0 0,0 1 0 0 0,3 36 0 0 0,-8-35 75 0 0,-1 0 0 0 0,-4 41 0 0 0,2-67-2805 0 0,0 1 0 0 0,0-1 0 0 0,0 0 0 0 0,0 1 0 0 0,0-1 0 0 0,-1 0 0 0 0,0 0 0 0 0,0 0 0 0 0,0 0 0 0 0,0 0 0 0 0,-5 5 0 0 0,7-8 0 0 0,0 0 0 0 0,-1 0 0 0 0,1 1 0 0 0,-1-1 0 0 0,1 0 0 0 0,0 0 0 0 0,-1 0 0 0 0,1 0 0 0 0,-1 0 0 0 0,1 0 0 0 0,-1 0 0 0 0,1 0 0 0 0,0 0 0 0 0,-1 0 0 0 0,1 0 0 0 0,-1 0 0 0 0,1 0 0 0 0,0-1 0 0 0,-1 1 0 0 0,1 0 0 0 0,-1 0 0 0 0,1 0 0 0 0,0 0 0 0 0,-1-1 0 0 0,1 1 0 0 0,0 0 0 0 0,-1 0 0 0 0,1-1 0 0 0,0 1 0 0 0,-1 0 0 0 0,1-1 0 0 0,0 1 0 0 0,-1 0 0 0 0,1-1 0 0 0,0 1 0 0 0,0-1 0 0 0,-5-13 0 0 0,5 12 0 0 0,-2-3-197 0 0,1 0-1 0 0,0-1 0 0 0,0 1 1 0 0,0-1-1 0 0,1 1 1 0 0,-1-1-1 0 0,1 1 0 0 0,0-1 1 0 0,1 1-1 0 0,0-1 1 0 0,0 1-1 0 0,0-1 1 0 0,0 1-1 0 0,1 0 0 0 0,0 0 1 0 0,0 0-1 0 0,0 0 1 0 0,1 0-1 0 0,-1 0 0 0 0,1 0 1 0 0,0 1-1 0 0,1-1 1 0 0,6-6-1 0 0,-2 4-319 0 0,0 0 0 0 0,0 1-1 0 0,1 0 1 0 0,0 0 0 0 0,0 1 0 0 0,1 1 0 0 0,-1-1-1 0 0,1 1 1 0 0,0 1 0 0 0,0 0 0 0 0,18-3 0 0 0,-21 5-318 0 0,63-13-4024 0 0,33-12 2945 0 0,-76 18 1236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24.0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188 1 98 0 0,'0'0'1382'0'0,"-16"6"1224"0"0,-56 23 6568 0 0,65-26-8657 0 0,1 0 0 0 0,0 1 0 0 0,0 0-1 0 0,0 0 1 0 0,0 0 0 0 0,1 1 0 0 0,-1 0 0 0 0,1 0-1 0 0,-7 9 1 0 0,7-7-311 0 0,0 0-1 0 0,1 1 0 0 0,0 0 1 0 0,0 0-1 0 0,-5 15 0 0 0,8-20-205 0 0,0 1 0 0 0,1 0 0 0 0,-1 0 0 0 0,1-1 0 0 0,0 1 0 0 0,0 0 0 0 0,0 0 0 0 0,0 0 0 0 0,0-1 0 0 0,1 1 0 0 0,0 0 0 0 0,0 0 0 0 0,0-1 0 0 0,0 1 0 0 0,0-1 0 0 0,1 1 0 0 0,0-1 0 0 0,3 6 0 0 0,-3-7 0 0 0,-1 0 0 0 0,1 0 0 0 0,-1-1 0 0 0,1 1 0 0 0,0 0 0 0 0,-1-1 0 0 0,1 0 0 0 0,0 1 0 0 0,0-1 0 0 0,0 0 0 0 0,0 0 0 0 0,0 0 0 0 0,0 0 0 0 0,0 0 0 0 0,1-1 0 0 0,-1 1 0 0 0,0-1 0 0 0,0 1 0 0 0,0-1 0 0 0,1 0 0 0 0,-1 0 0 0 0,0 0 0 0 0,1 0 0 0 0,-1 0 0 0 0,0-1 0 0 0,0 1 0 0 0,1-1 0 0 0,-1 1 0 0 0,0-1 0 0 0,0 0 0 0 0,0 0 0 0 0,3-1 0 0 0,-2 0-5 0 0,1 0 0 0 0,-1 0 0 0 0,0 0 0 0 0,0-1 0 0 0,0 1 0 0 0,-1-1-1 0 0,1 0 1 0 0,-1 0 0 0 0,1 0 0 0 0,-1 0 0 0 0,0 0 0 0 0,0 0 0 0 0,2-6 0 0 0,2-4-35 0 0,-1 0-1 0 0,4-19 1 0 0,1-2 4 0 0,-10 33-78 0 0,0 1 1 0 0,0-1-1 0 0,0 0 1 0 0,0 1-1 0 0,0-1 1 0 0,1 0 0 0 0,-1 0-1 0 0,0 1 1 0 0,1-1-1 0 0,-1 1 1 0 0,0-1-1 0 0,1 0 1 0 0,-1 1-1 0 0,1-1 1 0 0,-1 1-1 0 0,1-1 1 0 0,-1 1-1 0 0,1-1 1 0 0,-1 1 0 0 0,1-1-1 0 0,0 1 1 0 0,-1-1-1 0 0,1 1 1 0 0,0 0-1 0 0,-1-1 1 0 0,1 1-1 0 0,0 0 1 0 0,-1 0-1 0 0,1 0 1 0 0,0-1 0 0 0,-1 1-1 0 0,1 0 1 0 0,0 0-1 0 0,0 0 1 0 0,-1 0-1 0 0,1 0 1 0 0,0 0-1 0 0,0 1 1 0 0,-1-1-1 0 0,1 0 1 0 0,0 0-1 0 0,-1 0 1 0 0,1 1 0 0 0,0-1-1 0 0,-1 0 1 0 0,1 1-1 0 0,0-1 1 0 0,-1 0-1 0 0,2 2 1 0 0,4 2-506 0 0,-1 1-1 0 0,0 0 1 0 0,0 0 0 0 0,6 9 0 0 0,1 0 1163 0 0,-5-8-1112 0 0,1 1-1 0 0,0-1 1 0 0,0-1 0 0 0,1 0 0 0 0,0 0-1 0 0,0-1 1 0 0,0 0 0 0 0,0 0 0 0 0,1-1-1 0 0,-1 0 1 0 0,1-1 0 0 0,0 0 0 0 0,0 0 0 0 0,-1-1-1 0 0,1 0 1 0 0,10-1 0 0 0,-4 0-499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24.5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231 0 568 0 0,'0'0'2318'0'0,"-15"12"-11"0"0,-48 38 6732 0 0,39-28-5135 0 0,21-19-3668 0 0,1 0-1 0 0,-1 1 0 0 0,0-1 1 0 0,1 1-1 0 0,-4 7 1 0 0,4-7-235 0 0,1 1 0 0 0,0-1 0 0 0,0 1 0 0 0,0 0 0 0 0,0 0 0 0 0,1-1 0 0 0,0 1 0 0 0,0 5 0 0 0,0-9-20 0 0,0 1 1 0 0,0-1 0 0 0,1 1-1 0 0,-1-1 1 0 0,0 1-1 0 0,1-1 1 0 0,-1 1 0 0 0,1-1-1 0 0,0 0 1 0 0,-1 1 0 0 0,1-1-1 0 0,0 0 1 0 0,0 1 0 0 0,0-1-1 0 0,0 0 1 0 0,0 0-1 0 0,0 0 1 0 0,0 0 0 0 0,0 0-1 0 0,0 0 1 0 0,0 0 0 0 0,1 0-1 0 0,-1-1 1 0 0,0 1 0 0 0,1 0-1 0 0,-1-1 1 0 0,1 1-1 0 0,-1-1 1 0 0,1 1 0 0 0,-1-1-1 0 0,1 0 1 0 0,-1 0 0 0 0,3 1-1 0 0,-1-1 1 0 0,0 0 0 0 0,-1 0 0 0 0,1 0 0 0 0,-1 0 0 0 0,1 0 0 0 0,0-1 0 0 0,-1 1 0 0 0,1-1 0 0 0,-1 1 0 0 0,1-1 0 0 0,-1 0 0 0 0,1 0 0 0 0,-1 0 0 0 0,1-1 0 0 0,-1 1 0 0 0,0 0 0 0 0,0-1 0 0 0,4-3 0 0 0,-2-1 122 0 0,1-1 0 0 0,-1 1 0 0 0,0-1 1 0 0,-1 0-1 0 0,0-1 0 0 0,0 1 0 0 0,2-9 0 0 0,11-26 132 0 0,-16 41-236 0 0,0 1 0 0 0,0-1 0 0 0,1 1 0 0 0,-1 0 0 0 0,0-1 0 0 0,0 1 0 0 0,0-1 0 0 0,1 1 0 0 0,-1-1 0 0 0,0 1 0 0 0,0 0 0 0 0,1-1 0 0 0,-1 1 0 0 0,0 0 0 0 0,1-1 0 0 0,-1 1 0 0 0,1 0 0 0 0,-1 0 0 0 0,0-1 0 0 0,1 1 0 0 0,-1 0 0 0 0,1 0 0 0 0,-1 0 0 0 0,0 0 0 0 0,1-1 0 0 0,-1 1 0 0 0,1 0 0 0 0,-1 0 0 0 0,1 0 0 0 0,-1 0 0 0 0,1 0 0 0 0,-1 0 0 0 0,1 0 0 0 0,-1 0 0 0 0,1 0 0 0 0,-1 0 0 0 0,0 0 0 0 0,1 1 0 0 0,-1-1 0 0 0,1 0 0 0 0,-1 0 0 0 0,1 0 0 0 0,-1 1 0 0 0,0-1 0 0 0,1 0 0 0 0,-1 0 0 0 0,1 1 0 0 0,-1-1 0 0 0,0 0 0 0 0,1 1 0 0 0,-1-1 0 0 0,0 0 0 0 0,0 1 0 0 0,1-1 0 0 0,-1 1 0 0 0,0-1 0 0 0,1 1 0 0 0,13 26 0 0 0,-13-25 0 0 0,8 18-771 0 0,-1 0-1 0 0,-1 1 1 0 0,-1 0 0 0 0,0 0-1 0 0,3 33 1 0 0,-8-44 343 0 0,0 1 0 0 0,-1 0 0 0 0,-1-1 1 0 0,0 1-1 0 0,0-1 0 0 0,-1 1 0 0 0,0-1 1 0 0,0 1-1 0 0,-1-1 0 0 0,-1 0 0 0 0,0 0 0 0 0,0 0 1 0 0,-8 12-1 0 0,-5 4-1522 0 0,-1-1 1 0 0,-38 40-1 0 0,46-54 1986 0 0,-1-1 0 0 0,-1 0 0 0 0,0-1 1 0 0,0 0-1 0 0,-1-1 0 0 0,0 0 0 0 0,-23 10 0 0 0,33-17 3 0 0,0 0 0 0 0,0 0 0 0 0,0 0-1 0 0,1 0 1 0 0,-1 0 0 0 0,0-1 0 0 0,0 0-1 0 0,0 1 1 0 0,0-1 0 0 0,0 0-1 0 0,0-1 1 0 0,0 1 0 0 0,0 0 0 0 0,0-1-1 0 0,-4 0 1 0 0,6 0-37 0 0,-1 0 0 0 0,1 0-1 0 0,-1 0 1 0 0,1-1 0 0 0,0 1 0 0 0,-1 0 0 0 0,1 0-1 0 0,0-1 1 0 0,0 1 0 0 0,0-1 0 0 0,0 1-1 0 0,0-1 1 0 0,0 1 0 0 0,0-1 0 0 0,1 1-1 0 0,-1-1 1 0 0,0 0 0 0 0,1 0 0 0 0,-1 1-1 0 0,1-1 1 0 0,0 0 0 0 0,0 0 0 0 0,0 1-1 0 0,0-1 1 0 0,0 0 0 0 0,0-2 0 0 0,0-1-32 0 0,0-9 43 0 0,0-1 1 0 0,4-19 0 0 0,-3 28-46 0 0,0 1 0 0 0,1-1-1 0 0,0 1 1 0 0,0-1 0 0 0,1 1 0 0 0,-1 0 0 0 0,1 0 0 0 0,0 0 0 0 0,5-5 0 0 0,15-18 726 0 0,1 2 1 0 0,1 1-1 0 0,30-23 0 0 0,-32 29 445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25.7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1 682 552 0 0,'0'0'1922'0'0,"0"15"-618"0"0,0 51 3867 0 0,0-59-4275 0 0,0 1 0 0 0,1-1 0 0 0,0 1 0 0 0,0-1 0 0 0,1 0 0 0 0,0 1 0 0 0,0-1 0 0 0,6 13 0 0 0,-6-17-761 0 0,-1 0 0 0 0,1-1 0 0 0,0 1 0 0 0,0 0 0 0 0,0-1 0 0 0,0 1 0 0 0,0-1-1 0 0,1 1 1 0 0,-1-1 0 0 0,1 0 0 0 0,-1 0 0 0 0,1 0 0 0 0,0-1 0 0 0,0 1 0 0 0,0 0 0 0 0,0-1-1 0 0,0 0 1 0 0,5 2 0 0 0,-8-4-134 0 0,1 1-1 0 0,0 0 0 0 0,0 0 1 0 0,-1 0-1 0 0,1-1 0 0 0,0 1 1 0 0,-1 0-1 0 0,1-1 1 0 0,-1 1-1 0 0,1-1 0 0 0,0 1 1 0 0,-1-1-1 0 0,1 1 1 0 0,-1-1-1 0 0,1 1 0 0 0,-1-1 1 0 0,1 1-1 0 0,-1-1 0 0 0,0 0 1 0 0,1 1-1 0 0,-1-1 1 0 0,0 0-1 0 0,1 1 0 0 0,-1-1 1 0 0,0 0-1 0 0,0 1 1 0 0,0-1-1 0 0,1 0 0 0 0,-1 0 1 0 0,0 1-1 0 0,0-1 0 0 0,0 0 1 0 0,0 0-1 0 0,-1 0 1 0 0,3-34 66 0 0,-2 30-64 0 0,0-5-335 0 0,0 0 1 0 0,1 0-1 0 0,0-1 0 0 0,1 1 0 0 0,0 0 0 0 0,1 0 0 0 0,0 0 0 0 0,0 0 1 0 0,1 1-1 0 0,7-14 0 0 0,-11 23 231 0 0,0 0 0 0 0,0-1 0 0 0,1 1 0 0 0,-1-1 0 0 0,0 1 1 0 0,0 0-1 0 0,0-1 0 0 0,1 1 0 0 0,-1-1 0 0 0,0 1 0 0 0,0 0 0 0 0,1-1 0 0 0,-1 1 0 0 0,0 0 1 0 0,1 0-1 0 0,-1-1 0 0 0,1 1 0 0 0,-1 0 0 0 0,0 0 0 0 0,1-1 0 0 0,-1 1 0 0 0,1 0 0 0 0,-1 0 1 0 0,0 0-1 0 0,1 0 0 0 0,-1 0 0 0 0,1 0 0 0 0,-1 0 0 0 0,1 0 0 0 0,-1 0 0 0 0,0 0 0 0 0,1 0 1 0 0,-1 0-1 0 0,1 0 0 0 0,-1 0 0 0 0,1 0 0 0 0,-1 0 0 0 0,0 0 0 0 0,1 0 0 0 0,-1 1 0 0 0,1-1 1 0 0,-1 0-1 0 0,0 0 0 0 0,1 1 0 0 0,-1-1 0 0 0,1 0 0 0 0,-1 0 0 0 0,0 1 0 0 0,0-1 0 0 0,1 0 1 0 0,-1 1-1 0 0,0-1 0 0 0,1 0 0 0 0,-1 2 0 0 0,12 20-2599 0 0,5 34 1908 0 0,0 0-2935 0 0,-17-55 3730 0 0,0-1-1 0 0,0 1 1 0 0,0-1-1 0 0,1 1 0 0 0,-1-1 1 0 0,0 1-1 0 0,0-1 1 0 0,1 0-1 0 0,-1 1 1 0 0,0-1-1 0 0,1 1 1 0 0,-1-1-1 0 0,1 0 1 0 0,-1 1-1 0 0,0-1 1 0 0,1 0-1 0 0,-1 1 1 0 0,1-1-1 0 0,-1 0 0 0 0,1 0 1 0 0,-1 1-1 0 0,1-1 1 0 0,-1 0-1 0 0,1 0 1 0 0,-1 0-1 0 0,1 0 1 0 0,-1 0-1 0 0,1 0 1 0 0,0 0-1 0 0,-1 0 1 0 0,1 0-1 0 0,-1 0 1 0 0,1 0-1 0 0,-1 0 1 0 0,1 0-1 0 0,-1 0 0 0 0,1 0 1 0 0,-1-1-1 0 0,1 1 1 0 0,-1 0-1 0 0,1 0 1 0 0,-1 0-1 0 0,1-1 1 0 0,-1 1-1 0 0,1 0 1 0 0,-1-1-1 0 0,0 1 1 0 0,1-1-1 0 0,-1 1 1 0 0,0 0-1 0 0,1-1 1 0 0,-1 0-1 0 0,3-1-18 0 0,0-1-1 0 0,-1 0 1 0 0,1 0-1 0 0,-1 0 1 0 0,0 0-1 0 0,2-4 1 0 0,11-25-836 0 0,19-38 562 0 0,-34 70 342 0 0,0-1 0 0 0,0 1 0 0 0,0-1 0 0 0,1 1-1 0 0,-1 0 1 0 0,0-1 0 0 0,0 1 0 0 0,1 0 0 0 0,-1-1 0 0 0,0 1-1 0 0,1 0 1 0 0,-1-1 0 0 0,0 1 0 0 0,1 0 0 0 0,-1 0 0 0 0,0-1-1 0 0,1 1 1 0 0,-1 0 0 0 0,1 0 0 0 0,-1 0 0 0 0,1 0 0 0 0,-1 0-1 0 0,0-1 1 0 0,1 1 0 0 0,-1 0 0 0 0,1 0 0 0 0,-1 0 0 0 0,1 0-1 0 0,-1 0 1 0 0,1 0 0 0 0,0 1 0 0 0,12 10 3128 0 0,6 20 904 0 0,-16-26-4686 0 0,-1 0 0 0 0,1 0 0 0 0,0 0 0 0 0,1-1 0 0 0,-1 1 0 0 0,1-1 0 0 0,0 0 0 0 0,0 0 0 0 0,6 4 0 0 0,-5-4 517 0 0,0-1 0 0 0,1 1 0 0 0,0-1 1 0 0,0-1-1 0 0,0 1 0 0 0,0-1 0 0 0,0 0 1 0 0,1 0-1 0 0,-1-1 0 0 0,0 0 1 0 0,14 1-1 0 0,-11-2 195 0 0,0 0 0 0 0,0-1 0 0 0,0 0 1 0 0,0-1-1 0 0,-1 0 0 0 0,1 0 0 0 0,0-1 0 0 0,12-5 1 0 0,-14 5-519 0 0,1-1-1 0 0,-1-1 1 0 0,0 1 0 0 0,0-1 0 0 0,9-8 0 0 0,22-29 9723 0 0,-39 41-9098 0 0,-17-10 3538 0 0,15 9-4146 0 0,-17-17 3469 0 0,18 17-3096 0 0,0 0-1 0 0,0-1 0 0 0,0 1 1 0 0,0 0-1 0 0,0 0 1 0 0,0 1-1 0 0,-1-1 0 0 0,1 0 1 0 0,-1 1-1 0 0,1-1 1 0 0,-1 1-1 0 0,1 0 0 0 0,-1 0 1 0 0,0 0-1 0 0,0 0 0 0 0,0 1 1 0 0,1-1-1 0 0,-1 1 1 0 0,-4-1-1 0 0,6 1-176 0 0,0 1 1 0 0,0-1-1 0 0,0 1 0 0 0,1-1 0 0 0,-1 1 1 0 0,0 0-1 0 0,0-1 0 0 0,1 1 1 0 0,-1 0-1 0 0,0-1 0 0 0,1 1 1 0 0,-1 0-1 0 0,1 0 0 0 0,-1 0 1 0 0,1-1-1 0 0,-1 1 0 0 0,1 0 0 0 0,0 0 1 0 0,-1 0-1 0 0,1 0 0 0 0,0 0 1 0 0,0 0-1 0 0,0 0 0 0 0,0 0 1 0 0,-1 0-1 0 0,2 1 0 0 0,-3 30-3095 0 0,2-29 2666 0 0,1 35-3704 0 0,0-34 4232 0 0,-1 1 0 0 0,1 0 0 0 0,0 0 0 0 0,1-1 0 0 0,-1 1 0 0 0,1-1 0 0 0,0 1 0 0 0,5 7 0 0 0,-2-3 73 0 0,1-1 0 0 0,0 1 0 0 0,12 12 0 0 0,-16-20 103 0 0,-1 1 0 0 0,0-1 0 0 0,1 1 1 0 0,0-1-1 0 0,-1 0 0 0 0,1 0 0 0 0,0 1 1 0 0,-1-1-1 0 0,1 0 0 0 0,0-1 0 0 0,0 1 1 0 0,0 0-1 0 0,0-1 0 0 0,0 1 0 0 0,0-1 1 0 0,0 1-1 0 0,0-1 0 0 0,0 0 0 0 0,0 0 0 0 0,0 0 1 0 0,0 0-1 0 0,0 0 0 0 0,0 0 0 0 0,0-1 1 0 0,4 0-1 0 0,-4 0 165 0 0,0 0-1 0 0,-1 0 1 0 0,1-1 0 0 0,-1 1-1 0 0,1 0 1 0 0,-1 0 0 0 0,1-1 0 0 0,-1 1-1 0 0,0-1 1 0 0,0 1 0 0 0,0-1 0 0 0,0 0-1 0 0,0 0 1 0 0,0 1 0 0 0,0-1 0 0 0,0-3-1 0 0,9-35 4127 0 0,-5 17-4816 0 0,-1 4 312 0 0,4-18 439 0 0,-8 36-223 0 0,0 0 1 0 0,1 0 0 0 0,-1 0 0 0 0,0 0 0 0 0,1 1-1 0 0,-1-1 1 0 0,1 0 0 0 0,-1 0 0 0 0,1 0-1 0 0,0 1 1 0 0,-1-1 0 0 0,1 0 0 0 0,0 0 0 0 0,-1 1-1 0 0,1-1 1 0 0,0 1 0 0 0,0-1 0 0 0,0 1 0 0 0,0-1-1 0 0,-1 1 1 0 0,1-1 0 0 0,0 1 0 0 0,0 0 0 0 0,0-1-1 0 0,0 1 1 0 0,0 0 0 0 0,0 0 0 0 0,0 0 0 0 0,0 0-1 0 0,1 0 1 0 0,-1 0 100 0 0,0 1 0 0 0,0-1 1 0 0,1 1-1 0 0,-1 0 0 0 0,0-1 0 0 0,0 1 0 0 0,0 0 0 0 0,0 0 1 0 0,0 0-1 0 0,0-1 0 0 0,-1 1 0 0 0,1 0 0 0 0,0 0 1 0 0,0 0-1 0 0,-1 1 0 0 0,2 1 0 0 0,11 24-1474 0 0,-10-20 1181 0 0,7 13-1884 0 0,0 0-1 0 0,1 0 1 0 0,1-1-1 0 0,22 26 1 0 0,-29-39 1427 0 0,1-1 1 0 0,-1 1-1 0 0,1-1 1 0 0,1 0-1 0 0,-1 0 1 0 0,1-1-1 0 0,-1 0 1 0 0,16 6-1 0 0,-17-8 607 0 0,0 0 0 0 0,0-1-1 0 0,1 0 1 0 0,-1 0 0 0 0,1 0 0 0 0,-1-1-1 0 0,0 0 1 0 0,10 0 0 0 0,-12-1-39 0 0,-1 0-1 0 0,1 1 1 0 0,-1-1-1 0 0,0 0 1 0 0,0 0-1 0 0,1-1 1 0 0,-1 1-1 0 0,0 0 1 0 0,0-1-1 0 0,0 1 1 0 0,0-1-1 0 0,0 0 1 0 0,-1 1 0 0 0,1-1-1 0 0,-1 0 1 0 0,1 0-1 0 0,-1 0 1 0 0,1 0-1 0 0,-1-1 1 0 0,2-3-1 0 0,2-6-63 0 0,0 0 0 0 0,5-21 0 0 0,-7 26 91 0 0,9-41-41 0 0,-1-1 0 0 0,-2 0-1 0 0,-3 0 1 0 0,-1 0 0 0 0,-3-1-1 0 0,-7-83 1 0 0,-27-111-33 0 0,12 117 315 0 0,19 120-206 0 0,0 1-1 0 0,0-1 0 0 0,0 1 1 0 0,-5-12-1 0 0,5 18-32 0 0,1 0 0 0 0,0 0 0 0 0,0 0 0 0 0,0 0-1 0 0,0 0 1 0 0,0 0 0 0 0,0 0 0 0 0,0 0 0 0 0,0 0 0 0 0,0 0 0 0 0,-1 0 0 0 0,1 0 0 0 0,0-1-1 0 0,0 1 1 0 0,0 0 0 0 0,0 1 0 0 0,0-1 0 0 0,0 0 0 0 0,0 0 0 0 0,0 0 0 0 0,-1 0 0 0 0,1 0-1 0 0,0 0 1 0 0,0 0 0 0 0,0 0 0 0 0,0 0 0 0 0,0 0 0 0 0,0 0 0 0 0,0 0 0 0 0,0 0 0 0 0,0 0 0 0 0,0 0-1 0 0,-1 0 1 0 0,1 0 0 0 0,0 0 0 0 0,0 0 0 0 0,0 1 0 0 0,0-1 0 0 0,0 0 0 0 0,0 0 0 0 0,0 0-1 0 0,0 0 1 0 0,0 0 0 0 0,0 0 0 0 0,0 0 0 0 0,0 0 0 0 0,0 0 0 0 0,0 1 0 0 0,0-1 0 0 0,0 0-1 0 0,0 0 1 0 0,0 0 0 0 0,0 0 0 0 0,0 0 0 0 0,0 0 0 0 0,0 0 0 0 0,0 0 0 0 0,0 1 0 0 0,0-1-1 0 0,0 0 1 0 0,0 0 0 0 0,0 0 0 0 0,0 0 0 0 0,0 0 0 0 0,0 0 0 0 0,1 0 0 0 0,-3 10 689 0 0,21 271 1760 0 0,2-143-4628 0 0,40 138-1 0 0,-9-57 1824 0 0,-45-187 267 0 0,-1-1 0 0 0,-2 1 0 0 0,0 37 0 0 0,-4-68 47 0 0,0 0-1 0 0,0 0 0 0 0,0 0 0 0 0,0 0 0 0 0,0 0 1 0 0,0 0-1 0 0,0 0 0 0 0,0 0 0 0 0,-1 0 1 0 0,1 0-1 0 0,0 0 0 0 0,-1 0 0 0 0,1 0 0 0 0,0-1 1 0 0,-1 1-1 0 0,1 0 0 0 0,-1 0 0 0 0,1 0 0 0 0,-1-1 1 0 0,0 1-1 0 0,1 0 0 0 0,-1 0 0 0 0,0-1 0 0 0,0 1 1 0 0,0 0 8 0 0,0-1 1 0 0,0 0-1 0 0,0 0 1 0 0,0 0-1 0 0,0 1 1 0 0,-1-1-1 0 0,1 0 1 0 0,0-1-1 0 0,0 1 1 0 0,0 0 0 0 0,0 0-1 0 0,0 0 1 0 0,0-1-1 0 0,0 1 1 0 0,0 0-1 0 0,0-1 1 0 0,-1 0-1 0 0,-5-3 56 0 0,1 0 1 0 0,1 0-1 0 0,-1 0 0 0 0,-9-10 1 0 0,-4-6 1239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25.9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1 740 0 0,'0'0'3245'0'0,"16"2"-1366"0"0,25 6 4845 0 0,71 21 0 0 0,61 21-10642 0 0,-124-40-2721 0 0,78 6 0 0 0,-106-14 4961 0 0,-3 1 1250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40.5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389 69 1020 0 0,'0'0'1716'0'0,"2"-12"1123"0"0,5-36 8430 0 0,-8 40-8453 0 0,-4 11-2112 0 0,-6 8-1408 0 0,-35 71 493 0 0,-12 17-440 0 0,-82 91-7291 0 0,36-60 2053 0 0,93-115 5810 0 0,10-13 29 0 0,-1 0 0 0 0,1 1 1 0 0,0-1-1 0 0,-1 0 0 0 0,0-1 0 0 0,1 1 0 0 0,-1 0 0 0 0,0 0 0 0 0,0-1 1 0 0,-3 2-1 0 0,5-2-163 0 0,4-61-158 0 0,-1 41 1565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40.7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0 866 0 0,'0'0'2604'0'0,"19"5"307"0"0,0-1 527 0 0,-8-1-1499 0 0,0-1 0 0 0,0 2 0 0 0,13 4-1 0 0,-14-3-1416 0 0,-1-1-1 0 0,0 2 1 0 0,12 8-1 0 0,149 108-4847 0 0,31 24-5182 0 0,-74-37 6230 0 0,-90-74 2076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41.56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 5 622 0 0,'0'-5'5955'0'0,"1"98"4130"0"0,2-15-7087 0 0,1 124-5864 0 0,-4-140 1757 0 0,-3 1-3537 0 0,-13 75 1 0 0,1-27 3657 0 0,13-91 1696 0 0,1 12 10674 0 0,30-74-9375 0 0,-17 19-2791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42.0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87 0 1570 0 0,'0'0'1212'0'0,"-10"14"1760"0"0,-28 47 8161 0 0,26-33-8430 0 0,6 1-2777 0 0,5-15 201 0 0,-11 98-4785 0 0,4 181 0 0 0,8-231 1970 0 0,1-39 2195 0 0,0 0 0 0 0,1-1-1 0 0,1 1 1 0 0,2-1 0 0 0,11 36-1 0 0,-12-46 499 0 0,1 0 0 0 0,0 0 0 0 0,0-1 0 0 0,2 1 0 0 0,-1-2 0 0 0,2 1 0 0 0,-1-1 0 0 0,1 0 0 0 0,1 0 0 0 0,0-1 0 0 0,16 13-1 0 0,-20-18-10 0 0,0-1 1 0 0,0 0-1 0 0,1 0 0 0 0,-1-1 0 0 0,1 0 0 0 0,0 0 0 0 0,0 0 0 0 0,0 0 0 0 0,0-1 0 0 0,10 1 0 0 0,-13-2-13 0 0,0 1 1 0 0,0-1-1 0 0,0 0 1 0 0,0-1-1 0 0,-1 1 0 0 0,1 0 1 0 0,0-1-1 0 0,0 0 1 0 0,-1 1-1 0 0,1-1 1 0 0,0 0-1 0 0,-1 0 0 0 0,1-1 1 0 0,0 1-1 0 0,-1-1 1 0 0,0 1-1 0 0,1-1 1 0 0,-1 0-1 0 0,0 1 0 0 0,0-1 1 0 0,0 0-1 0 0,0-1 1 0 0,0 1-1 0 0,2-5 1 0 0,-1 1 289 0 0,0 0 1 0 0,-1 0 0 0 0,1 0 0 0 0,-2-1 0 0 0,1 1 0 0 0,-1-1 0 0 0,0 1-1 0 0,0-1 1 0 0,-1 1 0 0 0,1-1 0 0 0,-2 0 0 0 0,1 1 0 0 0,-1-1-1 0 0,0 1 1 0 0,0-1 0 0 0,-1 1 0 0 0,0-1 0 0 0,0 1 0 0 0,-4-9 0 0 0,2 7 130 0 0,0 0 0 0 0,-1 1 0 0 0,0 0 0 0 0,0 0 1 0 0,0 0-1 0 0,-1 0 0 0 0,-13-10 0 0 0,13 11-603 0 0,-1 1-1 0 0,0 0 1 0 0,0 1-1 0 0,-15-7 1 0 0,15 8-345 0 0,0 1 0 0 0,-1 0 0 0 0,1 0 0 0 0,0 0 0 0 0,-1 1 0 0 0,1 1 1 0 0,-1-1-1 0 0,-8 1 0 0 0,13 0 380 0 0,-1 0 0 0 0,1 1 0 0 0,-1-1 0 0 0,0 1 0 0 0,1 0 0 0 0,0 0-1 0 0,-1 0 1 0 0,1 0 0 0 0,-1 0 0 0 0,1 1 0 0 0,0 0 0 0 0,0-1 0 0 0,0 1 0 0 0,0 0 0 0 0,0 1 0 0 0,0-1 0 0 0,1 0 0 0 0,-4 5 0 0 0,5-6 103 0 0,1 0 1 0 0,-1 0-1 0 0,1 0 1 0 0,-1 0-1 0 0,1 1 1 0 0,-1-1-1 0 0,1 0 1 0 0,0 0-1 0 0,-1 1 1 0 0,1-1-1 0 0,0 0 1 0 0,0 0 0 0 0,0 3-1 0 0,0 3-937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42.5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410 1 1028 0 0,'0'0'1468'0'0,"-11"13"1195"0"0,-2 3 72 0 0,2-4-448 0 0,0 1-1 0 0,2 0 1 0 0,0 1 0 0 0,-11 21 0 0 0,-63 101-3931 0 0,-11-4-3832 0 0,7-20-1737 0 0,41-54 6891 0 0,30-33 4734 0 0,23-43 2856 0 0,0 0-7843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42.7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1202 0 0,'0'0'2780'0'0,"18"17"-41"0"0,8 6 1850 0 0,70 65 3761 0 0,74 80-12987 0 0,-167-164 4556 0 0,30 30-3993 0 0,-3 1 0 0 0,41 60 0 0 0,-57-72 3278 0 0,0 5-420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43.21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15 1000 0 0,'-8'-14'17050'0'0,"8"42"-15475"0"0,1-7-2313 0 0,6 226-5674 0 0,-9-36-136 0 0,1 2 5566 0 0,1-213 1051 0 0,-1 1-1 0 0,1-1 1 0 0,0 1 0 0 0,0-1-1 0 0,1 1 1 0 0,-1-1 0 0 0,0 1-1 0 0,0-1 1 0 0,0 1 0 0 0,0-1-1 0 0,0 1 1 0 0,0-1-1 0 0,1 1 1 0 0,-1-1 0 0 0,0 1-1 0 0,0-1 1 0 0,1 1 0 0 0,-1-1-1 0 0,0 0 1 0 0,1 1 0 0 0,-1-1-1 0 0,1 1 1 0 0,-1-1 0 0 0,0 0-1 0 0,1 1 1 0 0,-1-1 0 0 0,1 0-1 0 0,-1 0 1 0 0,1 1 0 0 0,-1-1-1 0 0,1 0 1 0 0,-1 0 0 0 0,1 0-1 0 0,-1 0 1 0 0,1 0 0 0 0,-1 1-1 0 0,1-1 1 0 0,-1 0 0 0 0,1 0-1 0 0,-1 0 1 0 0,1 0-1 0 0,-1-1 1 0 0,2 1 0 0 0,0 0 153 0 0,-1-1 0 0 0,1 1 1 0 0,0-1-1 0 0,-1 1 0 0 0,1-1 0 0 0,0 0 0 0 0,-1 0 1 0 0,1 0-1 0 0,-1 0 0 0 0,1 0 0 0 0,-1 0 1 0 0,0 0-1 0 0,3-2 0 0 0,9-15-994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43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146 23 196 0 0,'4'-21'19464'0'0,"-8"21"-19464"0"0,1-1 0 0 0,2 1 0 0 0,-1 0 0 0 0,1-1 0 0 0,-1 1 0 0 0,0 0 0 0 0,1 0 0 0 0,-1 0 0 0 0,1 0 0 0 0,-1 0 0 0 0,1 1 0 0 0,-1-1 0 0 0,0 0 0 0 0,1 1 0 0 0,-1-1 0 0 0,1 1 0 0 0,-1-1 0 0 0,1 1 0 0 0,0 0 0 0 0,-1 0 0 0 0,1 0 0 0 0,0 0 0 0 0,-3 1 0 0 0,-22 24 0 0 0,23-22 0 0 0,-1 2 0 0 0,1-1 0 0 0,0 0 0 0 0,1 0 0 0 0,-1 1 0 0 0,1 0 0 0 0,-3 10 0 0 0,-7 47 0 0 0,8-36 0 0 0,-29 185-6189 0 0,27-157 2749 0 0,4 105-1 0 0,3-150 3295 0 0,0 0 1 0 0,1-1-1 0 0,0 1 1 0 0,0-1-1 0 0,1 1 1 0 0,1-1-1 0 0,-1 0 1 0 0,2 0-1 0 0,-1 0 1 0 0,1-1-1 0 0,9 13 1 0 0,-11-17 286 0 0,1 0 1 0 0,-1 0 0 0 0,1 0-1 0 0,-1-1 1 0 0,1 1-1 0 0,0-1 1 0 0,1 0-1 0 0,-1 0 1 0 0,0-1 0 0 0,1 1-1 0 0,0-1 1 0 0,-1 0-1 0 0,1 0 1 0 0,0 0-1 0 0,0-1 1 0 0,0 0 0 0 0,0 0-1 0 0,0 0 1 0 0,1-1-1 0 0,-1 1 1 0 0,0-1-1 0 0,0 0 1 0 0,8-2 0 0 0,-10 1 97 0 0,1 0 1 0 0,-1 0 0 0 0,0 0 0 0 0,1-1 0 0 0,-1 0 0 0 0,0 1 0 0 0,0-1 0 0 0,0 0 0 0 0,0-1 0 0 0,0 1 0 0 0,0 0 0 0 0,-1-1-1 0 0,1 0 1 0 0,-1 0 0 0 0,1 1 0 0 0,-1-1 0 0 0,0-1 0 0 0,-1 1 0 0 0,1 0 0 0 0,0 0 0 0 0,-1-1 0 0 0,0 1 0 0 0,1-1 0 0 0,0-5 0 0 0,-1 3 147 0 0,1 0 0 0 0,-1 0 0 0 0,-1 0 0 0 0,1 0 0 0 0,-1 0 1 0 0,0-1-1 0 0,0 1 0 0 0,-1 0 0 0 0,1 0 0 0 0,-2 0 1 0 0,1 0-1 0 0,-1 0 0 0 0,-3-10 0 0 0,2 11-485 0 0,0 0 0 0 0,0 0 0 0 0,-1 0-1 0 0,0 1 1 0 0,1-1 0 0 0,-1 1 0 0 0,-1 0 0 0 0,1 0-1 0 0,-1 0 1 0 0,1 1 0 0 0,-1 0 0 0 0,0 0 0 0 0,0 0 0 0 0,-1 0-1 0 0,1 1 1 0 0,-6-2 0 0 0,7 2 40 0 0,-1 1 1 0 0,1 0-1 0 0,0 1 1 0 0,-1-1-1 0 0,1 1 1 0 0,-1-1-1 0 0,1 1 1 0 0,-1 1-1 0 0,1-1 1 0 0,0 1-1 0 0,-1-1 0 0 0,1 1 1 0 0,0 1-1 0 0,-1-1 1 0 0,1 0-1 0 0,0 1 1 0 0,0 0-1 0 0,0 0 1 0 0,0 0-1 0 0,0 1 0 0 0,-4 4 1 0 0,7-7 177 0 0,0 1 1 0 0,1 0-1 0 0,-1 0 0 0 0,1 0 0 0 0,-1 0 1 0 0,1 0-1 0 0,-1 0 0 0 0,1 1 1 0 0,0-1-1 0 0,-1 0 0 0 0,1 0 0 0 0,0 0 1 0 0,0 0-1 0 0,0 0 0 0 0,0 0 1 0 0,0 1-1 0 0,0-1 0 0 0,0 0 1 0 0,1 0-1 0 0,-1 0 0 0 0,1 2 0 0 0,2 1-1034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44.9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 9 116 0 0,'-11'-8'14343'0'0,"11"28"-9211"0"0,1-19-5063 0 0,13 370-12700 0 0,-13-370 12287 0 0,6-3 1041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45.4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92 1 1036 0 0,'0'0'1041'0'0,"4"18"489"0"0,-2-7-842 0 0,8 37 3318 0 0,4 59-1 0 0,-13-80-4064 0 0,1 202-9211 0 0,-2-222 9281 0 0,-1 0 1 0 0,0 0-1 0 0,-1-1 1 0 0,0 1-1 0 0,0 0 1 0 0,0-1-1 0 0,-1 0 1 0 0,0 0 0 0 0,0 1-1 0 0,-1-2 1 0 0,1 1-1 0 0,-1 0 1 0 0,-1-1-1 0 0,1 0 1 0 0,-1 0-1 0 0,0 0 1 0 0,-5 4-1 0 0,9-8 111 0 0,0 0-1 0 0,0 0 1 0 0,0-1-1 0 0,0 1 0 0 0,0-1 1 0 0,0 1-1 0 0,0-1 0 0 0,0 1 1 0 0,0-1-1 0 0,0 1 1 0 0,0-1-1 0 0,0 0 0 0 0,0 0 1 0 0,-1 0-1 0 0,1 1 0 0 0,0-1 1 0 0,0 0-1 0 0,0-1 0 0 0,0 1 1 0 0,0 0-1 0 0,0 0 1 0 0,-1 0-1 0 0,-1-1 0 0 0,2 0 153 0 0,-1 0-1 0 0,0-1 1 0 0,1 1 0 0 0,-1 0-1 0 0,1 0 1 0 0,-1-1-1 0 0,1 1 1 0 0,0-1-1 0 0,0 1 1 0 0,0-1 0 0 0,-1 0-1 0 0,0-2 1 0 0,-1-4 1002 0 0,0 1-1 0 0,0 0 1 0 0,1-1 0 0 0,0 1 0 0 0,-2-15-1 0 0,3 14-993 0 0,1 1 0 0 0,0 0 0 0 0,0 0 0 0 0,0 0 0 0 0,1 0 0 0 0,0 0 0 0 0,0 0 0 0 0,4-10 0 0 0,-3 12-317 0 0,1 0 1 0 0,-1 0 0 0 0,1 0 0 0 0,0 0-1 0 0,0 1 1 0 0,1-1 0 0 0,0 1-1 0 0,-1 0 1 0 0,1 0 0 0 0,1 0 0 0 0,5-4-1 0 0,48-38-7806 0 0,88-89 0 0 0,-68 47 7226 0 0,-74 83 747 0 0,1-1 120 0 0,0 0 0 0 0,0 0 0 0 0,0 0 0 0 0,32 9 13541 0 0,-36 2-12203 0 0,23 142-3045 0 0,-22-121 1039 0 0,-1 0 0 0 0,-1 0 1 0 0,-6 47-1 0 0,5-65 228 0 0,-1-1 1 0 0,0 1-1 0 0,-1-1 1 0 0,-3 8 0 0 0,-3 3-1376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45.6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1 100 1716 0 0,'0'0'1266'0'0,"7"14"186"0"0,27 46 4003 0 0,-31-56-5006 0 0,1 1 1 0 0,-1 0 0 0 0,1-1 0 0 0,1 0 0 0 0,-1 0 0 0 0,0 0-1 0 0,1 0 1 0 0,0-1 0 0 0,0 0 0 0 0,0 0 0 0 0,0 0 0 0 0,1 0-1 0 0,-1-1 1 0 0,1 0 0 0 0,-1 0 0 0 0,1-1 0 0 0,0 1 0 0 0,0-1-1 0 0,7 0 1 0 0,-5 1-21 0 0,6 0-486 0 0,-1 0 0 0 0,1-1-1 0 0,0 0 1 0 0,0-1 0 0 0,-1-1 0 0 0,1 0-1 0 0,0-1 1 0 0,-1 0 0 0 0,0-1-1 0 0,1-1 1 0 0,-1 0 0 0 0,0-1-1 0 0,-1 0 1 0 0,1-1 0 0 0,21-13-1 0 0,-23 11-552 0 0,0 0-1 0 0,0-1 1 0 0,-1-1-1 0 0,0 1 1 0 0,-1-2-1 0 0,0 1 1 0 0,-1-1-1 0 0,0 0 1 0 0,12-25-1 0 0,-4 0-2197 0 0,-4 5-1297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6.1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147 14 1150 0 0,'-12'-14'18510'0'0,"-33"223"-18576"0"0,45-207 61 0 0,-36 124-2067 0 0,3-19-2635 0 0,15-35-1968 0 0,17-69 6513 0 0,1-1 1 0 0,-1 1-1 0 0,1 0 1 0 0,-1 1-1 0 0,1-1 1 0 0,0 0-1 0 0,1 5 1 0 0,-1-8 212 0 0,0 1 0 0 0,0 0 1 0 0,1-1-1 0 0,-1 1 0 0 0,0-1 1 0 0,1 1-1 0 0,-1 0 0 0 0,1-1 1 0 0,-1 1-1 0 0,1-1 0 0 0,-1 0 0 0 0,1 1 1 0 0,-1-1-1 0 0,1 1 0 0 0,0-1 1 0 0,-1 0-1 0 0,1 1 0 0 0,-1-1 0 0 0,1 0 1 0 0,0 0-1 0 0,-1 1 0 0 0,1-1 1 0 0,0 0-1 0 0,-1 0 0 0 0,1 0 1 0 0,0 0-1 0 0,0 0 0 0 0,-1 0 0 0 0,1 0 1 0 0,0 0-1 0 0,-1 0 0 0 0,1 0 1 0 0,0-1-1 0 0,1 1 0 0 0,1-1 184 0 0,0 0 0 0 0,0 0 0 0 0,0 0 1 0 0,0-1-1 0 0,0 1 0 0 0,0-1 0 0 0,0 0 0 0 0,-1 0 0 0 0,1 0 0 0 0,0 0 0 0 0,-1 0 0 0 0,4-4 0 0 0,-4 4-322 0 0,16-19-1100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6.4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70 1472 0 0,'0'0'1216'0'0,"-1"15"-286"0"0,-5 113 6968 0 0,5-122-7324 0 0,2 1 0 0 0,-1 0 1 0 0,1-1-1 0 0,0 1 0 0 0,0-1 1 0 0,1 0-1 0 0,0 1 0 0 0,0-1 1 0 0,0 0-1 0 0,1 0 0 0 0,0 0 1 0 0,6 9-1 0 0,-6-11-657 0 0,0-1 1 0 0,1 1-1 0 0,-1-1 0 0 0,1 0 1 0 0,0 0-1 0 0,-1 0 0 0 0,2 0 1 0 0,-1-1-1 0 0,0 1 0 0 0,0-1 1 0 0,1 0-1 0 0,-1 0 0 0 0,1-1 1 0 0,0 1-1 0 0,-1-1 1 0 0,1 0-1 0 0,9 0 0 0 0,-7-1-381 0 0,0 0 1 0 0,0 0-1 0 0,0-1 0 0 0,0 0 0 0 0,0-1 1 0 0,0 0-1 0 0,0 0 0 0 0,0 0 0 0 0,-1-1 1 0 0,1 0-1 0 0,-1 0 0 0 0,0 0 0 0 0,0-1 1 0 0,0 0-1 0 0,0 0 0 0 0,0-1 0 0 0,-1 1 1 0 0,0-1-1 0 0,0-1 0 0 0,0 1 0 0 0,-1-1 1 0 0,0 1-1 0 0,0-1 0 0 0,4-9 0 0 0,-4 9 218 0 0,-1-1 0 0 0,0 0-1 0 0,-1 0 1 0 0,1 0 0 0 0,-1 0-1 0 0,0 0 1 0 0,-1-1 0 0 0,0 1 0 0 0,0-1-1 0 0,-1-10 1 0 0,0 12 304 0 0,-1 1 0 0 0,0-1 0 0 0,0 0 0 0 0,0 1 0 0 0,-1-1 0 0 0,1 1 0 0 0,-1-1 0 0 0,-1 1 0 0 0,1 0 0 0 0,-1 0 0 0 0,0 0 0 0 0,0 0 0 0 0,0 0 0 0 0,-6-5 0 0 0,0 1-29 0 0,0 0 0 0 0,0 1 0 0 0,0 0 0 0 0,-1 1-1 0 0,0 0 1 0 0,-17-8 0 0 0,21 12-14 0 0,-1 0 0 0 0,0 1 0 0 0,0-1-1 0 0,0 1 1 0 0,0 0 0 0 0,-1 1 0 0 0,1 0 0 0 0,0 0-1 0 0,-1 1 1 0 0,1 0 0 0 0,0 0 0 0 0,-9 1 0 0 0,13 0-21 0 0,0 0 1 0 0,1 0-1 0 0,-1 0 1 0 0,0 0-1 0 0,1 0 0 0 0,0 0 1 0 0,-1 1-1 0 0,1-1 1 0 0,0 1-1 0 0,-1 0 1 0 0,1 0-1 0 0,0 0 1 0 0,0 0-1 0 0,1 0 0 0 0,-1 0 1 0 0,0 0-1 0 0,1 0 1 0 0,-1 1-1 0 0,1-1 1 0 0,0 1-1 0 0,-1-1 1 0 0,1 1-1 0 0,1 0 0 0 0,-1-1 1 0 0,-1 6-1 0 0,1-4-36 0 0,1-1-1 0 0,-1 0 1 0 0,1 1-1 0 0,0-1 1 0 0,0 1-1 0 0,0-1 1 0 0,1 0-1 0 0,-1 1 1 0 0,1-1-1 0 0,-1 0 1 0 0,1 1-1 0 0,0-1 1 0 0,0 0-1 0 0,1 0 1 0 0,-1 0-1 0 0,1 0 1 0 0,0 0-1 0 0,-1 0 1 0 0,1 0-1 0 0,0 0 1 0 0,4 2-1 0 0,37 26-1117 0 0,-23-20 320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6.8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12 130 2208 0 0,'0'0'791'0'0,"-1"16"400"0"0,-2 54 3798 0 0,3-67-4602 0 0,0 1 0 0 0,0-1-1 0 0,1 1 1 0 0,0-1 0 0 0,-1 0 0 0 0,1 1 0 0 0,1-1 0 0 0,-1 0 0 0 0,0 0 0 0 0,1 0 0 0 0,0 0 0 0 0,-1 0 0 0 0,1 0 0 0 0,0 0 0 0 0,1 0 0 0 0,-1-1-1 0 0,5 5 1 0 0,-2-3 182 0 0,1 0-1 0 0,0 0 0 0 0,0-1 0 0 0,0 0 0 0 0,13 5 0 0 0,-12-5-558 0 0,0-1 0 0 0,1 0-1 0 0,0 0 1 0 0,-1-1-1 0 0,1 0 1 0 0,0 0 0 0 0,0 0-1 0 0,-1-1 1 0 0,1-1 0 0 0,0 1-1 0 0,0-1 1 0 0,-1-1 0 0 0,10-2-1 0 0,-13 3-10 0 0,1-1 0 0 0,0 0-1 0 0,-1 0 1 0 0,0 0 0 0 0,1 0 0 0 0,-1-1 0 0 0,0 0-1 0 0,0 1 1 0 0,-1-2 0 0 0,1 1 0 0 0,-1 0-1 0 0,1-1 1 0 0,-1 0 0 0 0,0 1 0 0 0,0-1 0 0 0,-1 0-1 0 0,1-1 1 0 0,-1 1 0 0 0,0 0 0 0 0,0-1-1 0 0,3-9 1 0 0,-4 8-51 0 0,0 0 0 0 0,-1 0 0 0 0,1-1 0 0 0,-1 1 0 0 0,0 0 0 0 0,-1 0 0 0 0,0 0 0 0 0,0-1 0 0 0,0 1 0 0 0,-1 0 0 0 0,1 0 0 0 0,-1 0 0 0 0,-1 0 0 0 0,1 1 0 0 0,-1-1 0 0 0,0 1 0 0 0,-1-1 0 0 0,1 1 0 0 0,-1 0 0 0 0,-6-7 0 0 0,-1 2-176 0 0,1-1 0 0 0,-1 1 0 0 0,-1 0 0 0 0,0 1 0 0 0,0 1-1 0 0,-1 0 1 0 0,-20-10 0 0 0,29 16-368 0 0,-1 0 0 0 0,0 0 0 0 0,0 1 0 0 0,0-1 0 0 0,-1 1 0 0 0,1 0 0 0 0,0 0 0 0 0,0 1 0 0 0,-1 0 0 0 0,1 0 0 0 0,0 0 0 0 0,-1 0-1 0 0,1 1 1 0 0,-6 1 0 0 0,9-1 320 0 0,0 0-1 0 0,-1 0 0 0 0,1 0 0 0 0,0 0 0 0 0,0 0 0 0 0,0 0 0 0 0,0 1 0 0 0,0-1 1 0 0,0 1-1 0 0,0-1 0 0 0,0 1 0 0 0,0 0 0 0 0,1 0 0 0 0,-1 0 0 0 0,1 0 1 0 0,-2 3-1 0 0,1-2 257 0 0,1 0-1 0 0,0 0 1 0 0,0 0 0 0 0,0 1 0 0 0,0-1 0 0 0,1 0 0 0 0,-1 1 0 0 0,1-1 0 0 0,0 4-1 0 0,0 10-1196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7.2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1 129 870 0 0,'2'2'5011'0'0,"1"2"-4008"0"0,0 1 0 0 0,0-1 0 0 0,0 0 1 0 0,-1 1-1 0 0,1 0 0 0 0,-1 0 1 0 0,0-1-1 0 0,-1 1 0 0 0,1 0 1 0 0,0 7-1 0 0,10 24 1740 0 0,-9-30-2743 0 0,1-1 0 0 0,-1 1 0 0 0,1-1 0 0 0,-1 0 0 0 0,1 0 0 0 0,1-1 0 0 0,-1 1 0 0 0,1-1 0 0 0,0 0 0 0 0,0 0 0 0 0,0-1 0 0 0,0 1 0 0 0,1-1 0 0 0,-1 0 0 0 0,1-1 0 0 0,0 1 0 0 0,0-1 0 0 0,0-1 0 0 0,0 1 0 0 0,10 1 0 0 0,-12-2 0 0 0,1-1 0 0 0,0 0 0 0 0,-1 0 0 0 0,1 0 0 0 0,0 0 0 0 0,-1-1 0 0 0,1 1 0 0 0,-1-1 0 0 0,1 0 0 0 0,-1-1 0 0 0,1 1 0 0 0,-1-1 0 0 0,0 0 0 0 0,0 0 0 0 0,0 0 0 0 0,0-1 0 0 0,0 1 0 0 0,0-1 0 0 0,0 0 0 0 0,-1 0 0 0 0,0 0 0 0 0,1-1 0 0 0,-1 1 0 0 0,0-1 0 0 0,-1 0 0 0 0,1 1 0 0 0,-1-1 0 0 0,3-5 0 0 0,-3 4 0 0 0,0-1 0 0 0,0 0 0 0 0,0 0 0 0 0,0 0 0 0 0,-1 0 0 0 0,0 0 0 0 0,0 0 0 0 0,-1 0 0 0 0,0 0 0 0 0,0-1 0 0 0,0 1 0 0 0,-1 0 0 0 0,0 0 0 0 0,0 0 0 0 0,-1 0 0 0 0,1 0 0 0 0,-1 0 0 0 0,0 1 0 0 0,-1-1 0 0 0,1 0 0 0 0,-1 1 0 0 0,-5-7 0 0 0,1 3 0 0 0,1 0 0 0 0,-2 1 0 0 0,1 0 0 0 0,-1 1 0 0 0,0-1 0 0 0,-1 1 0 0 0,0 1 0 0 0,0 0 0 0 0,0 0 0 0 0,-1 0 0 0 0,-19-7 0 0 0,25 12 0 0 0,0-1 0 0 0,0 1 0 0 0,-1 0 0 0 0,1 0 0 0 0,0 1 0 0 0,-1-1 0 0 0,1 1 0 0 0,-7 0 0 0 0,9 0 0 0 0,1 0 0 0 0,0 0 0 0 0,0 1 0 0 0,0-1 0 0 0,0 0 0 0 0,-1 1 0 0 0,1-1 0 0 0,0 0 0 0 0,0 1 0 0 0,0 0 0 0 0,0-1 0 0 0,0 1 0 0 0,0 0 0 0 0,0-1 0 0 0,0 1 0 0 0,1 0 0 0 0,-1 0 0 0 0,0 0 0 0 0,0-1 0 0 0,1 1 0 0 0,-1 0 0 0 0,0 0 0 0 0,1 0 0 0 0,-1 0 0 0 0,1 1 0 0 0,-1-1 0 0 0,1 0 0 0 0,0 0 0 0 0,-1 0 0 0 0,1 0 0 0 0,0 0 0 0 0,0 0 0 0 0,0 1 0 0 0,0-1 0 0 0,0 2 0 0 0,-1-1-145 0 0,1 1 1 0 0,0 0-1 0 0,0 0 0 0 0,0 0 0 0 0,0 0 0 0 0,1 0 0 0 0,-1 0 1 0 0,1-1-1 0 0,-1 1 0 0 0,1 0 0 0 0,0 0 0 0 0,0-1 0 0 0,1 1 1 0 0,-1-1-1 0 0,0 1 0 0 0,1-1 0 0 0,-1 1 0 0 0,1-1 1 0 0,0 0-1 0 0,0 0 0 0 0,0 1 0 0 0,0-1 0 0 0,0-1 0 0 0,1 1 1 0 0,-1 0-1 0 0,0-1 0 0 0,1 1 0 0 0,3 1 0 0 0,15 5-1466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7.6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50 161 1344 0 0,'0'0'2338'0'0,"5"14"393"0"0,17 45 7870 0 0,-19-53-10200 0 0,0-1 1 0 0,0 0-1 0 0,0 0 1 0 0,0 0-1 0 0,1 0 0 0 0,0 0 1 0 0,8 7-1 0 0,-3-5-495 0 0,-1-1 0 0 0,1 0 0 0 0,1 0 0 0 0,-1-1 0 0 0,12 4 0 0 0,-21-8 93 0 0,11 3-486 0 0,-1 1 0 0 0,1-2 1 0 0,-1 1-1 0 0,1-1 0 0 0,0-1 0 0 0,0 0 0 0 0,0-1 0 0 0,0 0 1 0 0,20-1-1 0 0,-26 0 255 0 0,-1-1 1 0 0,1 0-1 0 0,-1 1 1 0 0,0-2 0 0 0,1 1-1 0 0,-1 0 1 0 0,0-1-1 0 0,0 0 1 0 0,0 0 0 0 0,0 0-1 0 0,0-1 1 0 0,0 1-1 0 0,0-1 1 0 0,-1 0-1 0 0,0 0 1 0 0,1 0 0 0 0,-1 0-1 0 0,0-1 1 0 0,0 1-1 0 0,-1-1 1 0 0,1 0 0 0 0,-1 0-1 0 0,0 0 1 0 0,0 0-1 0 0,0 0 1 0 0,1-6-1 0 0,-1 3-155 0 0,0 0-1 0 0,-1 1 1 0 0,0-1-1 0 0,0 0 0 0 0,0 0 1 0 0,-1 0-1 0 0,0 0 1 0 0,0 0-1 0 0,-3-12 0 0 0,1 10 312 0 0,-1 0 0 0 0,0 0-1 0 0,0 0 1 0 0,-1 1-1 0 0,0-1 1 0 0,-1 1-1 0 0,0 0 1 0 0,0 0-1 0 0,-1 1 1 0 0,1-1-1 0 0,-8-6 1 0 0,4 6 122 0 0,1 0 1 0 0,-1 0-1 0 0,-1 1 0 0 0,1 0 0 0 0,-1 1 1 0 0,0 0-1 0 0,-1 0 0 0 0,1 1 1 0 0,-1 1-1 0 0,0 0 0 0 0,0 0 1 0 0,-1 1-1 0 0,1 0 0 0 0,-1 1 1 0 0,-20-1-1 0 0,22 3-237 0 0,-1 1 0 0 0,1 0 0 0 0,-1 1 0 0 0,1 0 0 0 0,0 1 0 0 0,0 0 0 0 0,0 1 0 0 0,0 0-1 0 0,0 0 1 0 0,1 1 0 0 0,0 0 0 0 0,-16 12 0 0 0,10-6-1644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8.7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42 798 0 0,'0'0'3624'0'0,"19"-2"-986"0"0,11-1 1187 0 0,50-5 4145 0 0,-20 0-7193 0 0,-52 6-1197 0 0,103-13-1807 0 0,-73 12-2710 0 0,0 2-5368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8.9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65 1 600 0 0,'0'0'2502'0'0,"-9"0"387"0"0,6 0-2096 0 0,0 0 56 0 0,1-1 0 0 0,-1 1 0 0 0,1 0 0 0 0,-1 1 0 0 0,0-1 0 0 0,1 0 0 0 0,-1 1 0 0 0,1 0 0 0 0,-4 0 0 0 0,5 0-666 0 0,0 0 0 0 0,0 0-1 0 0,0 0 1 0 0,0 0 0 0 0,0 0 0 0 0,0 0-1 0 0,0 0 1 0 0,0 0 0 0 0,0 1 0 0 0,0-1-1 0 0,0 0 1 0 0,1 0 0 0 0,-1 1 0 0 0,1-1-1 0 0,-1 0 1 0 0,1 1 0 0 0,-1-1 0 0 0,1 1-1 0 0,0-1 1 0 0,0 1 0 0 0,-1-1 0 0 0,1 0-1 0 0,1 3 1 0 0,-10 435-7209 0 0,10-408 3762 0 0,4 42 1 0 0,-3-62 2981 0 0,0-1 0 0 0,1 1 0 0 0,0 0 0 0 0,5 11 0 0 0,-8-21 239 0 0,0-1 1 0 0,1 1 0 0 0,-1 0 0 0 0,1 0-1 0 0,-1 0 1 0 0,1 0 0 0 0,-1 0-1 0 0,1-1 1 0 0,0 1 0 0 0,-1 0-1 0 0,1-1 1 0 0,0 1 0 0 0,0 0-1 0 0,-1-1 1 0 0,1 1 0 0 0,0-1-1 0 0,0 1 1 0 0,0-1 0 0 0,0 1-1 0 0,0-1 1 0 0,0 0 0 0 0,0 1-1 0 0,0-1 1 0 0,0 0 0 0 0,0 0-1 0 0,0 0 1 0 0,0 0 0 0 0,0 0-1 0 0,0 0 1 0 0,0 0 0 0 0,0 0-1 0 0,0 0 1 0 0,-1 0 0 0 0,1 0-1 0 0,0-1 1 0 0,1 0 0 0 0,9-7-292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9.3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1 106 1544 0 0,'0'0'1979'0'0,"20"3"800"0"0,65 12 7912 0 0,-69-13-10277 0 0,-1 0 1 0 0,0-1-1 0 0,0-1 1 0 0,0-1-1 0 0,1 0 1 0 0,17-4 0 0 0,-11 0-2038 0 0,-1-1 1 0 0,37-17-1 0 0,-43 14-1442 0 0,-15 9 3169 0 0,1-1 1 0 0,0 1 0 0 0,-1-1-1 0 0,1 1 1 0 0,-1-1-1 0 0,1 0 1 0 0,-1 1 0 0 0,1-1-1 0 0,-1 0 1 0 0,0 1 0 0 0,1-1-1 0 0,-1 0 1 0 0,0 0 0 0 0,0 1-1 0 0,1-1 1 0 0,-1 0 0 0 0,0 0-1 0 0,0 0 1 0 0,0-1-1 0 0,0 1 170 0 0,-1-1-1 0 0,1 0 1 0 0,-1 1-1 0 0,0-1 1 0 0,0 1 0 0 0,0-1-1 0 0,1 1 1 0 0,-1 0-1 0 0,0-1 1 0 0,-1 1-1 0 0,1 0 1 0 0,0 0-1 0 0,0-1 1 0 0,0 1-1 0 0,-1 0 1 0 0,1 0-1 0 0,-1 0 1 0 0,1 1-1 0 0,-3-2 1 0 0,-6-4-292 0 0,0 1 1 0 0,-1 0 0 0 0,0 1 0 0 0,1 0 0 0 0,-2 0 0 0 0,1 1 0 0 0,-21-2 0 0 0,26 4 17 0 0,0 0 1 0 0,-1 1-1 0 0,1 1 1 0 0,0-1 0 0 0,-1 1-1 0 0,1 0 1 0 0,0 0-1 0 0,0 0 1 0 0,0 1 0 0 0,0 0-1 0 0,0 1 1 0 0,0-1-1 0 0,1 1 1 0 0,-1 0 0 0 0,1 0-1 0 0,-6 5 1 0 0,4-3-61 0 0,1 1 1 0 0,0 0 0 0 0,0 1-1 0 0,0-1 1 0 0,1 1-1 0 0,-1 0 1 0 0,2 0 0 0 0,-1 1-1 0 0,-6 15 1 0 0,8-15-417 0 0,1 0-1 0 0,0 0 1 0 0,0 0 0 0 0,0 0-1 0 0,1 0 1 0 0,0 14 0 0 0,1-16-63 0 0,0 1 0 0 0,1-1 1 0 0,-1 0-1 0 0,1 1 1 0 0,0-1-1 0 0,1 0 1 0 0,0 1-1 0 0,0-1 0 0 0,0 0 1 0 0,0-1-1 0 0,1 1 1 0 0,0 0-1 0 0,0-1 1 0 0,1 1-1 0 0,0-1 0 0 0,0 0 1 0 0,0 0-1 0 0,0 0 1 0 0,8 6-1 0 0,2-1 364 0 0,0-1 0 0 0,0 0 0 0 0,1-1 0 0 0,0 0 0 0 0,0-1 0 0 0,1-1 0 0 0,0-1 0 0 0,0 0 0 0 0,0-1 0 0 0,1 0 0 0 0,-1-2 0 0 0,27 2 0 0 0,-18-4-674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9.5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310 1 1230 0 0,'0'0'1881'0'0,"-16"7"54"0"0,-53 27 5831 0 0,33-9-4195 0 0,3 11-3268 0 0,14-15-718 0 0,-3 4-1584 0 0,-27 38 1 0 0,34-41-610 0 0,1 1 1 0 0,-13 30-1 0 0,24-47 2575 0 0,1 1 0 0 0,0-1 0 0 0,0 1-1 0 0,1-1 1 0 0,9 11 4613 0 0,-7-24-2425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9.7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34 606 0 0,'0'0'3019'0'0,"10"-12"1960"0"0,-7 10-3918 0 0,-1-1 1 0 0,0 1 0 0 0,1-1-1 0 0,-1 1 1 0 0,1 0 0 0 0,3-3-1 0 0,-5 5-944 0 0,0 0 0 0 0,0-1 0 0 0,0 1 0 0 0,0-1 0 0 0,0 1 0 0 0,0 0 0 0 0,0 0 0 0 0,0 0 0 0 0,0 0 0 0 0,0-1-1 0 0,0 1 1 0 0,-1 0 0 0 0,1 1 0 0 0,0-1 0 0 0,0 0 0 0 0,0 0 0 0 0,0 0 0 0 0,0 1 0 0 0,0-1 0 0 0,0 0 0 0 0,0 1 0 0 0,0-1 0 0 0,0 0 0 0 0,-1 1 0 0 0,1 0 0 0 0,0-1-1 0 0,0 1 1 0 0,0-1 0 0 0,-1 1 0 0 0,2 1 0 0 0,155 144-146 0 0,-122-115-96 0 0,-4 4-2373 0 0,-17-20 1157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00.0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83 1392 0 0,'0'0'2626'0'0,"16"-1"145"0"0,3 0 782 0 0,32 0 3800 0 0,0 0-5388 0 0,24 2-2188 0 0,-23 1-443 0 0,0-2 0 0 0,1-3 0 0 0,60-11-1 0 0,-112 14 632 0 0,-1 0-1 0 0,1 0 1 0 0,-1 0-1 0 0,1 0 1 0 0,-1 0-1 0 0,1 0 1 0 0,-1 0-1 0 0,1 0 1 0 0,0 0-1 0 0,-1 0 1 0 0,1 0-1 0 0,-1-1 1 0 0,1 1-1 0 0,-1 0 1 0 0,1 0-1 0 0,-1-1 1 0 0,1 1-1 0 0,-1 0 0 0 0,0-1 1 0 0,1 1-1 0 0,-1 0 1 0 0,1-1-1 0 0,-1 1 1 0 0,0-1-1 0 0,1 1 1 0 0,-1-1-1 0 0,0 1 1 0 0,0-1-1 0 0,1 1 1 0 0,-1-1-1 0 0,0 1 1 0 0,0-1-1 0 0,0 1 1 0 0,1-1-1 0 0,-1 1 1 0 0,0-1-1 0 0,0 1 1 0 0,0-1-1 0 0,0 1 1 0 0,0-1-1 0 0,0 0 1 0 0,0 1-1 0 0,0-1 1 0 0,-1 1-1 0 0,1-1 0 0 0,-17-23 3431 0 0,9 15-2563 0 0,-4-6-537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00.2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90 7 444 0 0,'0'0'3214'0'0,"-13"-2"-418"0"0,3 0-153 0 0,1 1 0 0 0,-1 0-1 0 0,-17 0 1 0 0,26 1-2528 0 0,0 0-1 0 0,0 1 1 0 0,0-1-1 0 0,0 0 1 0 0,1 1-1 0 0,-1-1 1 0 0,0 1-1 0 0,0-1 1 0 0,0 1 0 0 0,1-1-1 0 0,-1 1 1 0 0,0-1-1 0 0,1 1 1 0 0,-1 0-1 0 0,1-1 1 0 0,-1 1-1 0 0,1 0 1 0 0,-1-1-1 0 0,1 1 1 0 0,-1 0-1 0 0,1 0 1 0 0,-1 0-1 0 0,1 0 1 0 0,0-1 0 0 0,0 1-1 0 0,-1 0 1 0 0,1 1-1 0 0,-1 28-460 0 0,1-19 120 0 0,0-6 222 0 0,-3 164-3352 0 0,5-145 2526 0 0,0 1 0 0 0,1-1-1 0 0,2 0 1 0 0,14 45 0 0 0,-5-26-2487 0 0,-6-18 1330 0 0,13 30 0 0 0,-18-48 2044 0 0,1 0 0 0 0,0 0 0 0 0,0-1-1 0 0,9 12 1 0 0,-11-17 80 0 0,0 1 0 0 0,-1-1-1 0 0,1 0 1 0 0,0 1 0 0 0,0-1-1 0 0,0 0 1 0 0,0 0 0 0 0,0 0-1 0 0,0 0 1 0 0,0-1 0 0 0,0 1-1 0 0,0 0 1 0 0,0-1 0 0 0,0 0-1 0 0,0 1 1 0 0,1-1-1 0 0,-1 0 1 0 0,0 0 0 0 0,0 0-1 0 0,0 0 1 0 0,1-1 0 0 0,2 0-1 0 0,0 0 341 0 0,0 0 0 0 0,0-1 0 0 0,0 0 0 0 0,-1 0 0 0 0,1 0 0 0 0,0-1 0 0 0,-1 1 0 0 0,6-6 0 0 0,5-3-1300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00.8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16 906 0 0,'0'0'2184'0'0,"2"15"742"0"0,-2-15-2896 0 0,12 62 10383 0 0,-9-51-9346 0 0,1 0 0 0 0,9 20 0 0 0,0-8-1067 0 0,26 36 0 0 0,-32-49 0 0 0,0-1 0 0 0,1 0 0 0 0,0-1 0 0 0,1 0 0 0 0,0 0 0 0 0,11 7 0 0 0,-18-14-51 0 0,-1 0 0 0 0,1 1-1 0 0,0-1 1 0 0,-1 0 0 0 0,1-1-1 0 0,0 1 1 0 0,0 0 0 0 0,0-1-1 0 0,-1 1 1 0 0,1 0 0 0 0,0-1-1 0 0,0 0 1 0 0,0 0 0 0 0,0 1 0 0 0,0-1-1 0 0,0 0 1 0 0,0-1 0 0 0,0 1-1 0 0,0 0 1 0 0,0-1 0 0 0,0 1-1 0 0,0-1 1 0 0,-1 1 0 0 0,1-1-1 0 0,0 0 1 0 0,0 0 0 0 0,0 0-1 0 0,-1 0 1 0 0,1 0 0 0 0,-1 0 0 0 0,1 0-1 0 0,0 0 1 0 0,-1-1 0 0 0,0 1-1 0 0,1-1 1 0 0,-1 1 0 0 0,0-1-1 0 0,0 1 1 0 0,0-1 0 0 0,0 0-1 0 0,1-3 1 0 0,4-8-618 0 0,-1-1-1 0 0,0 0 0 0 0,-1 1 1 0 0,3-26-1 0 0,-3 21 208 0 0,7-42-4097 0 0,0 1-395 0 0,-2 20 4582 0 0,-9 39 375 0 0,0 0 1 0 0,0-1 0 0 0,0 1 0 0 0,0 0 0 0 0,1-1 0 0 0,-1 1 0 0 0,0 0 0 0 0,0 0 0 0 0,0-1 0 0 0,0 1-1 0 0,0 0 1 0 0,0-1 0 0 0,1 1 0 0 0,-1 0 0 0 0,0 0 0 0 0,0-1 0 0 0,0 1 0 0 0,1 0 0 0 0,-1 0 0 0 0,0 0-1 0 0,0-1 1 0 0,1 1 0 0 0,-1 0 0 0 0,0 0 0 0 0,0 0 0 0 0,1 0 0 0 0,-1 0 0 0 0,0-1 0 0 0,1 1 0 0 0,-1 0 0 0 0,0 0-1 0 0,1 0 1 0 0,-1 0 0 0 0,0 0 0 0 0,1 0 0 0 0,-1 0 0 0 0,1 0 0 0 0,10 9 142 0 0,6 15 268 0 0,-5-1 702 0 0,1 0-1 0 0,1 0 1 0 0,2-1 0 0 0,17 19-1 0 0,-22-29-1278 0 0,1-1-1 0 0,17 13 1 0 0,-21-18-184 0 0,22 15-148 0 0,-28-20 838 0 0,0 0 0 0 0,0 0 0 0 0,0 0 0 0 0,0-1 0 0 0,0 1 0 0 0,0 0 0 0 0,0-1 0 0 0,0 0 1 0 0,0 1-1 0 0,0-1 0 0 0,0 0 0 0 0,0 0 0 0 0,4 0 0 0 0,3-26 5750 0 0,-2-3-6093 0 0,-6 15 0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01.6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19 232 0 0,'0'0'1917'0'0,"8"-4"1138"0"0,23-8 8516 0 0,-17 10-8282 0 0,-14 2-3297 0 0,1 0-1 0 0,-1 0 1 0 0,0 1-1 0 0,1-1 0 0 0,-1 0 1 0 0,1 0-1 0 0,-1 1 1 0 0,0-1-1 0 0,1 0 1 0 0,-1 1-1 0 0,0-1 1 0 0,1 0-1 0 0,-1 1 1 0 0,0-1-1 0 0,0 1 1 0 0,1-1-1 0 0,-1 1 1 0 0,0-1-1 0 0,0 0 1 0 0,0 1-1 0 0,1 0 1 0 0,0 2-209 0 0,14 23 217 0 0,-1 1 0 0 0,18 48 0 0 0,-7-17 0 0 0,-22-49-2 0 0,0 0 0 0 0,-1 0 0 0 0,1 0 0 0 0,-2 0 0 0 0,1 0 0 0 0,-1 0 0 0 0,-1 18 0 0 0,0-21 5 0 0,-2-9 2 0 0,1-13 3 0 0,1 10-9 0 0,-1-6-55 0 0,2 0-1 0 0,-1 0 1 0 0,5-18-1 0 0,-4 26 16 0 0,0 0 0 0 0,0 0 0 0 0,1 0 0 0 0,-1 1 0 0 0,1-1 0 0 0,0 0 0 0 0,0 1 0 0 0,1 0 0 0 0,-1-1 0 0 0,1 1 0 0 0,0 0 0 0 0,-1 0 0 0 0,1 1 0 0 0,5-5 0 0 0,-3 4-142 0 0,1 0-1 0 0,-1 0 0 0 0,1 0 0 0 0,0 1 0 0 0,-1 0 0 0 0,1 0 1 0 0,0 1-1 0 0,0-1 0 0 0,0 1 0 0 0,9 0 0 0 0,11-1-3868 0 0,31 4 0 0 0,-17-1-1317 0 0,-12-2 4569 0 0,6 0 650 0 0,-12 3 6325 0 0,12 16 4937 0 0,-28-16-11141 0 0,1-1 0 0 0,-1 0 0 0 0,1 0 0 0 0,0-1 0 0 0,-1 1 0 0 0,1-1 0 0 0,-1-1 0 0 0,1 1 0 0 0,0-1 0 0 0,9-3 0 0 0,-13 4 23 0 0,-1-1 0 0 0,0 0-1 0 0,1 0 1 0 0,-1 0 0 0 0,1 0-1 0 0,-1-1 1 0 0,0 1-1 0 0,0 0 1 0 0,0-1 0 0 0,0 0-1 0 0,0 1 1 0 0,0-1 0 0 0,0 0-1 0 0,0 0 1 0 0,-1 0 0 0 0,1 0-1 0 0,-1 0 1 0 0,0 0 0 0 0,1-1-1 0 0,-1 1 1 0 0,0 0 0 0 0,0-1-1 0 0,0 1 1 0 0,-1-1 0 0 0,1 1-1 0 0,-1-1 1 0 0,1 1-1 0 0,-1-1 1 0 0,0-3 0 0 0,0 3-210 0 0,0 1 0 0 0,-1-1 0 0 0,1 0 0 0 0,0 1 1 0 0,-1-1-1 0 0,0 1 0 0 0,0-1 0 0 0,0 1 0 0 0,0 0 0 0 0,0-1 0 0 0,0 1 1 0 0,-1 0-1 0 0,1 0 0 0 0,-1 0 0 0 0,1 0 0 0 0,-1 0 0 0 0,0 0 0 0 0,0 0 1 0 0,0 1-1 0 0,0-1 0 0 0,0 0 0 0 0,0 1 0 0 0,0 0 0 0 0,-1-1 0 0 0,1 1 1 0 0,0 0-1 0 0,-1 0 0 0 0,1 1 0 0 0,-1-1 0 0 0,1 0 0 0 0,-1 1 1 0 0,-4-1-1 0 0,1 0-306 0 0,1 1 1 0 0,-1 0 0 0 0,0 0-1 0 0,1 0 1 0 0,-1 0 0 0 0,1 1-1 0 0,-1 0 1 0 0,1 0-1 0 0,-1 0 1 0 0,1 1 0 0 0,0 0-1 0 0,-1 0 1 0 0,1 0 0 0 0,-9 6-1 0 0,9-3 556 0 0,-1-1-1 0 0,0 1 0 0 0,1 1 0 0 0,0-1 0 0 0,0 1 1 0 0,1 0-1 0 0,-1 0 0 0 0,1 0 0 0 0,1 0 1 0 0,-1 1-1 0 0,1 0 0 0 0,0-1 0 0 0,1 1 0 0 0,-3 11 1 0 0,4-13-26 0 0,0-1 0 0 0,0 1 0 0 0,1 0-1 0 0,0-1 1 0 0,0 1 0 0 0,0 0 0 0 0,1-1 0 0 0,0 1 0 0 0,-1 0 0 0 0,2-1 0 0 0,-1 1 0 0 0,0-1 0 0 0,1 0 0 0 0,0 1 0 0 0,0-1 0 0 0,0 0 0 0 0,1 0 0 0 0,-1 0 0 0 0,1 0 0 0 0,0-1 0 0 0,0 1 0 0 0,0-1 0 0 0,0 0 0 0 0,6 4 0 0 0,-1 0-165 0 0,0-1 0 0 0,1 0 1 0 0,0-1-1 0 0,0 0 0 0 0,0-1 1 0 0,1 1-1 0 0,0-2 0 0 0,-1 1 1 0 0,1-2-1 0 0,1 1 0 0 0,-1-1 0 0 0,0-1 1 0 0,18 1-1 0 0,-24-2 923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02.1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208 1 122 0 0,'0'0'3422'0'0,"-17"0"-531"0"0,-54 1 7700 0 0,66-1-10151 0 0,0 1 0 0 0,1 0 0 0 0,0 0 1 0 0,-1 0-1 0 0,1 1 0 0 0,-6 2 1 0 0,6-2-491 0 0,0 1 0 0 0,0-1 1 0 0,0 1-1 0 0,1 0 1 0 0,-1 1-1 0 0,-4 5 0 0 0,1-3-50 0 0,-2 3 98 0 0,6-7 0 0 0,0 1 0 0 0,0-1 0 0 0,0 1 0 0 0,1 0 0 0 0,-1 0 1 0 0,1 0-1 0 0,-1 0 0 0 0,1 0 0 0 0,0 0 0 0 0,0 1 0 0 0,1-1 1 0 0,-1 1-1 0 0,1-1 0 0 0,-1 1 0 0 0,0 5 0 0 0,2-8 3 0 0,1 0-1 0 0,-1 0 0 0 0,1 0 1 0 0,-1 0-1 0 0,0 0 0 0 0,1 0 1 0 0,0 0-1 0 0,-1 0 0 0 0,1-1 1 0 0,-1 1-1 0 0,1 0 0 0 0,0 0 1 0 0,0-1-1 0 0,-1 1 0 0 0,1 0 1 0 0,0-1-1 0 0,0 1 0 0 0,0-1 1 0 0,0 1-1 0 0,0-1 0 0 0,0 1 0 0 0,0-1 1 0 0,2 1-1 0 0,25 7-255 0 0,-26-8 202 0 0,44 8-1768 0 0,-20-3-414 0 0,37 10 1 0 0,-55-12 1457 0 0,-1-1 0 0 0,0 1 0 0 0,0 1 0 0 0,0-1 0 0 0,0 1 0 0 0,-1 1 0 0 0,1-1 0 0 0,-1 1 0 0 0,8 8 0 0 0,-12-11 664 0 0,0 0-1 0 0,0 0 1 0 0,-1 0 0 0 0,1 0 0 0 0,-1 1-1 0 0,0-1 1 0 0,0 1 0 0 0,0-1 0 0 0,0 0-1 0 0,0 1 1 0 0,0 0 0 0 0,0-1 0 0 0,-1 1 0 0 0,0 0-1 0 0,1-1 1 0 0,-1 6 0 0 0,-1-3 97 0 0,1 0 0 0 0,-1 0 0 0 0,-1 0 0 0 0,1-1 1 0 0,0 1-1 0 0,-1 0 0 0 0,0-1 0 0 0,-4 8 0 0 0,-3 2 135 0 0,-1-1 1 0 0,0 0-1 0 0,-1-1 0 0 0,-20 19 0 0 0,17-17-62 0 0,-1-1 0 0 0,0-1 0 0 0,-1 0 0 0 0,0-1 0 0 0,-1-1 0 0 0,0 0 0 0 0,-27 9 0 0 0,43-18-70 0 0,0-1 1 0 0,0 1-1 0 0,0-1 1 0 0,-1 1-1 0 0,1-1 0 0 0,0 0 1 0 0,0 0-1 0 0,-1 0 1 0 0,1 0-1 0 0,0 0 0 0 0,0 0 1 0 0,-1 0-1 0 0,1 0 0 0 0,0 0 1 0 0,-3-1-1 0 0,4 0 1 0 0,0 1 1 0 0,-1 0-1 0 0,1-1 0 0 0,0 1 0 0 0,0 0 0 0 0,0-1 0 0 0,-1 1 1 0 0,1 0-1 0 0,0-1 0 0 0,0 1 0 0 0,0-1 0 0 0,0 1 0 0 0,0 0 1 0 0,-1-1-1 0 0,1 1 0 0 0,0-1 0 0 0,0 1 0 0 0,0 0 0 0 0,0-1 1 0 0,0 1-1 0 0,1-1 0 0 0,-1 1 0 0 0,0 0 0 0 0,0-1 1 0 0,0 1-1 0 0,0-1 0 0 0,0 1 0 0 0,0 0 0 0 0,1-1 0 0 0,1-4 76 0 0,0 1-1 0 0,1 1 1 0 0,-1-1-1 0 0,1 0 0 0 0,0 0 1 0 0,0 1-1 0 0,4-4 0 0 0,36-28 921 0 0,-23 20-77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03.1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67 504 0 0,'0'0'3283'0'0,"-1"16"-544"0"0,-4 49 7773 0 0,5-61-10386 0 0,0 0 0 0 0,0-1 0 0 0,0 1 0 0 0,0 0 0 0 0,1 0 0 0 0,0-1 0 0 0,0 1 0 0 0,0 0 0 0 0,0-1 0 0 0,0 1 1 0 0,1-1-1 0 0,-1 1 0 0 0,1-1 0 0 0,0 0 0 0 0,0 0 0 0 0,0 0 0 0 0,0 0 0 0 0,1 0 0 0 0,-1 0 0 0 0,1-1 0 0 0,0 1 0 0 0,0-1 1 0 0,0 0-1 0 0,0 1 0 0 0,6 2 0 0 0,-2-2-192 0 0,1 1 1 0 0,0-1-1 0 0,0-1 1 0 0,0 1-1 0 0,1-1 0 0 0,-1-1 1 0 0,0 1-1 0 0,1-1 1 0 0,8-1-1 0 0,-13 0-51 0 0,-1-1-1 0 0,1 1 0 0 0,-1-1 1 0 0,0 0-1 0 0,1 0 1 0 0,-1 0-1 0 0,0 0 0 0 0,0-1 1 0 0,0 1-1 0 0,0-1 1 0 0,0 0-1 0 0,0 0 0 0 0,0 0 1 0 0,-1 0-1 0 0,1 0 1 0 0,-1-1-1 0 0,0 1 0 0 0,1-1 1 0 0,-1 0-1 0 0,0 1 1 0 0,0-1-1 0 0,-1 0 0 0 0,1 0 1 0 0,-1 0-1 0 0,1-1 1 0 0,-1 1-1 0 0,1-6 0 0 0,1 2-128 0 0,-1 0 1 0 0,-1-1-1 0 0,1 1 0 0 0,-1-1 0 0 0,-1 1 0 0 0,1-1 0 0 0,-1 1 0 0 0,-1-1 0 0 0,1 1 0 0 0,-1-1 0 0 0,-5-11 3292 0 0,12 34-94 0 0,-3-9-3201 0 0,1 0 0 0 0,0-1 0 0 0,0 1 0 0 0,1-1-1 0 0,0 1 1 0 0,0-1 0 0 0,0-1 0 0 0,0 1 0 0 0,1-1 0 0 0,0 0-1 0 0,0 0 1 0 0,8 4 0 0 0,-8-5-746 0 0,1 0-1 0 0,0 0 1 0 0,0-1 0 0 0,0 0 0 0 0,1 0-1 0 0,-1-1 1 0 0,0 0 0 0 0,0 0 0 0 0,9-1-1 0 0,-12 0 589 0 0,-1 0-1 0 0,1-1 1 0 0,0 0-1 0 0,-1 0 1 0 0,1 0-1 0 0,-1 0 1 0 0,1 0-1 0 0,4-3 0 0 0,-5 2 437 0 0,0 0 0 0 0,0 0 0 0 0,0 0 0 0 0,0-1 0 0 0,-1 1 0 0 0,1-1 0 0 0,-1 1 0 0 0,0-1-1 0 0,0 0 1 0 0,2-3 0 0 0,10-27 56 0 0,-12 27-2 0 0,-1 1 0 0 0,1 0 1 0 0,0 0-1 0 0,1 0 0 0 0,-1 1 1 0 0,1-1-1 0 0,0 0 0 0 0,0 1 1 0 0,4-5-1 0 0,-6 10 17 0 0,0 0 1 0 0,-1-1-1 0 0,1 1 1 0 0,-1 0-1 0 0,1-1 1 0 0,-1 1-1 0 0,0 0 0 0 0,1-1 1 0 0,-1 1-1 0 0,0 0 1 0 0,1 0-1 0 0,-1-1 1 0 0,0 1-1 0 0,0 0 1 0 0,1 0-1 0 0,-1 0 0 0 0,0 0 1 0 0,0-1-1 0 0,0 3 1 0 0,3 21 501 0 0,1-2-1645 0 0,7 31 0 0 0,-11-53 1029 0 0,1 1 1 0 0,-1-1-1 0 0,0 1 1 0 0,0-1 0 0 0,0 0-1 0 0,0 1 1 0 0,0-1-1 0 0,0 1 1 0 0,1-1-1 0 0,-1 1 1 0 0,0-1-1 0 0,0 0 1 0 0,1 1-1 0 0,-1-1 1 0 0,0 0-1 0 0,0 1 1 0 0,1-1-1 0 0,-1 0 1 0 0,1 1-1 0 0,-1-1 1 0 0,0 0 0 0 0,1 0-1 0 0,-1 1 1 0 0,0-1-1 0 0,1 0 1 0 0,-1 0-1 0 0,1 0 1 0 0,-1 1-1 0 0,1-1 1 0 0,13-7-212 0 0,39-48 15953 0 0,-50 66-16711 0 0,0 0-1 0 0,1 0 1 0 0,0 0 0 0 0,1 0-1 0 0,10 15 1 0 0,-3-4-312 0 0,1 5-4986 0 0,1 1 4236 0 0,19 63 17472 0 0,-29-118-15333 0 0,-1 3-1545 0 0,0-42 0 0 0,-3 42-1178 0 0,6-45 0 0 0,-6 66 2377 0 0,21-90-6558 0 0,-18 83 6559 0 0,0 0-1 0 0,2 0 1 0 0,9-17 0 0 0,-14 26 262 0 0,1 0 0 0 0,-1 0 1 0 0,1 0-1 0 0,-1 0 0 0 0,1 0 1 0 0,0 0-1 0 0,0 0 1 0 0,-1 0-1 0 0,1 0 0 0 0,0 0 1 0 0,0 1-1 0 0,0-1 0 0 0,0 0 1 0 0,0 1-1 0 0,0-1 0 0 0,0 1 1 0 0,0-1-1 0 0,0 1 0 0 0,0-1 1 0 0,3 0-1 0 0,-3 2 52 0 0,0-1 0 0 0,0 0-1 0 0,-1 0 1 0 0,1 1 0 0 0,0-1 0 0 0,0 0 0 0 0,0 1-1 0 0,0-1 1 0 0,-1 1 0 0 0,1-1 0 0 0,0 1-1 0 0,0 0 1 0 0,-1-1 0 0 0,1 1 0 0 0,0 0 0 0 0,-1-1-1 0 0,1 1 1 0 0,-1 0 0 0 0,1 0 0 0 0,0 0-1 0 0,3 7 175 0 0,0 1 1 0 0,-1-1-1 0 0,0 0 0 0 0,3 11 0 0 0,-5-13-662 0 0,2 3 371 0 0,-2 1 0 0 0,1 0 0 0 0,-1 0-1 0 0,-1 0 1 0 0,0 0 0 0 0,0 1 0 0 0,-1-1-1 0 0,0 0 1 0 0,-1-1 0 0 0,0 1 0 0 0,-1 0-1 0 0,0 0 1 0 0,0-1 0 0 0,-1 0 0 0 0,0 1 0 0 0,-1-2-1 0 0,0 1 1 0 0,0 0 0 0 0,-1-1 0 0 0,0 0-1 0 0,-1 0 1 0 0,1-1 0 0 0,-1 0 0 0 0,-1 0-1 0 0,0 0 1 0 0,1-1 0 0 0,-10 5 0 0 0,17-11 119 0 0,-1 0 0 0 0,1 0 0 0 0,0 1 0 0 0,0-1 0 0 0,-1 0 0 0 0,1 0 0 0 0,0 0 0 0 0,0 0 0 0 0,-1 0 0 0 0,1 0 1 0 0,0 0-1 0 0,0 0 0 0 0,-1 0 0 0 0,1 0 0 0 0,0 0 0 0 0,-1 0 0 0 0,1 0 0 0 0,0 0 0 0 0,0 0 0 0 0,-1 0 0 0 0,1 0 0 0 0,0 0 0 0 0,0 0 1 0 0,-1-1-1 0 0,1 1 0 0 0,0 0 0 0 0,0 0 0 0 0,0 0 0 0 0,-1 0 0 0 0,1-1 0 0 0,0 1 0 0 0,0 0 0 0 0,0 0 0 0 0,-1 0 0 0 0,1-1 0 0 0,0 1 0 0 0,0 0 1 0 0,0 0-1 0 0,0 0 0 0 0,0-1 0 0 0,0 1 0 0 0,0 0 0 0 0,-1-1 0 0 0,-2-18 1846 0 0,4-21-431 0 0,3 23-2757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03.4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0 984 0 0,'0'0'2721'0'0,"1"16"47"0"0,4 61 8342 0 0,-3-29-9039 0 0,12 102-3552 0 0,-2-34-1307 0 0,10 43-3700 0 0,-11-92 2498 0 0,-8-47 3445 0 0,1 7 305 0 0,1-1 0 0 0,10 33-1 0 0,-13-48 54 0 0,-2-10 205 0 0,0 0 0 0 0,0 0 0 0 0,1 0 0 0 0,-1 0 0 0 0,0 0 0 0 0,0 0 0 0 0,0 0 0 0 0,1-1 0 0 0,-1 1 0 0 0,0 0 0 0 0,1 0-1 0 0,-1 0 1 0 0,1 0 0 0 0,-1-1 0 0 0,1 1 0 0 0,-1 0 0 0 0,1 0 0 0 0,0-1 0 0 0,-1 1 0 0 0,2 0 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03.6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1 820 0 0,'0'0'2166'0'0,"101"80"14508"0"0,-89-73-16674 0 0,-1-1 0 0 0,-3-1 0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04.1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64 0 0,'0'0'1589'0'0,"2"16"612"0"0,6 50 5363 0 0,-8-62-7079 0 0,0-1 0 0 0,0 1-1 0 0,1-1 1 0 0,-1 0 0 0 0,1 1 0 0 0,0-1-1 0 0,0 0 1 0 0,0 0 0 0 0,0 1-1 0 0,1-1 1 0 0,-1 0 0 0 0,1 0 0 0 0,0 0-1 0 0,-1-1 1 0 0,1 1 0 0 0,5 5 0 0 0,-6-8-484 0 0,0 1-1 0 0,0 0 0 0 0,0-1 0 0 0,1 1 0 0 0,-1 0 0 0 0,0-1 0 0 0,0 1 0 0 0,1-1 0 0 0,-1 1 0 0 0,1-1 0 0 0,-1 0 0 0 0,0 0 0 0 0,1 1 0 0 0,-1-1 0 0 0,1 0 0 0 0,-1 0 0 0 0,0 0 0 0 0,1-1 0 0 0,-1 1 0 0 0,1 0 0 0 0,-1 0 0 0 0,0-1 0 0 0,1 1 0 0 0,-1-1 0 0 0,0 1 0 0 0,1-1 0 0 0,-1 0 0 0 0,0 1 0 0 0,0-1 0 0 0,0 0 0 0 0,1 0 0 0 0,0-1 0 0 0,3-2 0 0 0,-1 1 0 0 0,1-1 0 0 0,-1 0 0 0 0,0 0 0 0 0,-1 0 0 0 0,7-9 0 0 0,3-14-619 0 0,-10 21 309 0 0,0 0 0 0 0,0-1 0 0 0,0 1 0 0 0,1 0 0 0 0,0 1 0 0 0,9-11 0 0 0,-13 16 314 0 0,0-1 0 0 0,0 1 0 0 0,1 0 1 0 0,-1 0-1 0 0,0 0 0 0 0,0 0 0 0 0,0 0 1 0 0,0 0-1 0 0,0 0 0 0 0,1 0 0 0 0,-1 0 1 0 0,0 0-1 0 0,0 0 0 0 0,0 0 0 0 0,0 0 1 0 0,0 0-1 0 0,1 0 0 0 0,-1 0 0 0 0,0 0 0 0 0,0 0 1 0 0,0 0-1 0 0,0 0 0 0 0,0 0 0 0 0,0 0 1 0 0,1 0-1 0 0,-1 0 0 0 0,0 0 0 0 0,0 1 1 0 0,0-1-1 0 0,0 0 0 0 0,0 0 0 0 0,0 0 1 0 0,0 0-1 0 0,1 0 0 0 0,-1 0 0 0 0,0 0 1 0 0,0 0-1 0 0,0 1 0 0 0,0-1 0 0 0,0 0 0 0 0,0 0 1 0 0,0 0-1 0 0,0 0 0 0 0,0 1 0 0 0,4 11 766 0 0,2 18 900 0 0,-5-24-1511 0 0,-1-2-161 0 0,1-1 0 0 0,0 0 0 0 0,0 1 0 0 0,0-1 0 0 0,1 0 0 0 0,-1 0 0 0 0,1 0 0 0 0,-1 0 1 0 0,1 0-1 0 0,0 0 0 0 0,0 0 0 0 0,1-1 0 0 0,-1 1 0 0 0,0-1 0 0 0,5 4 0 0 0,-6-5-7 0 0,1 0 1 0 0,0 0 0 0 0,0 0-1 0 0,0 0 1 0 0,0 0-1 0 0,0 0 1 0 0,0-1 0 0 0,1 1-1 0 0,-1 0 1 0 0,0-1-1 0 0,0 0 1 0 0,0 0 0 0 0,1 1-1 0 0,-1-1 1 0 0,0-1-1 0 0,0 1 1 0 0,0 0 0 0 0,1 0-1 0 0,-1-1 1 0 0,0 1-1 0 0,0-1 1 0 0,0 0 0 0 0,0 0-1 0 0,0 0 1 0 0,3-1-1 0 0,0-1-727 0 0,1-1 0 0 0,0 1 0 0 0,-1-1-1 0 0,0 0 1 0 0,0-1 0 0 0,0 1-1 0 0,0-1 1 0 0,-1 0 0 0 0,0 0-1 0 0,5-8 1 0 0,-9 12 610 0 0,0 1 0 0 0,1-1 0 0 0,-1 0 0 0 0,0 1 0 0 0,0-1 0 0 0,1 1 0 0 0,-1-1 0 0 0,0 1 0 0 0,1-1 0 0 0,-1 1 0 0 0,0-1 0 0 0,1 1 0 0 0,-1 0 0 0 0,0-1 0 0 0,1 1 0 0 0,-1-1 0 0 0,1 1 0 0 0,-1 0 0 0 0,1-1 0 0 0,-1 1 0 0 0,1 0 0 0 0,-1 0 0 0 0,1-1 0 0 0,0 1 0 0 0,-1 0 0 0 0,1 0 0 0 0,-1 0 0 0 0,1 0 0 0 0,-1 0 0 0 0,2 0 0 0 0,-1 0 203 0 0,0 1 1 0 0,0-1-1 0 0,0 1 0 0 0,0-1 1 0 0,0 1-1 0 0,0 0 0 0 0,-1-1 1 0 0,1 1-1 0 0,0 0 0 0 0,0 0 1 0 0,0 0-1 0 0,-1 0 0 0 0,1 0 1 0 0,0 1-1 0 0,17 37 1592 0 0,-3 10-3701 0 0,10 59-1 0 0,-21-83 1636 0 0,0 0-1 0 0,-2 0 0 0 0,-1 0 1 0 0,-4 36-1 0 0,2-52 386 0 0,-2 0-1 0 0,1-1 1 0 0,-1 1-1 0 0,0-1 0 0 0,-1 1 1 0 0,0-1-1 0 0,0 0 1 0 0,0-1-1 0 0,-1 1 0 0 0,-12 13 1 0 0,-2 0 170 0 0,-1 0 0 0 0,-25 19 0 0 0,42-37-116 0 0,0 0 0 0 0,-1 0 0 0 0,1 0 0 0 0,-1-1 0 0 0,0 0 0 0 0,0 0 0 0 0,0 0 0 0 0,0 0 0 0 0,0 0 0 0 0,0-1 0 0 0,-1 0 0 0 0,1 0 0 0 0,0 0 0 0 0,-9 1 0 0 0,11-2-28 0 0,1-1 0 0 0,0 1 1 0 0,0 0-1 0 0,0-1 0 0 0,-1 1 0 0 0,1-1 0 0 0,0 1 0 0 0,0-1 1 0 0,0 1-1 0 0,0-1 0 0 0,0 0 0 0 0,0 1 0 0 0,0-1 0 0 0,0 0 1 0 0,0 0-1 0 0,0 0 0 0 0,1 0 0 0 0,-1 0 0 0 0,0 0 1 0 0,1 0-1 0 0,-1 0 0 0 0,0 0 0 0 0,1 0 0 0 0,-1 0 0 0 0,1 0 1 0 0,0-1-1 0 0,-1 1 0 0 0,1 0 0 0 0,0 0 0 0 0,0 0 0 0 0,-1-2 1 0 0,0-4 28 0 0,1 0 1 0 0,-1 0 0 0 0,1 0 0 0 0,1-8 0 0 0,0 11-136 0 0,0-1 0 0 0,1 1 0 0 0,-1 0 0 0 0,1 0 0 0 0,0 0 0 0 0,0 1 0 0 0,0-1 0 0 0,0 0 0 0 0,1 1 0 0 0,0-1 0 0 0,-1 1 0 0 0,1 0 0 0 0,1 0 0 0 0,5-5 0 0 0,3-1 59 0 0,0 0-1 0 0,1 0 1 0 0,13-6 0 0 0,-4 5 20 0 0,1 0-1 0 0,1 1 0 0 0,36-8 0 0 0,79-10-437 0 0,-95 20 108 0 0,42-5-726 0 0,-47 9-44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26.3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162 305 112 0 0,'0'0'474'0'0,"0"-14"2354"0"0,-3-63 10978 0 0,3 34-11366 0 0,0 15-2440 0 0,0 3 0 0 0,0 1 0 0 0,-7-49 0 0 0,7 72 0 0 0,-2-11 0 0 0,2 11 0 0 0,0 1 0 0 0,0 0 0 0 0,0-1 0 0 0,0 1 0 0 0,0 0 0 0 0,0 0 0 0 0,0-1 0 0 0,0 1 0 0 0,0 0 0 0 0,0 0 0 0 0,0-1 0 0 0,0 1 0 0 0,0 0 0 0 0,0 0 0 0 0,-1-1 0 0 0,1 1 0 0 0,0 0 0 0 0,0 0 0 0 0,0 0 0 0 0,0-1 0 0 0,-1 1 0 0 0,1 0 0 0 0,0 0 0 0 0,0 0 0 0 0,0-1 0 0 0,-1 1 0 0 0,1 0 0 0 0,0 0 0 0 0,0 0 0 0 0,-1 0 0 0 0,1 0 0 0 0,0 0 0 0 0,0 0 0 0 0,-1 0 0 0 0,1-1 0 0 0,0 1 0 0 0,-1 0 0 0 0,1 31 0 0 0,0-31 0 0 0,11 449-5216 0 0,10-78-2064 0 0,-10 2 4225 0 0,-5 374 2817 0 0,-32 140 277 0 0,13-584-5 0 0,-17 251 19 0 0,-7 340 81 0 0,37-813-118 0 0,16 995-15 0 0,-4-853-6 0 0,5 204-82 0 0,-18-331 74 0 0,-16 120-1 0 0,10-169 16 0 0,-21 79-1 0 0,16-80-6 0 0,8-28-15 0 0,-1-1 1 0 0,0 1-1 0 0,-2-1 0 0 0,0 0 0 0 0,-16 28 0 0 0,23-45 27 0 0,0-1-1 0 0,0 1 1 0 0,0 0-1 0 0,0 0 1 0 0,0-1-1 0 0,0 1 1 0 0,0 0-1 0 0,0 0 1 0 0,0 0-1 0 0,0-1 1 0 0,0 1-1 0 0,0 0 0 0 0,0 0 1 0 0,-1-1-1 0 0,1 1 1 0 0,0 0-1 0 0,0 0 1 0 0,0 0-1 0 0,0-1 1 0 0,0 1-1 0 0,0 0 1 0 0,-1 0-1 0 0,1 0 1 0 0,0 0-1 0 0,0-1 1 0 0,0 1-1 0 0,-1 0 1 0 0,1 0-1 0 0,0 0 1 0 0,0 0-1 0 0,0 0 0 0 0,-1 0 1 0 0,1 0-1 0 0,0 0 1 0 0,0 0-1 0 0,-1 0 1 0 0,1 0-1 0 0,0-1 1 0 0,0 1-1 0 0,-1 0 1 0 0,1 1-1 0 0,0-1 1 0 0,0 0-1 0 0,0 0 1 0 0,-1 0-1 0 0,1 0 1 0 0,0 0-1 0 0,0 0 0 0 0,-1 0 1 0 0,1 0-1 0 0,0 0 1 0 0,0 0-1 0 0,0 0 1 0 0,-1 1-1 0 0,1-1 1 0 0,0 0-1 0 0,0 0 1 0 0,0 0-1 0 0,0 0 1 0 0,-1 1-1 0 0,1-1 1 0 0,0 0-1 0 0,0 0 1 0 0,0 0-1 0 0,0 1 0 0 0,-2-26-1108 0 0,1 21 980 0 0,-2-162 593 0 0,3 66-783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27.5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5 194 368 0 0,'0'0'2832'0'0,"-1"-10"-52"0"0,-3-31 8166 0 0,4 40-10834 0 0,0 1-1 0 0,1-1 1 0 0,-1 0-1 0 0,0 0 1 0 0,0 1 0 0 0,0-1-1 0 0,0 0 1 0 0,1 1 0 0 0,-1-1-1 0 0,0 0 1 0 0,1 1 0 0 0,-1-1-1 0 0,0 0 1 0 0,1 1-1 0 0,-1-1 1 0 0,1 1 0 0 0,-1-1-1 0 0,1 1 1 0 0,-1-1 0 0 0,1 1-1 0 0,0-1 1 0 0,-1 1-1 0 0,1 0 1 0 0,-1-1 0 0 0,1 1-1 0 0,0 0 1 0 0,-1-1 0 0 0,1 1-1 0 0,1 0 1 0 0,22-3-537 0 0,-18 2 235 0 0,34-1-254 0 0,0 1-1 0 0,78 9 0 0 0,-37-1-384 0 0,355-2-7657 0 0,0-26 2976 0 0,-128 5 5920 0 0,727-19-314 0 0,2 38 24 0 0,305-6-95 0 0,-872-5-27 0 0,590-26 39 0 0,-182 9-48 0 0,-861 25 167 0 0,83 6-511 0 0,-85-5 824 0 0,0 2-1 0 0,-1-1 1 0 0,1 2-1 0 0,22 19 6340 0 0,-37-23-6704 0 0,-1 0 0 0 0,1 0 0 0 0,0 0 0 0 0,-1 0 0 0 0,-17 8 6377 0 0,11-6-6481 0 0,0 1 0 0 0,0-1 0 0 0,0 1 0 0 0,0 1 0 0 0,-11 7 0 0 0,16-9 0 0 0,-1 0 0 0 0,1 0 0 0 0,0 1 0 0 0,0 0 0 0 0,0-1 0 0 0,0 1 0 0 0,1 0 0 0 0,-1 0 0 0 0,1 0 0 0 0,0 0 0 0 0,-1 0 0 0 0,1 0 0 0 0,1 0 0 0 0,-1 0 0 0 0,0 0 0 0 0,0 5 0 0 0,-5 51-81 0 0,3 93-1 0 0,15 62-46 0 0,-7-148 181 0 0,116 1108-317 0 0,-54-597 383 0 0,77 623-220 0 0,-24-423 166 0 0,12 92-213 0 0,-122-777 293 0 0,32 227-1280 0 0,1-113-7140 0 0,-41-197 7587 0 0,0 0 0 0 0,0 0 0 0 0,0-1 0 0 0,1 1 0 0 0,1-1 0 0 0,7 9 2185 0 0,-12-28 37 0 0,-2-1-699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28.4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60 484 492 0 0,'0'0'2139'0'0,"-12"3"760"0"0,-35 10 8408 0 0,61-11-7874 0 0,33-1-4043 0 0,208 17-576 0 0,-118-5 317 0 0,438 4-8792 0 0,3-31 5193 0 0,-386 8 5230 0 0,1277 27-694 0 0,-474-8 97 0 0,-258-60-55 0 0,-5-48 13 0 0,383-117-285 0 0,-1016 188-101 0 0,153-60 0 0 0,-246 81 403 0 0,0 1-245 0 0,0-1 0 0 0,0 1-1 0 0,0-2 1 0 0,8-5 0 0 0,-13 8 178 0 0,0 1 1 0 0,0-1-1 0 0,-1 1 1 0 0,1-1-1 0 0,-1 1 0 0 0,1-1 1 0 0,0 0-1 0 0,-1 1 1 0 0,1-1-1 0 0,-1 0 0 0 0,1 0 1 0 0,-1 1-1 0 0,0-1 1 0 0,1 0-1 0 0,-1 0 0 0 0,0 0 1 0 0,0 1-1 0 0,1-1 1 0 0,-1 0-1 0 0,0 0 1 0 0,0 0-1 0 0,0 0 0 0 0,0 1 1 0 0,0-1-1 0 0,0 0 1 0 0,0 0-1 0 0,0 0 0 0 0,-1 0 1 0 0,1 1-1 0 0,0-1 1 0 0,0 0-1 0 0,-1 0 0 0 0,1 0 1 0 0,0 1-1 0 0,-1-1 1 0 0,1 0-1 0 0,-1 0 0 0 0,1 1 1 0 0,-1-1-1 0 0,0 0 1 0 0,1 1-1 0 0,-1-1 1 0 0,0 0-1 0 0,-28-24 1683 0 0,2 4-2460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30.5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65 39 500 0 0,'-10'-13'10986'0'0,"-10"-9"-2812"0"0,16 20-8174 0 0,1 1 0 0 0,2 1-4 0 0,0-1-1 0 0,0 1 0 0 0,0 0 1 0 0,0 0-1 0 0,0 0 1 0 0,0 0-1 0 0,0 0 1 0 0,0 1-1 0 0,0-1 0 0 0,0 0 1 0 0,0 0-1 0 0,0 1 1 0 0,0-1-1 0 0,0 0 0 0 0,0 1 1 0 0,1-1-1 0 0,-1 1 1 0 0,0-1-1 0 0,0 1 0 0 0,0 0 1 0 0,1-1-1 0 0,-1 1 1 0 0,0 0-1 0 0,1-1 1 0 0,-1 1-1 0 0,1 0 0 0 0,-1 0 1 0 0,1 0-1 0 0,-1-1 1 0 0,1 1-1 0 0,-1 0 0 0 0,1 0 1 0 0,0 0-1 0 0,-1 0 1 0 0,1 0-1 0 0,0 0 1 0 0,0 0-1 0 0,0 0 0 0 0,0 0 1 0 0,0 0-1 0 0,0 0 1 0 0,0 1-1 0 0,0 1-32 0 0,0 0 0 0 0,0 1 1 0 0,0-1-1 0 0,0 0 0 0 0,1 0 0 0 0,-1 0 0 0 0,1 0 1 0 0,0 0-1 0 0,0 0 0 0 0,0 0 0 0 0,2 5 0 0 0,14 5-3610 0 0,-13-11 3610 0 0,-1-1-1 0 0,1 1 1 0 0,-1-1-1 0 0,1 0 1 0 0,-1 0-1 0 0,1 0 1 0 0,7 0-1 0 0,-10 0 36 0 0,1-1 0 0 0,0 0-1 0 0,-1 0 1 0 0,1 0 0 0 0,0-1 0 0 0,-1 1-1 0 0,1 0 1 0 0,0-1 0 0 0,-1 1 0 0 0,1-1-1 0 0,-1 1 1 0 0,1-1 0 0 0,-1 0 0 0 0,1 0-1 0 0,-1 1 1 0 0,1-1 0 0 0,1-2 0 0 0,-2 2-186 0 0,-1 0 1 0 0,1 0 0 0 0,0 0-1 0 0,-1 0 1 0 0,1 0-1 0 0,0 0 1 0 0,-1 0 0 0 0,1 0-1 0 0,-1 0 1 0 0,0-1 0 0 0,1 1-1 0 0,-1 0 1 0 0,0 0-1 0 0,0-1 1 0 0,0 1 0 0 0,0-2-1 0 0,0 1 319 0 0,0-1-1 0 0,0 0 0 0 0,0 1 1 0 0,0-1-1 0 0,-1 0 0 0 0,0 1 1 0 0,1-1-1 0 0,-1 1 0 0 0,0-1 1 0 0,0 1-1 0 0,0-1 0 0 0,0 1 1 0 0,-1-1-1 0 0,-1-1 0 0 0,2 3-272 0 0,0 0 1 0 0,0 0-1 0 0,0 0 0 0 0,-1 0 0 0 0,1 0 0 0 0,0 0 0 0 0,0 0 0 0 0,-1 0 0 0 0,1 1 0 0 0,-3-2 0 0 0,2 2-436 0 0,-1-1 0 0 0,1 1 0 0 0,0-1 0 0 0,0 1 0 0 0,-1 0 0 0 0,1 0 0 0 0,0 0-1 0 0,-4 1 1 0 0,5-1 421 0 0,0 0-1 0 0,0 0 0 0 0,0 1 1 0 0,0-1-1 0 0,0 1 0 0 0,0-1 0 0 0,0 1 1 0 0,0-1-1 0 0,0 1 0 0 0,0-1 0 0 0,0 1 1 0 0,0 0-1 0 0,0 0 0 0 0,0-1 1 0 0,0 1-1 0 0,1 0 0 0 0,-1 0 0 0 0,0 1 1 0 0,0-1 150 0 0,0 1 0 0 0,0-1 0 0 0,1 0 1 0 0,-1 1-1 0 0,0-1 0 0 0,1 1 0 0 0,0-1 1 0 0,-1 1-1 0 0,1-1 0 0 0,0 1 0 0 0,0-1 0 0 0,0 1 1 0 0,0 0-1 0 0,0-1 0 0 0,0 1 0 0 0,0-1 1 0 0,0 1-1 0 0,1-1 0 0 0,-1 1 0 0 0,1-1 1 0 0,-1 1-1 0 0,1-1 0 0 0,-1 1 0 0 0,1-1 0 0 0,0 0 1 0 0,0 1-1 0 0,0-1 0 0 0,0 0 0 0 0,0 0 1 0 0,0 0-1 0 0,1 2 0 0 0,1-1 5 0 0,0 0-1 0 0,0-1 1 0 0,1 1 0 0 0,-1-1-1 0 0,0 0 1 0 0,1 0-1 0 0,-1 0 1 0 0,1 0 0 0 0,-1 0-1 0 0,1-1 1 0 0,-1 1 0 0 0,1-1-1 0 0,0 0 1 0 0,-1 0-1 0 0,6-2 1 0 0,-8 2 3 0 0,0-1-1 0 0,0 1 1 0 0,0-1-1 0 0,-1 0 1 0 0,1 1-1 0 0,-1-1 1 0 0,1 0-1 0 0,0 0 1 0 0,-1 0-1 0 0,1 0 1 0 0,-1 1-1 0 0,1-1 1 0 0,-1 0 0 0 0,0 0-1 0 0,0 0 1 0 0,1 0-1 0 0,-1 0 1 0 0,0 0-1 0 0,0 0 1 0 0,0 0-1 0 0,0 0 1 0 0,0 0-1 0 0,0 0 1 0 0,0 0-1 0 0,0 0 1 0 0,0 0 0 0 0,-1-1-1 0 0,1 0 138 0 0,0 0-1 0 0,0 0 1 0 0,0 0 0 0 0,-1-1-1 0 0,1 1 1 0 0,-1 0 0 0 0,0 0 0 0 0,0 0-1 0 0,1 0 1 0 0,-1 0 0 0 0,0 0-1 0 0,-2-2 1 0 0,2 3 265 0 0,-1 0 1 0 0,1-1 0 0 0,-1 1-1 0 0,1 0 1 0 0,0 0-1 0 0,-1 0 1 0 0,0 0-1 0 0,1 1 1 0 0,-1-1-1 0 0,0 0 1 0 0,1 1-1 0 0,-1-1 1 0 0,0 1-1 0 0,0-1 1 0 0,1 1-1 0 0,-1 0 1 0 0,0 0-1 0 0,0 0 1 0 0,0 0-1 0 0,1 0 1 0 0,-1 0 0 0 0,0 0-1 0 0,0 1 1 0 0,0-1-1 0 0,1 1 1 0 0,-1-1-1 0 0,0 1 1 0 0,1 0-1 0 0,-3 0 1 0 0,2 1-108 0 0,1-1 1 0 0,-1 0-1 0 0,1 1 0 0 0,-1-1 1 0 0,1 1-1 0 0,-1-1 1 0 0,1 1-1 0 0,0 0 1 0 0,0-1-1 0 0,-2 4 0 0 0,2-2-441 0 0,0 0-1 0 0,0 0 1 0 0,0 0-1 0 0,1 0 1 0 0,-1 0-1 0 0,1 0 0 0 0,-1 0 1 0 0,1 3-1 0 0,0-5 134 0 0,0-1 0 0 0,0 1 0 0 0,1 0 1 0 0,-1 0-1 0 0,0-1 0 0 0,0 1 0 0 0,1 0 0 0 0,-1 0 0 0 0,1-1 0 0 0,-1 1 0 0 0,0 0 0 0 0,1-1 0 0 0,-1 1 0 0 0,1-1 1 0 0,-1 1-1 0 0,1-1 0 0 0,0 1 0 0 0,-1-1 0 0 0,1 1 0 0 0,0-1 0 0 0,-1 1 0 0 0,1-1 0 0 0,0 0 0 0 0,-1 1 0 0 0,1-1 1 0 0,0 0-1 0 0,1 1 0 0 0,23 2-1334 0 0,-20-3 1707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39.1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45 39 242 0 0,'-32'0'16364'0'0,"23"0"-13310"0"0,6 0-3056 0 0,2 0-9 0 0,27 0 5 0 0,5 0 25 0 0,-28 0-19 0 0,1-1-296 0 0,1 0 0 0 0,-1 0 0 0 0,1 1 1 0 0,-1-1-1 0 0,1 1 0 0 0,0 0 0 0 0,4 1 0 0 0,-7-1-333 0 0,41 0-332 0 0,55-5-11790 0 0,-67 2 11625 0 0,0-2 3795 0 0,76-5-2543 0 0,-15 1-33 0 0,-73 7-83 0 0,1 1 1 0 0,0 1-1 0 0,-1 0 1 0 0,1 2-1 0 0,26 4 0 0 0,164 45 2039 0 0,-174-43 6124 0 0,0-2-3825 0 0,37 3-4673 0 0,-10-1-6552 0 0,38 4-575 0 0,-43-7 8148 0 0,1-3 1 0 0,63-5-1 0 0,-89 0 3344 0 0,0-1-3803 0 0,78-5-8368 0 0,-63 7 10225 0 0,-31 1-1174 0 0,-1 0 1 0 0,21-6-1 0 0,-21 4 1743 0 0,0 1 0 0 0,22-1 0 0 0,9 1 1934 0 0,1-1-7173 0 0,50-2-10168 0 0,52 2 15496 0 0,-51 0-6627 0 0,-46 2 6697 0 0,2 0 10091 0 0,2 4-12913 0 0,-54-3 0 0 0,-2 2 0 0 0,-1-1 0 0 0,0-1-11 0 0,-17 4-1251 0 0,34-8 166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41.8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46 0 1000 0 0,'-16'5'12442'0'0,"16"-4"-12262"0"0,1 15 5491 0 0,-1-14-5304 0 0,0 205-367 0 0,0-203-10 0 0,0 0 0 0 0,-1 0 0 0 0,0 0 1 0 0,0 0-1 0 0,0 0 0 0 0,0 0 0 0 0,0 0 0 0 0,-1-1 0 0 0,1 1 0 0 0,-1-1 0 0 0,0 1 0 0 0,0-1 0 0 0,-3 4 1 0 0,-5-5-242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42.5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1734 0 0,'0'0'1315'0'0,"2"15"1513"0"0,5 54 7697 0 0,3-8-7267 0 0,29 177-3258 0 0,-36-207-131 0 0,-3-26-524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42.8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61 1 592 0 0,'0'0'643'0'0,"-5"10"2435"0"0,-2 4 2414 0 0,-4 9 2336 0 0,0 3-5801 0 0,-14 19-2027 0 0,23-37 0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43.1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0 1024 0 0,'0'0'959'0'0,"0"14"2071"0"0,-2 24 5483 0 0,2 12-4035 0 0,-1 113-2844 0 0,-3-142-2165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43.3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 1 446 0 0,'0'0'1720'0'0,"-3"16"757"0"0,-10 57 10230 0 0,4-29-10397 0 0,4-9-2299 0 0,5-28-20 0 0,0-1 0 0 0,-1 1 1 0 0,0-1-1 0 0,-1 1 0 0 0,1-1 1 0 0,-6 13-1 0 0,2-8 9 0 0,-1-7 50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43.6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1058 0 0,'0'0'983'0'0,"4"15"1955"0"0,11 48 8562 0 0,-10-28-8277 0 0,-4-29-3231 0 0,-1-1-1 0 0,0 1 1 0 0,-1-1 0 0 0,1 1-1 0 0,-1-1 1 0 0,0 1 0 0 0,-3 8-1 0 0,4-13-20 0 0,-1 0 0 0 0,1 0-1 0 0,-1 0 1 0 0,1 0 0 0 0,-1 0-1 0 0,0-1 1 0 0,1 1 0 0 0,-1 0-1 0 0,0-1 1 0 0,1 1 0 0 0,-1 0 0 0 0,0-1-1 0 0,0 1 1 0 0,0-1 0 0 0,1 1-1 0 0,-1-1 1 0 0,0 1 0 0 0,-1-1-1 0 0,-2 0-490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43.8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106 0 1230 0 0,'0'0'714'0'0,"-4"17"1084"0"0,-19 83 9140 0 0,20-86-9257 0 0,-1 1-1 0 0,-9 19 1 0 0,10-29-1698 0 0,1 1 0 0 0,-1-1 0 0 0,0 0 0 0 0,0 0 1 0 0,0 0-1 0 0,-1 0 0 0 0,0-1 0 0 0,-7 8 0 0 0,-4-6 50 0 0,7-6 24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44.0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42 1 882 0 0,'-41'35'18778'0'0,"41"-33"-19304"0"0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44.1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 1 1038 0 0,'0'0'362'0'0,"-34"85"17898"0"0,34-74-18260 0 0,0 4-714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45.4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69 147 1188 0 0,'0'0'931'0'0,"-3"-14"495"0"0,-3-10 679 0 0,-7-28 1918 0 0,6 15 2100 0 0,6 17-2476 0 0,1 26-3430 0 0,11 60-217 0 0,-11 108 0 0 0,-2-129 0 0 0,-10 55 0 0 0,6-54 0 0 0,-22 104 0 0 0,28-150 0 0 0,-1 1 0 0 0,1 0 0 0 0,0-1 0 0 0,0 1 0 0 0,0 0 0 0 0,0-1 0 0 0,-1 1 0 0 0,1 0 0 0 0,0-1 0 0 0,0 1 0 0 0,1 0 0 0 0,-1-1 0 0 0,0 1 0 0 0,0 0 0 0 0,0-1 0 0 0,0 1 0 0 0,0 0 0 0 0,1-1 0 0 0,-1 1 0 0 0,1 0 0 0 0,-1 0 0 0 0,0-1 0 0 0,1 0 0 0 0,-1 0 0 0 0,1 1 0 0 0,-1-1 0 0 0,1 0 0 0 0,-1 0 0 0 0,0 0 0 0 0,1 0 0 0 0,-1 1 0 0 0,1-1 0 0 0,-1 0 0 0 0,1 0 0 0 0,-1 0 0 0 0,1 0 0 0 0,-1 0 0 0 0,1 0 0 0 0,-1 0 0 0 0,1 0 0 0 0,-1 0 0 0 0,1-1 0 0 0,2 0 0 0 0,0 0 0 0 0,0 0 0 0 0,0 0 0 0 0,0 0 0 0 0,-1-1 0 0 0,1 0 0 0 0,4-3 0 0 0,5-7 0 0 0,-1-1 0 0 0,0 0 0 0 0,-1-1 0 0 0,11-18 0 0 0,-8 10 0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45.7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0 1226 0 0,'0'0'2224'0'0,"0"16"537"0"0,-1-6-1230 0 0,-2 62 8783 0 0,0-31-8755 0 0,-2 172-4337 0 0,6-143 939 0 0,-1-24-661 0 0,3 0 0 0 0,1 0 0 0 0,20 84 0 0 0,-20-115 2392 0 0,1-1 1 0 0,1 1 0 0 0,0-1 0 0 0,1 0-1 0 0,9 14 1 0 0,-14-23 117 0 0,1-1 0 0 0,0 1 0 0 0,1-1 0 0 0,-1 0 1 0 0,1 0-1 0 0,0 0 0 0 0,0 0 0 0 0,0-1 0 0 0,0 0 0 0 0,1 0 0 0 0,-1 0 0 0 0,1 0 0 0 0,0 0 0 0 0,0-1 1 0 0,0 0-1 0 0,0 0 0 0 0,9 2 0 0 0,-11-4 34 0 0,0 0 1 0 0,0 1-1 0 0,0-1 0 0 0,0 0 0 0 0,1-1 1 0 0,-1 1-1 0 0,0-1 0 0 0,0 1 1 0 0,0-1-1 0 0,0 0 0 0 0,-1 0 1 0 0,1 0-1 0 0,0 0 0 0 0,0-1 0 0 0,0 1 1 0 0,4-4-1 0 0,-4 2 172 0 0,1 0 0 0 0,-1-1 1 0 0,0 1-1 0 0,0-1 0 0 0,-1 1 0 0 0,1-1 0 0 0,-1 0 0 0 0,0 0 0 0 0,0 0 1 0 0,2-6-1 0 0,0-3 843 0 0,-1 1 0 0 0,0-1 0 0 0,0 0 0 0 0,-2 0 0 0 0,0 0 0 0 0,-1-26 0 0 0,0 29-858 0 0,-2 1 0 0 0,1 0-1 0 0,-1-1 1 0 0,-1 1 0 0 0,0 0-1 0 0,0 0 1 0 0,-1 0 0 0 0,0 0-1 0 0,0 1 1 0 0,-1 0 0 0 0,0 0-1 0 0,-1 0 1 0 0,-8-9-1 0 0,11 13-138 0 0,0 1-1 0 0,-1-1 0 0 0,1 1 0 0 0,-1 0 0 0 0,0 0 0 0 0,0 1 0 0 0,0-1 0 0 0,0 1 0 0 0,0 0 0 0 0,-1 0 0 0 0,1 0 0 0 0,0 1 0 0 0,-1 0 0 0 0,0-1 0 0 0,1 1 0 0 0,-1 1 0 0 0,0-1 1 0 0,0 1-1 0 0,1 0 0 0 0,-1 0 0 0 0,0 0 0 0 0,0 1 0 0 0,1 0 0 0 0,-1 0 0 0 0,1 0 0 0 0,-1 0 0 0 0,0 1 0 0 0,-6 2 0 0 0,3 0-597 0 0,-1 1 0 0 0,1-1 0 0 0,0 2 0 0 0,0-1-1 0 0,-8 8 1 0 0,14-11 341 0 0,-1 0-1 0 0,1 0 1 0 0,0 0-1 0 0,1 0 1 0 0,-1 1-1 0 0,0-1 1 0 0,0 1-1 0 0,1-1 1 0 0,0 1-1 0 0,-1-1 0 0 0,1 1 1 0 0,0 0-1 0 0,0 0 1 0 0,1 0-1 0 0,-1-1 1 0 0,1 1-1 0 0,-1 0 1 0 0,1 0-1 0 0,0 0 1 0 0,0 0-1 0 0,0 3 1 0 0,6 5-2107 0 0,10-2 492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47.6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70 1154 0 0,'20'-27'15936'0'0,"-13"22"-14714"0"0,-4 3-1071 0 0,0 1 1 0 0,0-1-1 0 0,0 1 1 0 0,0 0 0 0 0,0-1-1 0 0,1 2 1 0 0,4-2 0 0 0,92-11-2640 0 0,137 1-8848 0 0,-93 11 9398 0 0,-143 1 1942 0 0,5 0 424 0 0,0 0-1 0 0,0 0 1 0 0,1 0 0 0 0,-1 1-1 0 0,0 0 1 0 0,0 0 0 0 0,11 4-1 0 0,-17-5-408 0 0,0 1-1 0 0,1-1 0 0 0,-1 0 0 0 0,0 0 0 0 0,1 0 0 0 0,-1 1 1 0 0,0-1-1 0 0,0 0 0 0 0,1 0 0 0 0,-1 1 0 0 0,0-1 1 0 0,0 0-1 0 0,0 0 0 0 0,1 1 0 0 0,-1-1 0 0 0,0 0 0 0 0,0 1 1 0 0,0-1-1 0 0,0 0 0 0 0,0 1 0 0 0,0-1 0 0 0,0 0 0 0 0,0 1 1 0 0,0-1-1 0 0,1 0 0 0 0,-1 1 0 0 0,-1-1 0 0 0,1 0 1 0 0,0 1-1 0 0,0-1 0 0 0,0 2-637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47.9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1514 0 0,'0'0'949'0'0,"17"16"1735"0"0,57 52 7601 0 0,-34-24-6277 0 0,-35-36-4018 0 0,0 1 1 0 0,0-1-1 0 0,-1 1 1 0 0,5 11-1 0 0,-2-3 108 0 0,-4-9-539 0 0,0 1-1 0 0,0 0 1 0 0,-1 0-1 0 0,0 1 0 0 0,0-1 1 0 0,-1 0-1 0 0,0 1 1 0 0,-1-1-1 0 0,-1 16 1 0 0,0-14-587 0 0,-1 0 0 0 0,0-1 1 0 0,-1 1-1 0 0,-1-1 0 0 0,1 0 0 0 0,-1 1 1 0 0,-11 17-1 0 0,5-12 416 0 0,1 1 0 0 0,1 1 0 0 0,1-1 0 0 0,-8 28 0 0 0,14-30-409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48.4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1616 0 0,'0'0'2104'0'0,"11"20"710"0"0,34 67 7695 0 0,-24-32-7909 0 0,-7 11-3346 0 0,-7-29 388 0 0,19 129-3608 0 0,-15 3-3752 0 0,-10 12 4680 0 0,-1-178 2899 0 0,0 0 0 0 0,0 0 0 0 0,0 0 0 0 0,1 0 0 0 0,-1 0 0 0 0,1 0 0 0 0,-1 0 0 0 0,1 0 0 0 0,0-1 0 0 0,0 1 0 0 0,1 0 0 0 0,-1 0 0 0 0,4 4 0 0 0,5 2-1248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49.1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258 275 924 0 0,'0'0'1415'0'0,"-8"-15"830"0"0,-63-102 12471 0 0,55 96-14594 0 0,0 2-1 0 0,-22-22 1 0 0,32 36-127 0 0,-1-2-97 0 0,-26-26-1606 0 0,30 32 1526 0 0,1-1 0 0 0,0 0 0 0 0,-1 0 0 0 0,1 1 0 0 0,-1-1 0 0 0,1 1 0 0 0,-1 0 0 0 0,0 0 0 0 0,0 0 1 0 0,1 0-1 0 0,-1 0 0 0 0,-5 0 0 0 0,7 1 114 0 0,1 0 1 0 0,-1 0 0 0 0,0 1-1 0 0,1-1 1 0 0,-1 0 0 0 0,1 0 0 0 0,-1 1-1 0 0,0-1 1 0 0,1 0 0 0 0,-1 1-1 0 0,1-1 1 0 0,-1 0 0 0 0,0 1-1 0 0,1-1 1 0 0,-1 1 0 0 0,1-1-1 0 0,0 1 1 0 0,-1-1 0 0 0,1 1-1 0 0,-1-1 1 0 0,1 1 0 0 0,0 0 0 0 0,-1-1-1 0 0,1 1 1 0 0,0-1 0 0 0,0 1-1 0 0,-1 1 1 0 0,-3 21 706 0 0,3-18-787 0 0,-2 31-615 0 0,2 0-1 0 0,1 0 1 0 0,1 0 0 0 0,2 0-1 0 0,10 43 1 0 0,53 177-4483 0 0,-28-124 5360 0 0,-26-90-210 0 0,22 98-323 0 0,-30-115 220 0 0,-1 0-1 0 0,-1 0 1 0 0,-1 42-1 0 0,-1-63 147 0 0,0 0 1 0 0,-1 0-1 0 0,1 1 1 0 0,-1-1-1 0 0,0 0 1 0 0,0 0-1 0 0,0 0 1 0 0,-1 0-1 0 0,1 0 1 0 0,-1 0-1 0 0,0-1 1 0 0,0 1-1 0 0,0 0 1 0 0,-1-1-1 0 0,1 0 0 0 0,-1 1 1 0 0,0-1-1 0 0,0 0 1 0 0,0 0-1 0 0,0-1 1 0 0,-1 1-1 0 0,1-1 1 0 0,-1 1-1 0 0,1-1 1 0 0,-1 0-1 0 0,0-1 1 0 0,0 1-1 0 0,0-1 1 0 0,0 1-1 0 0,0-1 1 0 0,0 0-1 0 0,0-1 0 0 0,0 1 1 0 0,0-1-1 0 0,-1 0 1 0 0,1 0-1 0 0,-5 0 1 0 0,-11-4-434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49.2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64 302 0 0,'0'0'2485'0'0,"17"-10"536"0"0,57-31 8071 0 0,-70 39-10873 0 0,1 0 1 0 0,-1 0-1 0 0,1 1 0 0 0,0-1 1 0 0,0 1-1 0 0,0 0 0 0 0,-1 1 1 0 0,1-1-1 0 0,0 1 0 0 0,0 0 0 0 0,9 1 1 0 0,2 0-202 0 0,66-1-1586 0 0,69 0-3567 0 0,-1 0-5401 0 0,-144 0 9763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49.7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31 1780 0 0,'0'0'1399'0'0,"18"-6"1460"0"0,55-16 8044 0 0,-70 21-10685 0 0,-1 1 0 0 0,1-1 0 0 0,0 1 1 0 0,-1 0-1 0 0,1 0 0 0 0,-1 0 0 0 0,1 0 0 0 0,-1 0 0 0 0,1 1 1 0 0,-1-1-1 0 0,1 1 0 0 0,-1 0 0 0 0,1 0 0 0 0,2 1 0 0 0,-1 0-267 0 0,-1 0 0 0 0,0 1 0 0 0,0-1 0 0 0,0 1 0 0 0,-1-1-1 0 0,1 1 1 0 0,0 0 0 0 0,-1 0 0 0 0,0 0 0 0 0,2 4-1 0 0,-2-5 38 0 0,-1 2 12 0 0,1-1 0 0 0,0 1 0 0 0,-1 0 0 0 0,1-1 0 0 0,-1 1 0 0 0,0 0 0 0 0,-1 0 0 0 0,1 0 0 0 0,-1 0 0 0 0,1 0 0 0 0,-1 0 0 0 0,0 0 0 0 0,0 0 0 0 0,-1 0 0 0 0,0 0 0 0 0,1 0 0 0 0,-1 0 0 0 0,0-1 0 0 0,-1 1 0 0 0,1 0 0 0 0,-1 0 0 0 0,1-1 0 0 0,-4 5 0 0 0,-5 9 0 0 0,-1-1 0 0 0,0 0 0 0 0,-20 21 0 0 0,18-22 0 0 0,-66 67-2416 0 0,83-93 4289 0 0,3 3-1330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50.06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36 1580 0 0,'0'0'1221'0'0,"3"16"753"0"0,21 124 10613 0 0,-20-98-11571 0 0,-3-23-803 0 0,1 0 1 0 0,1 0 0 0 0,1 0 0 0 0,0 0-1 0 0,8 18 1 0 0,-12-36-214 0 0,0 0 0 0 0,0 0 0 0 0,1-1 0 0 0,-1 1 0 0 0,0 0 0 0 0,1-1 0 0 0,-1 1 0 0 0,0 0 0 0 0,1-1 0 0 0,-1 1 0 0 0,1-1 0 0 0,-1 1 0 0 0,1 0 0 0 0,-1-1 0 0 0,1 1 0 0 0,-1-1 0 0 0,1 0 0 0 0,0 1 0 0 0,-1-1 0 0 0,1 1 0 0 0,0-1 0 0 0,-1 0 0 0 0,1 1 0 0 0,0-1 0 0 0,-1 0 0 0 0,1 0 0 0 0,1 0 0 0 0,-1 0 0 0 0,0 0 0 0 0,1-1 0 0 0,-1 1 0 0 0,0-1 0 0 0,0 1 0 0 0,0-1 0 0 0,0 1 0 0 0,0-1 0 0 0,0 0 0 0 0,0 0 0 0 0,0 1 0 0 0,-1-1 0 0 0,1 0 0 0 0,0 0 0 0 0,1-1 0 0 0,1-4 0 0 0,1 1 0 0 0,-1 0 0 0 0,0-1 0 0 0,0 0 0 0 0,2-9 0 0 0,13-57-4672 0 0,13-102-1 0 0,-29 156 2189 0 0,1 0 0 0 0,7-24 0 0 0,-10 42 2493 0 0,0 0 0 0 0,1 1 1 0 0,-1-1-1 0 0,0 0 0 0 0,0 0 1 0 0,0 0-1 0 0,0 0 1 0 0,0 0-1 0 0,0 0 0 0 0,0 0 1 0 0,0 0-1 0 0,0 0 0 0 0,0 0 1 0 0,0 0-1 0 0,1 0 1 0 0,-1 0-1 0 0,0 1 0 0 0,0-1 1 0 0,0 0-1 0 0,0 0 0 0 0,0 0 1 0 0,0 0-1 0 0,0 0 1 0 0,1 0-1 0 0,-1 0 0 0 0,0 0 1 0 0,0 0-1 0 0,0 0 1 0 0,0 0-1 0 0,0 0 0 0 0,0 0 1 0 0,0 0-1 0 0,0 0 0 0 0,1 0 1 0 0,-1-1-1 0 0,0 1 1 0 0,0 0-1 0 0,0 0 0 0 0,0 0 1 0 0,0 0-1 0 0,0 0 0 0 0,0 0 1 0 0,0 0-1 0 0,0 0 1 0 0,1 0-1 0 0,-1 0 0 0 0,0 0 1 0 0,0 0-1 0 0,0-1 0 0 0,0 1 1 0 0,0 0-1 0 0,0 0 1 0 0,0 0-1 0 0,0 0 0 0 0,0 0 1 0 0,0 0-1 0 0,0 0 1 0 0,0 0-1 0 0,0-1 0 0 0,0 1 1 0 0,0 0-1 0 0,0 0 0 0 0,0 0 1 0 0,3 10-73 0 0,12 215 776 0 0,-8-97-692 0 0,-4-71-369 0 0,3 1-1 0 0,3-1 0 0 0,18 68 1 0 0,-16-92-648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50.7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1178 0 0,'0'0'2241'0'0,"4"15"553"0"0,6 17 2975 0 0,21 70 1909 0 0,-23-72-7757 0 0,-1 0 0 0 0,-1 0 0 0 0,-1 1 0 0 0,-1 32 0 0 0,-4-63 90 0 0,0 1 0 0 0,0-1 0 0 0,0 1 0 0 0,0-1 0 0 0,0 0 0 0 0,0 1 0 0 0,0-1 0 0 0,-1 1 0 0 0,1-1 0 0 0,0 0 0 0 0,0 1 0 0 0,0-1 0 0 0,-1 0 0 0 0,1 1 1 0 0,0-1-1 0 0,0 0 0 0 0,-1 0 0 0 0,1 1 0 0 0,0-1 0 0 0,-1 0 0 0 0,1 0 0 0 0,0 1 0 0 0,-1-1 0 0 0,1 0 0 0 0,0 0 0 0 0,-1 0 0 0 0,1 0 0 0 0,-1 1 0 0 0,1-1 1 0 0,0 0-1 0 0,-1 0 0 0 0,1 0 0 0 0,-1 0 0 0 0,1 0 0 0 0,0 0 0 0 0,-1 0 0 0 0,0 0 0 0 0,0 0-13 0 0,1 0 0 0 0,-1 0 1 0 0,0-1-1 0 0,0 1 0 0 0,0 0 0 0 0,0 0 0 0 0,0 0 1 0 0,1-1-1 0 0,-1 1 0 0 0,0 0 0 0 0,0-1 0 0 0,1 1 0 0 0,-1-1 1 0 0,0 1-1 0 0,0-1 0 0 0,0 0 0 0 0,-1-3 3 0 0,1 0-1 0 0,0-1 1 0 0,0 1 0 0 0,0 0-1 0 0,0-1 1 0 0,1 1-1 0 0,0 0 1 0 0,0-1 0 0 0,0 1-1 0 0,1-8 1 0 0,0-5-2 0 0,0 9-305 0 0,0-1-1 0 0,0 0 0 0 0,1 1 0 0 0,0 0 1 0 0,0-1-1 0 0,1 1 0 0 0,0 0 1 0 0,1 0-1 0 0,0 1 0 0 0,0-1 1 0 0,0 1-1 0 0,1 0 0 0 0,0 0 1 0 0,1 0-1 0 0,-1 1 0 0 0,1 0 1 0 0,0 0-1 0 0,1 0 0 0 0,12-8 1 0 0,-4 4-506 0 0,0 0 0 0 0,0 2 0 0 0,1-1 0 0 0,1 2 0 0 0,0 0 0 0 0,-1 1 0 0 0,2 1 0 0 0,27-5-1 0 0,72-2-4236 0 0,-98 12 4232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51.3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109 1 618 0 0,'0'0'2160'0'0,"-16"17"822"0"0,-48 54 8146 0 0,60-67-10668 0 0,1 0 0 0 0,-1 1 0 0 0,1-1 0 0 0,0 1 0 0 0,1 0 0 0 0,-4 7 0 0 0,5-9-488 0 0,0 1-1 0 0,1-1 0 0 0,-1 1 1 0 0,1 0-1 0 0,-1-1 0 0 0,1 1 1 0 0,0-1-1 0 0,1 1 1 0 0,-1 0-1 0 0,1 4 0 0 0,1 4-104 0 0,-1-8 133 0 0,0-1 0 0 0,1 1 0 0 0,-1 0 0 0 0,1 0 0 0 0,0-1 0 0 0,0 1 0 0 0,0-1 0 0 0,0 1 0 0 0,0-1 0 0 0,1 0 0 0 0,0 0 0 0 0,-1 0 0 0 0,1 0 0 0 0,1 0 0 0 0,-1-1 0 0 0,6 4 0 0 0,-6-4 0 0 0,-1 0 0 0 0,1 0 0 0 0,0 0 0 0 0,0-1 0 0 0,0 0 0 0 0,0 1 0 0 0,0-1 0 0 0,0 0 0 0 0,0-1 0 0 0,0 1 0 0 0,0 0 0 0 0,0-1 0 0 0,1 0 0 0 0,-1 0 0 0 0,0 0 0 0 0,0 0 0 0 0,1 0 0 0 0,-1 0 0 0 0,0-1 0 0 0,0 0 0 0 0,5-1 0 0 0,-6 0 0 0 0,0 1 0 0 0,0-1 0 0 0,0 0 0 0 0,0 0 0 0 0,0 0 0 0 0,-1 0 0 0 0,1 0 0 0 0,-1 0 0 0 0,1 0 0 0 0,-1 0 0 0 0,0-1 0 0 0,1 1 0 0 0,-1-1 0 0 0,-1 1 0 0 0,1-1 0 0 0,0 1 0 0 0,-1-1 0 0 0,1-3 0 0 0,1-5 0 0 0,-1-1 0 0 0,0-18 0 0 0,-1 20-147 0 0,-1 1 0 0 0,0 0 1 0 0,0 0-1 0 0,-1-1 0 0 0,-1 1 0 0 0,1 1 0 0 0,-1-1 0 0 0,-1 0 0 0 0,0 1 0 0 0,-6-11 1 0 0,10 19 162 0 0,0 0 1 0 0,0-1-1 0 0,0 1 0 0 0,0 0 1 0 0,0 0-1 0 0,0-1 1 0 0,0 1-1 0 0,-1 0 1 0 0,1 0-1 0 0,0 0 1 0 0,0 0-1 0 0,0-1 0 0 0,0 1 1 0 0,0 0-1 0 0,0 0 1 0 0,-1 0-1 0 0,1 0 1 0 0,0-1-1 0 0,0 1 1 0 0,0 0-1 0 0,-1 0 1 0 0,1 0-1 0 0,0 0 0 0 0,0 0 1 0 0,0 0-1 0 0,-1 0 1 0 0,1 0-1 0 0,0 0 1 0 0,0 0-1 0 0,0 0 1 0 0,-1 0-1 0 0,1-1 1 0 0,0 1-1 0 0,0 1 0 0 0,0-1 1 0 0,-1 0-1 0 0,1 0 1 0 0,0 0-1 0 0,0 0 1 0 0,-1 0-1 0 0,1 0 1 0 0,0 0-1 0 0,0 0 1 0 0,0 0-1 0 0,-1 0 0 0 0,1 0 1 0 0,0 0-1 0 0,0 1 1 0 0,0-1-1 0 0,0 0 1 0 0,-1 0-1 0 0,1 0 1 0 0,0 0-1 0 0,0 1 1 0 0,0-1-1 0 0,0 0 0 0 0,0 0 1 0 0,0 0-1 0 0,-1 0 1 0 0,1 1-1 0 0,0-1 1 0 0,0 0-1 0 0,-4 15 563 0 0,5-10-1095 0 0,-1 0 0 0 0,1 0 0 0 0,0 0 0 0 0,0 0 0 0 0,1 0 0 0 0,-1 0 0 0 0,1 0 0 0 0,0-1-1 0 0,0 1 1 0 0,1-1 0 0 0,-1 1 0 0 0,1-1 0 0 0,0 0 0 0 0,6 7 0 0 0,-6-9 214 0 0,-1 0 0 0 0,0 0 1 0 0,0 0-1 0 0,1 0 0 0 0,-1 0 0 0 0,1-1 1 0 0,-1 1-1 0 0,1-1 0 0 0,0 1 0 0 0,-1-1 1 0 0,1 0-1 0 0,0 0 0 0 0,0 0 0 0 0,0-1 1 0 0,0 1-1 0 0,0-1 0 0 0,0 0 0 0 0,0 1 0 0 0,0-1 1 0 0,0 0-1 0 0,0-1 0 0 0,0 1 0 0 0,0-1 1 0 0,0 1-1 0 0,0-1 0 0 0,5-2 0 0 0,-6 2 371 0 0,-1 0-1 0 0,1-1 0 0 0,0 1 0 0 0,-1-1 0 0 0,1 1 1 0 0,0-1-1 0 0,-1 0 0 0 0,0 1 0 0 0,1-1 0 0 0,-1 0 1 0 0,0 0-1 0 0,0 0 0 0 0,0 0 0 0 0,0 0 1 0 0,-1 0-1 0 0,1 0 0 0 0,0-3 0 0 0,6-12 5025 0 0,-7 16-4998 0 0,0 1 1 0 0,0 0-1 0 0,1-1 0 0 0,-1 1 1 0 0,0-1-1 0 0,0 1 0 0 0,1 0 0 0 0,-1-1 1 0 0,0 1-1 0 0,1 0 0 0 0,-1-1 1 0 0,0 1-1 0 0,1 0 0 0 0,-1 0 1 0 0,0 0-1 0 0,1-1 0 0 0,-1 1 1 0 0,1 0-1 0 0,-1 0 0 0 0,1 0 1 0 0,-1 0-1 0 0,0-1 0 0 0,1 1 1 0 0,-1 0-1 0 0,1 0 0 0 0,-1 0 0 0 0,1 0 1 0 0,-1 0-1 0 0,1 0 0 0 0,-1 0 1 0 0,0 0-1 0 0,1 1 0 0 0,-1-1 1 0 0,1 0-1 0 0,-1 0 0 0 0,1 0 1 0 0,-1 0-1 0 0,0 1 0 0 0,1-1 1 0 0,-1 0-1 0 0,0 0 0 0 0,1 1 1 0 0,-1-1-1 0 0,0 0 0 0 0,1 0 1 0 0,-1 1-1 0 0,0-1 0 0 0,1 0 0 0 0,-1 1 1 0 0,0-1-1 0 0,0 1 0 0 0,1 0 1 0 0,11 21 4420 0 0,-10-16-4523 0 0,61 221-7483 0 0,-53-181 5540 0 0,-2-1 0 0 0,-3 1 0 0 0,1 52 0 0 0,-6-66 1299 0 0,-8 60-1 0 0,5-77 677 0 0,-1 0-1 0 0,0-1 0 0 0,0 1 1 0 0,-2-1-1 0 0,0 0 1 0 0,-8 15-1 0 0,12-27-37 0 0,-3 7 138 0 0,0 0-1 0 0,-1 0 1 0 0,-7 8 0 0 0,11-15 30 0 0,1-1 0 0 0,0 1 0 0 0,0-1 0 0 0,-1 1 1 0 0,1-1-1 0 0,-1 0 0 0 0,0 0 0 0 0,1 0 0 0 0,-1 0 0 0 0,0 0 1 0 0,1 0-1 0 0,-1 0 0 0 0,0-1 0 0 0,0 1 0 0 0,0 0 1 0 0,0-1-1 0 0,1 0 0 0 0,-1 1 0 0 0,0-1 0 0 0,0 0 1 0 0,0 0-1 0 0,0 0 0 0 0,-3-1 0 0 0,4 1 118 0 0,-1-1 0 0 0,0 0 0 0 0,1 0-1 0 0,0 0 1 0 0,-1 0 0 0 0,1 0 0 0 0,0 0-1 0 0,-1-1 1 0 0,1 1 0 0 0,0 0 0 0 0,0 0-1 0 0,0-1 1 0 0,0 1 0 0 0,0-1 0 0 0,0 1 0 0 0,1-1-1 0 0,-1 0 1 0 0,-1-2 0 0 0,-8-36 3711 0 0,8 33-3289 0 0,-6-45 1688 0 0,6 24-2423 0 0,2 0 1 0 0,4-43 0 0 0,0 44-45 0 0,2 1 0 0 0,0 0 1 0 0,2 1-1 0 0,21-48 0 0 0,-5 23-751 0 0,41-61-1 0 0,-50 88-238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52.0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1 1448 0 0,'0'0'2050'0'0,"-3"16"689"0"0,-9 52 8002 0 0,12-64-10435 0 0,-1 0 0 0 0,1-1-1 0 0,0 1 1 0 0,0 0 0 0 0,0-1 0 0 0,1 1 0 0 0,0 0 0 0 0,-1-1 0 0 0,3 5 0 0 0,-1-3-326 0 0,0-1 0 0 0,0 0 1 0 0,0 0-1 0 0,1 0 1 0 0,0-1-1 0 0,0 1 0 0 0,0-1 1 0 0,4 4-1 0 0,3 4-180 0 0,-9-9 200 0 0,0-1 0 0 0,0 1 0 0 0,0-1 0 0 0,1 1 0 0 0,-1-1 0 0 0,1 0 0 0 0,-1 1 0 0 0,1-1 0 0 0,-1 0 0 0 0,1 0 0 0 0,0 0 0 0 0,-1 0 0 0 0,1 0 0 0 0,0-1 0 0 0,0 1 0 0 0,-1-1 0 0 0,3 1 0 0 0,-3-1 0 0 0,1 0 0 0 0,-1-1 0 0 0,0 1 0 0 0,0-1 0 0 0,0 0 0 0 0,0 1 0 0 0,0-1 0 0 0,0 0 0 0 0,0 0 0 0 0,0 1 0 0 0,0-1 0 0 0,0 0 0 0 0,-1 0 0 0 0,1 0 0 0 0,0 0 0 0 0,-1 0 0 0 0,1 0 0 0 0,0 0 0 0 0,-1 0 0 0 0,1-1 0 0 0,-1 1 0 0 0,0 0 0 0 0,1 0 0 0 0,-1 0 0 0 0,0-1 0 0 0,1-1 0 0 0,24-107 0 0 0,-25 111 0 0 0,0-1 0 0 0,0 0 0 0 0,0 0 1 0 0,0 0-1 0 0,1 0 0 0 0,-1 0 0 0 0,0 0 0 0 0,0 0 0 0 0,0 1 0 0 0,0-1 0 0 0,0 0 0 0 0,0 0 0 0 0,0 0 1 0 0,0 0-1 0 0,0 0 0 0 0,0 0 0 0 0,1 0 0 0 0,-1 0 0 0 0,0 0 0 0 0,0 1 0 0 0,0-1 0 0 0,0 0 0 0 0,0 0 0 0 0,0 0 1 0 0,0 0-1 0 0,1 0 0 0 0,-1 0 0 0 0,0 0 0 0 0,0 0 0 0 0,0 0 0 0 0,0 0 0 0 0,0 0 0 0 0,1 0 0 0 0,-1 0 0 0 0,0 0 1 0 0,0 0-1 0 0,0 0 0 0 0,0 0 0 0 0,0 0 0 0 0,0 0 0 0 0,1 0 0 0 0,-1 0 0 0 0,0-1 0 0 0,0 1 0 0 0,0 0 1 0 0,0 0-1 0 0,0 0 0 0 0,0 0 0 0 0,0 0 0 0 0,0 0 0 0 0,1 0 0 0 0,-1 0 0 0 0,0 0 0 0 0,0-1 0 0 0,0 1 0 0 0,0 0 1 0 0,0 0-1 0 0,0 0 0 0 0,0 0 0 0 0,0 0 0 0 0,4 10-25 0 0,-4-9 21 0 0,6 22-1675 0 0,17 43-1 0 0,-21-59 761 0 0,1-1 1 0 0,0 0-1 0 0,1 0 0 0 0,-1 0 0 0 0,1 0 0 0 0,0-1 0 0 0,1 1 0 0 0,-1-1 1 0 0,1 0-1 0 0,0 0 0 0 0,10 6 0 0 0,-14-10 863 0 0,1 0 0 0 0,-1 0 0 0 0,0 0 0 0 0,1-1-1 0 0,-1 1 1 0 0,1 0 0 0 0,0-1 0 0 0,-1 0 0 0 0,1 1 0 0 0,-1-1 0 0 0,1 0 0 0 0,0 0-1 0 0,-1 1 1 0 0,1-1 0 0 0,0-1 0 0 0,-1 1 0 0 0,1 0 0 0 0,0 0 0 0 0,-1-1 0 0 0,1 1-1 0 0,2-2 1 0 0,-1 1 46 0 0,-1-1-1 0 0,0 1 0 0 0,0-1 1 0 0,0 0-1 0 0,0 0 1 0 0,0 0-1 0 0,0 0 0 0 0,0 0 1 0 0,-1 0-1 0 0,1 0 1 0 0,-1-1-1 0 0,2-2 0 0 0,1-5 121 0 0,0 0 0 0 0,0-1 0 0 0,-1 1-1 0 0,0-1 1 0 0,1-16 0 0 0,1-21-727 0 0,-5 48 646 0 0,8 16 4949 0 0,18 27-3759 0 0,-21-33-2153 0 0,1-1-1 0 0,-1 1 1 0 0,2-1-1 0 0,-1 0 0 0 0,14 13 1 0 0,11 0 566 0 0,-30-21 392 0 0,0 0 1 0 0,1 0-1 0 0,-1 0 1 0 0,0 0-1 0 0,1-1 1 0 0,0 1 0 0 0,-1 0-1 0 0,1-1 1 0 0,-1 1-1 0 0,1-1 1 0 0,-1 0-1 0 0,1 0 1 0 0,0 0 0 0 0,-1 1-1 0 0,1-1 1 0 0,0-1-1 0 0,-1 1 1 0 0,1 0-1 0 0,0 0 1 0 0,-1-1-1 0 0,3 0 1 0 0,-1-2 662 0 0,-1 1-1 0 0,0-1 1 0 0,0 0 0 0 0,0 0 0 0 0,-1 0-1 0 0,1 0 1 0 0,-1 0 0 0 0,1-1-1 0 0,1-5 1 0 0,1-3-403 0 0,13-52-431 0 0,8 106 8091 0 0,-17-29-8953 0 0,1 0 0 0 0,1-1 0 0 0,0 0 0 0 0,0-1 0 0 0,1 0 0 0 0,14 10-1 0 0,-20-17 585 0 0,1 0-1 0 0,-1-1 1 0 0,0 1-1 0 0,1-1 1 0 0,0-1-1 0 0,0 1 1 0 0,0-1-1 0 0,0 0 1 0 0,0 0-1 0 0,0-1 1 0 0,0 1-1 0 0,1-1 1 0 0,-1-1-1 0 0,0 1 0 0 0,1-1 1 0 0,-1-1-1 0 0,12-1 1 0 0,-3-4-405 0 0,0-6 685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53.3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1 818 862 0 0,'0'0'2157'0'0,"4"14"679"0"0,11 40 8211 0 0,-14-53-10850 0 0,-1 1 0 0 0,1-1 0 0 0,-1 1 0 0 0,1-1 0 0 0,0 1 0 0 0,-1-1 0 0 0,1 0 0 0 0,0 1 0 0 0,0-1 0 0 0,0 0 0 0 0,0 0 0 0 0,0 1 0 0 0,2 0 0 0 0,-3-2-164 0 0,1 1 0 0 0,0-1 0 0 0,-1 0 0 0 0,1 1-1 0 0,-1-1 1 0 0,1 0 0 0 0,0 0 0 0 0,-1 0 0 0 0,1 0 0 0 0,0 1-1 0 0,-1-1 1 0 0,1 0 0 0 0,0 0 0 0 0,0 0 0 0 0,-1-1 0 0 0,1 1-1 0 0,0 0 1 0 0,-1 0 0 0 0,1 0 0 0 0,0-1 0 0 0,1 1-86 0 0,0-1 0 0 0,0 0 0 0 0,-1 0 0 0 0,1-1 0 0 0,-1 1-1 0 0,1 0 1 0 0,-1 0 0 0 0,1-1 0 0 0,-1 1 0 0 0,0-1 0 0 0,1 1 0 0 0,0-3 0 0 0,12-24-617 0 0,-2-1-1 0 0,-1 0 0 0 0,14-59 1 0 0,8-95-3131 0 0,-33 182 3794 0 0,2-11-455 0 0,31-224-7852 0 0,-20 79 7968 0 0,-12 143 547 0 0,1-45-392 0 0,-2 54 625 0 0,-1 0 0 0 0,1 0 1 0 0,-1 0-1 0 0,0 0 0 0 0,0-1 0 0 0,-1 1 0 0 0,1 1 0 0 0,-5-9 1 0 0,3 21 2361 0 0,1 7 1976 0 0,-3 83-594 0 0,8 133-5264 0 0,5-162-1501 0 0,3-1 0 0 0,25 87 0 0 0,-5-23-3284 0 0,-28-119 5618 0 0,2 11 156 0 0,-1-1 1 0 0,3 45 0 0 0,-7-68 70 0 0,0 1 0 0 0,-1-1 0 0 0,1 0 0 0 0,0 0 0 0 0,0 1 0 0 0,0-1 0 0 0,0 0 0 0 0,-1 1 0 0 0,1-1 0 0 0,0 0 0 0 0,0 0 0 0 0,-1 1 0 0 0,1-1 0 0 0,0 0 0 0 0,0 0 0 0 0,-1 1 0 0 0,1-1 0 0 0,0 0 0 0 0,-1 0 0 0 0,1 0 0 0 0,0 0 0 0 0,-1 0 0 0 0,1 1 0 0 0,0-1 0 0 0,-1 0 0 0 0,1 0 0 0 0,0 0 1 0 0,-1 0-1 0 0,1 0 0 0 0,0 0 0 0 0,-1 0 0 0 0,1 0 0 0 0,0 0 0 0 0,-1 0 0 0 0,1 0 0 0 0,0-1 0 0 0,-1 1 0 0 0,1 0 0 0 0,0 0 0 0 0,-1 0 0 0 0,1 0 0 0 0,0 0 0 0 0,-1-1 0 0 0,1 1 0 0 0,0 0 0 0 0,-1-1 0 0 0,-15-8-176 0 0,4 0 405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53.5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1 133 1986 0 0,'0'0'1688'0'0,"15"-3"1069"0"0,78-15 9519 0 0,-42 11-11424 0 0,25-7-5116 0 0,116-37-1 0 0,-80 19-4031 0 0,-82 24 6246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57.2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212 0 580 0 0,'-26'0'16157'0'0,"18"0"-13234"0"0,5 1-2923 0 0,0-1 0 0 0,0 1 0 0 0,0 0 0 0 0,0 0 0 0 0,0 0 0 0 0,0 0 0 0 0,0 1 0 0 0,1-1 0 0 0,-1 1 0 0 0,1 0 0 0 0,-6 4 0 0 0,-24 23 0 0 0,32-28 0 0 0,-11 10 0 0 0,2 0 0 0 0,-1 1 0 0 0,2 0 0 0 0,-1 1 0 0 0,2 0 0 0 0,-1 0 0 0 0,2 1 0 0 0,0 0 0 0 0,-5 19 0 0 0,4-9 0 0 0,2 1 0 0 0,1 1 0 0 0,1-1 0 0 0,1 43 0 0 0,3-36-78 0 0,1-1 0 0 0,2 1 0 0 0,10 36 0 0 0,32 91 140 0 0,-41-144-560 0 0,-1-1 0 0 0,2-1 0 0 0,-1 1-1 0 0,2-1 1 0 0,0 0 0 0 0,1 0-1 0 0,0-1 1 0 0,0 0 0 0 0,14 14 0 0 0,-14-17 1937 0 0,-6-7-1059 0 0,-1 0-1 0 0,1 0 0 0 0,0 0 0 0 0,-1 0 1 0 0,1 0-1 0 0,0 0 0 0 0,0-1 0 0 0,1 1 1 0 0,1 0-1 0 0,-3-1-384 0 0,-1-18-162 0 0,0 4 354 0 0,0 8-243 0 0,0 6-63 0 0,0 33-684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5:57.7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0 202 694 0 0,'3'13'12312'0'0,"11"-4"-6307"0"0,-11-8-5356 0 0,10 9-649 0 0,0 0 0 0 0,0 1 0 0 0,-1 0 0 0 0,-1 1 0 0 0,1 0 0 0 0,-2 1 0 0 0,0 0 0 0 0,8 15 0 0 0,-7-9 0 0 0,12 22 0 0 0,-21-39 0 0 0,-1 0 0 0 0,0 0 0 0 0,1 0 0 0 0,0 0 0 0 0,-1 0 0 0 0,1-1 0 0 0,0 1 0 0 0,0-1 0 0 0,0 1 0 0 0,0-1 0 0 0,0 1 0 0 0,0-1 0 0 0,1 0 0 0 0,1 1 0 0 0,-2-2 0 0 0,-1 0 0 0 0,0 0 0 0 0,0 0 0 0 0,0 0 0 0 0,0 0 0 0 0,0 0 0 0 0,0-1 0 0 0,0 1 0 0 0,0 0 0 0 0,0-1 0 0 0,-1 1 0 0 0,1 0 0 0 0,0-1 0 0 0,0 1 0 0 0,0-1 0 0 0,0 0 0 0 0,0 1 0 0 0,0-1 0 0 0,-1 0 0 0 0,1 1 0 0 0,0-1 0 0 0,-1 0 0 0 0,1 0 0 0 0,0 1 0 0 0,-1-1 0 0 0,2-2 0 0 0,10-24 0 0 0,-11 24 0 0 0,8-22-1089 0 0,2 0 0 0 0,17-28-1 0 0,67-88-8900 0 0,-31 50 6631 0 0,-48 66 2717 0 0,-1-1-371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00.5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84 0 946 0 0,'0'0'1984'0'0,"-9"14"871"0"0,-1 0-52 0 0,3-4-20 0 0,1 0 0 0 0,-10 20 1 0 0,12-22-2109 0 0,1 0 1 0 0,1 1 0 0 0,-4 15-1 0 0,-6 87-2928 0 0,3 208-1 0 0,10-227 930 0 0,16 368-5643 0 0,20 2 4164 0 0,10 179 2872 0 0,6-46 41 0 0,-34-144-428 0 0,-26-390 936 0 0,7-60-660 0 0,0-17 3525 0 0,7-41-1124 0 0,-7 53-2321 0 0,8-42-1123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01.2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0 204 720 0 0,'0'0'1014'0'0,"20"-7"772"0"0,63-20 5723 0 0,-38 17-4246 0 0,3 8-3027 0 0,-7 2-930 0 0,47-10-919 0 0,-1-4 0 0 0,95-28 0 0 0,21-4-2017 0 0,-64 25 2989 0 0,0 6 1 0 0,2 6-1 0 0,266 18 1 0 0,417 96 701 0 0,-724-89-282 0 0,258 16 515 0 0,-3-28 599 0 0,-253-4-845 0 0,32 6-51 0 0,193 34 0 0 0,-58-3 30 0 0,-236-35 17 0 0,61 10 34 0 0,-86-10-74 0 0,1-1 1 0 0,-1 2-1 0 0,0-1 1 0 0,-1 1 0 0 0,1 1-1 0 0,0 0 1 0 0,-1 0-1 0 0,11 7 1 0 0,-12-5 7 0 0,0 0 1 0 0,0-1 0 0 0,-1 2 0 0 0,0-1-1 0 0,0 1 1 0 0,-1-1 0 0 0,1 1 0 0 0,-1 1-1 0 0,-1-1 1 0 0,0 0 0 0 0,4 14 0 0 0,1 7 169 0 0,6 57 1 0 0,-6-35 223 0 0,32 356-990 0 0,-31-270 576 0 0,9 281 35 0 0,-6-80-24 0 0,112 821 51 0 0,40-187-148 0 0,-145-840-241 0 0,1 229 0 0 0,-20-355 281 0 0,0-1 0 0 0,0 0 0 0 0,0 1 0 0 0,-1-1 0 0 0,-1 6 0 0 0,2-9 68 0 0,0-1-1 0 0,-1 1 1 0 0,1-1 0 0 0,0 1-1 0 0,0-1 1 0 0,-1 1-1 0 0,1-1 1 0 0,0 1-1 0 0,-1-1 1 0 0,1 1 0 0 0,-1-1-1 0 0,1 0 1 0 0,0 1-1 0 0,-1-1 1 0 0,1 0-1 0 0,-1 1 1 0 0,1-1 0 0 0,-1 0-1 0 0,1 1 1 0 0,-1-1-1 0 0,1 0 1 0 0,-1 0-1 0 0,0 0 1 0 0,1 0 0 0 0,-1 0-1 0 0,1 1 1 0 0,-1-1-1 0 0,1 0 1 0 0,-1 0-1 0 0,0 0 1 0 0,1 0 0 0 0,-1-1-1 0 0,1 1 1 0 0,-1 0-1 0 0,1 0 1 0 0,-1 0-1 0 0,1 0 1 0 0,-1-1 0 0 0,0 1-1 0 0,1 0 1 0 0,-1 0-1 0 0,1-1 1 0 0,0 1-1 0 0,-1 0 1 0 0,1-1 0 0 0,-1 1-1 0 0,1-1 1 0 0,-1 0-1 0 0,-10-7 416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01.8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96 1198 0 0,'0'0'1371'0'0,"6"13"4204"0"0,9 11 3443 0 0,-13-22-8706 0 0,0-1 0 0 0,0 1 1 0 0,0 0-1 0 0,0-1 0 0 0,0 1 1 0 0,1-1-1 0 0,3 2 0 0 0,65 26-1727 0 0,2-4 0 0 0,1-3-1 0 0,0-3 1 0 0,1-3 0 0 0,140 10 0 0 0,188-13-4557 0 0,2-26 4579 0 0,402-57 1983 0 0,-338 16-223 0 0,325-30-357 0 0,640 23-1123 0 0,-1412 61 968 0 0,8-1-597 0 0,35-4 0 0 0,-57 1-101 0 0,-6 0-159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09.9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1 564 0 0,'-7'0'19070'0'0,"14"0"-19044"0"0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0.1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49 1 262 0 0,'-45'67'142'0'0,"45"-64"-74"0"0,0-1-52 0 0,0 1 20 0 0,0 0 8 0 0,-4 9 3842 0 0,4-8-3980 0 0,0 6 4199 0 0,0-5-4227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0.3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0 304 0 0,'0'0'168'0'0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0.4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62 0 0,'0'0'282'0'0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0.6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0 310 0 0,'0'0'140'0'0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0.8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1 146 0 0,'0'0'450'0'0,"0"46"18614"0"0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1.06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0 126 0 0,'3'18'19534'0'0,"-3"-17"-19556"0"0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1.2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1 122 0 0,'-1'33'18528'0'0,"3"-28"-17551"0"0,-1-2-1049 0 0,2 6 115 0 0,-1-8-44 0 0,-3-4-136 0 0,-5-45 337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1.4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1 390 0 0,'0'0'1490'0'0,"-16"49"16290"0"0,16-44-17866 0 0,4 0-68 0 0,0 0 394 0 0,0 1-554 0 0,3-1 628 0 0,-7-2-754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1.6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 0 242 0 0,'0'0'1323'0'0,"-2"10"1717"0"0,-2 3 1099 0 0,3-7-2350 0 0,-1 0-1 0 0,1 0 1 0 0,0 0 0 0 0,1 1 0 0 0,-1 11 0 0 0,2-16-1965 0 0,2 0 57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1.8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0 334 0 0,'0'0'162'0'0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29.39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68 1 556 0 0,'0'0'2514'0'0,"17"6"402"0"0,56 23 8031 0 0,-61-24-10001 0 0,0 1 1 0 0,18 12-1 0 0,-17-9-1526 0 0,-1 1 0 0 0,17 18-1 0 0,-16-15 280 0 0,-1-2-610 0 0,-1 0 1 0 0,-1 1-1 0 0,0 0 1 0 0,-1 1-1 0 0,0 0 1 0 0,-1 0 0 0 0,0 1-1 0 0,7 18 1 0 0,-13-25 407 0 0,0 1 1 0 0,0-1-1 0 0,0 0 1 0 0,-1 1-1 0 0,0-1 1 0 0,-1 1-1 0 0,1-1 1 0 0,-1 1-1 0 0,-1 0 1 0 0,-1 8-1 0 0,0-8 496 0 0,0-1-1 0 0,0 0 0 0 0,-1 1 0 0 0,1-1 0 0 0,-2 0 0 0 0,-6 12 1 0 0,-1-3 39 0 0,-1 0 0 0 0,0-1 0 0 0,-1-1 0 0 0,-1 0 0 0 0,0 0-1 0 0,-1-1 1 0 0,-1-1 0 0 0,1-1 0 0 0,-2 0 0 0 0,0-1 0 0 0,0-1 0 0 0,0 0 0 0 0,-1-1 0 0 0,-1-1 0 0 0,1-1 0 0 0,-38 7 0 0 0,3-10 262 0 0,100-8 7112 0 0,3-4-4722 0 0,-2 0-2289 0 0,133-30-5103 0 0,43-6-2214 0 0,-154 42 5848 0 0,-50 3 635 0 0,0 0 68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29.9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121 87 714 0 0,'0'0'1965'0'0,"-10"-2"976"0"0,-31-8 8297 0 0,39 10-11099 0 0,1-1 0 0 0,-1 1 1 0 0,1 0-1 0 0,-1 0 0 0 0,1 0 1 0 0,-1 0-1 0 0,1 0 0 0 0,-1 0 1 0 0,1 0-1 0 0,-1 0 1 0 0,1 1-1 0 0,-1-1 0 0 0,1 1 1 0 0,-1-1-1 0 0,1 1 0 0 0,0-1 1 0 0,-1 1-1 0 0,1 0 1 0 0,0 0-1 0 0,0-1 0 0 0,-1 1 1 0 0,1 0-1 0 0,0 0 0 0 0,-2 2 1 0 0,1 1-229 0 0,0-1 1 0 0,0 1 0 0 0,0-1-1 0 0,0 1 1 0 0,0 0 0 0 0,-1 5-1 0 0,1-3 26 0 0,-2 10 25 0 0,1 0 0 0 0,0 0 0 0 0,1 0 1 0 0,0 1-1 0 0,2 22 0 0 0,-1-5-213 0 0,0-13-401 0 0,2 1-1 0 0,0-1 1 0 0,1 1 0 0 0,9 40-1 0 0,-7-47-349 0 0,1-1 0 0 0,1 0-1 0 0,0 1 1 0 0,12 19-1 0 0,-14-28 802 0 0,0 0-1 0 0,0-1 0 0 0,1 1 0 0 0,0-1 1 0 0,0 0-1 0 0,0 0 0 0 0,0-1 1 0 0,1 1-1 0 0,0-1 0 0 0,0-1 1 0 0,0 1-1 0 0,0-1 0 0 0,1 0 0 0 0,-1 0 1 0 0,1-1-1 0 0,0 0 0 0 0,-1 0 1 0 0,1 0-1 0 0,0-1 0 0 0,0 0 1 0 0,0-1-1 0 0,12 0 0 0 0,-12 0 364 0 0,0-1-1 0 0,0 0 0 0 0,0 0 0 0 0,0 0 1 0 0,0-1-1 0 0,0 0 0 0 0,0-1 1 0 0,-1 0-1 0 0,1 0 0 0 0,-1 0 1 0 0,0 0-1 0 0,1-1 0 0 0,-2 0 1 0 0,1-1-1 0 0,0 1 0 0 0,-1-1 1 0 0,0 0-1 0 0,0-1 0 0 0,-1 1 1 0 0,1-1-1 0 0,-1 0 0 0 0,4-8 1 0 0,-2 2 406 0 0,-1 0 0 0 0,0 0 1 0 0,-1-1-1 0 0,-1 0 0 0 0,0 0 0 0 0,-1 0 1 0 0,0 0-1 0 0,-1 0 0 0 0,0 0 1 0 0,-1 0-1 0 0,0-1 0 0 0,-1 1 1 0 0,-1 0-1 0 0,0 0 0 0 0,-5-13 0 0 0,2 6-609 0 0,-2-1-1 0 0,-1 1 0 0 0,-13-25 0 0 0,8 22-1113 0 0,-1-1-1 0 0,-20-23 0 0 0,26 38 144 0 0,0-1-1 0 0,0 2 0 0 0,-1-1 0 0 0,0 1 0 0 0,-13-8 0 0 0,17 12 607 0 0,-1 1-1 0 0,0 0 0 0 0,1 0 0 0 0,-1 0 1 0 0,0 1-1 0 0,0 0 0 0 0,-1 0 0 0 0,1 0 0 0 0,0 1 1 0 0,-1 0-1 0 0,-8 0 0 0 0,14 1 456 0 0,0 0 0 0 0,0 0 0 0 0,0 0 0 0 0,0 1 0 0 0,0-1 0 0 0,0 0-1 0 0,0 1 1 0 0,0-1 0 0 0,0 1 0 0 0,0-1 0 0 0,0 1 0 0 0,0-1 0 0 0,1 1 0 0 0,-1 0 0 0 0,0-1 0 0 0,0 1 0 0 0,1 0 0 0 0,-1 0-1 0 0,0 0 1 0 0,1-1 0 0 0,-1 1 0 0 0,1 0 0 0 0,-1 0 0 0 0,1 0 0 0 0,0 0 0 0 0,-1 0 0 0 0,1 0 0 0 0,0 0 0 0 0,-1 0 0 0 0,1 0-1 0 0,0 1 1 0 0,-2 36 1428 0 0,2-32-1558 0 0,1 16-1034 0 0,2 7-237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30.3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50 144 572 0 0,'0'0'2118'0'0,"0"17"-853"0"0,2 57 3934 0 0,-2-67-4796 0 0,1-1-1 0 0,0 1 0 0 0,1 0 1 0 0,0-1-1 0 0,0 1 1 0 0,0-1-1 0 0,1 0 1 0 0,-1 0-1 0 0,2 0 0 0 0,-1 0 1 0 0,1 0-1 0 0,0-1 1 0 0,0 0-1 0 0,0 1 1 0 0,8 6-1 0 0,-3-5 106 0 0,0 0 1 0 0,1 0-1 0 0,-1-1 1 0 0,1-1-1 0 0,1 0 0 0 0,-1 0 1 0 0,14 4-1 0 0,-14-6-704 0 0,1 0 0 0 0,-1-1 0 0 0,0 0 0 0 0,1 0 0 0 0,-1-2 0 0 0,1 1-1 0 0,-1-1 1 0 0,1-1 0 0 0,-1 1 0 0 0,14-4 0 0 0,-19 3 132 0 0,-1 0 0 0 0,0 0 1 0 0,0-1-1 0 0,0 1 0 0 0,1-1 0 0 0,-1 0 1 0 0,-1 0-1 0 0,1 0 0 0 0,0 0 0 0 0,0-1 1 0 0,-1 0-1 0 0,0 1 0 0 0,1-1 0 0 0,-1-1 0 0 0,0 1 1 0 0,0 0-1 0 0,-1-1 0 0 0,1 1 0 0 0,-1-1 1 0 0,0 0-1 0 0,0 0 0 0 0,0 0 0 0 0,0 0 0 0 0,-1 0 1 0 0,1 0-1 0 0,-1-1 0 0 0,1-4 0 0 0,-1-1 339 0 0,0-1 0 0 0,-1 0 0 0 0,0 1-1 0 0,0-1 1 0 0,-1 1 0 0 0,0-1 0 0 0,-1 1 0 0 0,0-1-1 0 0,-1 1 1 0 0,0 0 0 0 0,-1 0 0 0 0,0 0-1 0 0,-6-11 1 0 0,3 10-644 0 0,-1 0-1 0 0,0 0 1 0 0,0 0-1 0 0,-1 1 1 0 0,-1 1-1 0 0,1 0 1 0 0,-1 0-1 0 0,-1 1 1 0 0,0 0-1 0 0,-14-8 1 0 0,12 9-619 0 0,0 1 1 0 0,0 0 0 0 0,-1 1-1 0 0,0 0 1 0 0,-17-3 0 0 0,22 6 482 0 0,0 1 0 0 0,0-1 0 0 0,0 2 0 0 0,0-1 0 0 0,-1 1 0 0 0,1 1 0 0 0,0-1 0 0 0,-1 2 0 0 0,-10 2 0 0 0,16-3 455 0 0,1 1-1 0 0,-1 0 1 0 0,1-1-1 0 0,-1 1 0 0 0,1 0 1 0 0,0 1-1 0 0,0-1 1 0 0,0 1-1 0 0,0-1 1 0 0,1 1-1 0 0,-1 0 1 0 0,1 0-1 0 0,-1 0 1 0 0,1 0-1 0 0,0 0 0 0 0,0 1 1 0 0,1-1-1 0 0,-3 5 1 0 0,-3 7-508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30.7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415 1 1286 0 0,'0'0'1546'0'0,"-17"8"380"0"0,-54 29 5514 0 0,60-31-6603 0 0,1 1 1 0 0,0 1-1 0 0,0-1 1 0 0,1 1-1 0 0,0 1 0 0 0,0 0 1 0 0,-8 12-1 0 0,-10 8-74 0 0,-175 179-10445 0 0,190-236 2219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30.9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12 0 0,'0'0'3340'0'0,"20"5"-441"0"0,65 20 7838 0 0,-78-22-10350 0 0,0 0 0 0 0,0 0 0 0 0,-1 0 0 0 0,1 1 0 0 0,-1 0 0 0 0,0 0 0 0 0,6 6 0 0 0,7 5-811 0 0,38 20-2841 0 0,109 50 0 0 0,-81-44 1215 0 0,-51-23 140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31.2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50 1 1278 0 0,'0'0'1199'0'0,"10"16"619"0"0,7 9 1014 0 0,-3-4 1460 0 0,19 36-1 0 0,-29-50-3637 0 0,-1 1-1 0 0,0 0 0 0 0,0-1 1 0 0,-1 1-1 0 0,3 16 1 0 0,-4-16-679 0 0,-1-1 1 0 0,1 1 0 0 0,-1-1 0 0 0,-1 0-1 0 0,1 1 1 0 0,-1-1 0 0 0,-1 1 0 0 0,1-1 0 0 0,-1 0-1 0 0,-1 0 1 0 0,1 0 0 0 0,-1 0 0 0 0,0 0-1 0 0,-1-1 1 0 0,0 1 0 0 0,0-1 0 0 0,-8 10-1 0 0,8-12-402 0 0,1 0-1 0 0,-1 0 1 0 0,0 0-1 0 0,0-1 0 0 0,0 1 1 0 0,-1-1-1 0 0,1 0 0 0 0,-1-1 1 0 0,0 1-1 0 0,0-1 0 0 0,0 0 1 0 0,0 0-1 0 0,0-1 1 0 0,0 1-1 0 0,0-1 0 0 0,-1 0 1 0 0,1 0-1 0 0,0-1 0 0 0,-10 0 1 0 0,15 0 514 0 0,6 0 1443 0 0,38-4 3576 0 0,58-5-2304 0 0,52-12-9488 0 0,-127 17 4165 0 0,-6 2 369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31.6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67 36 92 0 0,'0'0'2830'0'0,"-9"14"-1228"0"0,-27 47 4019 0 0,32-54-5128 0 0,1 0-1 0 0,0 0 1 0 0,0 0 0 0 0,1 1-1 0 0,-3 10 1 0 0,4-10-734 0 0,1 0 0 0 0,-1 0 0 0 0,1 0 0 0 0,0 0-1 0 0,1 0 1 0 0,3 14 0 0 0,-2-16-50 0 0,0 0-1 0 0,0 0 0 0 0,1 0 1 0 0,0 0-1 0 0,0 0 1 0 0,1-1-1 0 0,0 1 1 0 0,0-1-1 0 0,0 0 1 0 0,0 0-1 0 0,1 0 0 0 0,0-1 1 0 0,0 0-1 0 0,0 1 1 0 0,0-2-1 0 0,1 1 1 0 0,0-1-1 0 0,-1 0 1 0 0,1 0-1 0 0,0 0 1 0 0,7 1-1 0 0,-1 0 169 0 0,1 0 0 0 0,-1 0 0 0 0,1-2 0 0 0,0 0 1 0 0,0 0-1 0 0,0-1 0 0 0,0 0 0 0 0,-1-1 0 0 0,26-4 0 0 0,-32 3 101 0 0,-1-1-1 0 0,1 1 1 0 0,0-1 0 0 0,-1-1-1 0 0,0 1 1 0 0,0-1 0 0 0,0 0-1 0 0,0 0 1 0 0,0-1 0 0 0,0 1-1 0 0,-1-1 1 0 0,1 0 0 0 0,-1 0-1 0 0,0-1 1 0 0,-1 1 0 0 0,1-1-1 0 0,-1 0 1 0 0,0 0-1 0 0,0 0 1 0 0,0 0 0 0 0,-1 0-1 0 0,1-1 1 0 0,-2 1 0 0 0,3-7-1 0 0,-2 5 189 0 0,-1 0-1 0 0,0 0 0 0 0,0 0 1 0 0,0 0-1 0 0,-1 0 0 0 0,0 0 1 0 0,0 0-1 0 0,-1 0 0 0 0,0 0 1 0 0,0 0-1 0 0,0 0 0 0 0,-1 1 1 0 0,0-1-1 0 0,-1 0 0 0 0,1 1 1 0 0,-1 0-1 0 0,0-1 0 0 0,-1 1 1 0 0,0 0-1 0 0,-4-5 0 0 0,-2-1 807 0 0,-1 1 0 0 0,0 1-1 0 0,-1 0 1 0 0,0 0 0 0 0,-1 1 0 0 0,-15-8 0 0 0,21 12-498 0 0,-1 2 1 0 0,0-1 0 0 0,0 1 0 0 0,0 0 0 0 0,0 1 0 0 0,0 0 0 0 0,-1 0 0 0 0,1 0 0 0 0,-1 1 0 0 0,1 1 0 0 0,-1 0 0 0 0,-14 1 0 0 0,21-1-474 0 0,-1 1 1 0 0,1 0-1 0 0,-1-1 0 0 0,1 1 0 0 0,-1 0 1 0 0,1 1-1 0 0,-1-1 0 0 0,1 0 0 0 0,0 1 1 0 0,0-1-1 0 0,-1 1 0 0 0,1 0 0 0 0,1-1 1 0 0,-1 1-1 0 0,0 0 0 0 0,0 0 0 0 0,-2 5 0 0 0,3-6-4 0 0,0 1 0 0 0,1-1-1 0 0,-1 0 1 0 0,0 1 0 0 0,1-1-1 0 0,-1 1 1 0 0,1-1-1 0 0,0 1 1 0 0,0-1 0 0 0,-1 1-1 0 0,1-1 1 0 0,0 1 0 0 0,0-1-1 0 0,0 1 1 0 0,1-1-1 0 0,-1 1 1 0 0,0-1 0 0 0,0 1-1 0 0,1-1 1 0 0,-1 1 0 0 0,1-1-1 0 0,0 1 1 0 0,-1-1-1 0 0,1 0 1 0 0,0 1 0 0 0,0-1-1 0 0,0 0 1 0 0,-1 0 0 0 0,1 1-1 0 0,1-1 1 0 0,-1 0-1 0 0,1 1 1 0 0,9 6-442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31.9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8 172 1300 0 0,'0'0'1826'0'0,"4"16"-523"0"0,15 51 2674 0 0,-16-60-3458 0 0,0 0 0 0 0,0 0 1 0 0,0 0-1 0 0,1 0 0 0 0,0-1 0 0 0,0 0 0 0 0,0 0 0 0 0,1 0 0 0 0,0 0 0 0 0,0 0 0 0 0,1-1 0 0 0,-1 0 0 0 0,1 0 0 0 0,0-1 1 0 0,1 0-1 0 0,7 5 0 0 0,3-2-150 0 0,0 1 1 0 0,0-2-1 0 0,0 0 1 0 0,34 5 0 0 0,-37-8-1017 0 0,-1 0 0 0 0,1-2 0 0 0,0 1 0 0 0,0-2 0 0 0,0 0-1 0 0,0 0 1 0 0,25-5 0 0 0,-34 4 279 0 0,-1-1-1 0 0,1 1 1 0 0,-1-1-1 0 0,1 0 1 0 0,-1 0-1 0 0,0 0 1 0 0,0 0-1 0 0,0-1 1 0 0,0 0-1 0 0,0 0 0 0 0,0 0 1 0 0,-1 0-1 0 0,1 0 1 0 0,-1-1-1 0 0,0 0 1 0 0,0 1-1 0 0,0-1 1 0 0,-1 0-1 0 0,0-1 0 0 0,1 1 1 0 0,-1 0-1 0 0,-1-1 1 0 0,1 1-1 0 0,-1-1 1 0 0,2-8-1 0 0,-1 2 402 0 0,0 1 0 0 0,-1-1 1 0 0,0-1-1 0 0,-1 1 0 0 0,-1 0 0 0 0,0 0 0 0 0,0 0 0 0 0,-1 1 0 0 0,0-1 0 0 0,-1 0 1 0 0,0 0-1 0 0,-1 1 0 0 0,0 0 0 0 0,0 0 0 0 0,-1 0 0 0 0,-1 0 0 0 0,0 1 1 0 0,0 0-1 0 0,-1 0 0 0 0,0 0 0 0 0,0 1 0 0 0,-1 0 0 0 0,0 1 0 0 0,0 0 0 0 0,-1 0 1 0 0,0 0-1 0 0,0 1 0 0 0,-1 1 0 0 0,0 0 0 0 0,0 0 0 0 0,0 1 0 0 0,0 0 1 0 0,-1 0-1 0 0,-13-2 0 0 0,13 3-157 0 0,-1 1 1 0 0,0 1-1 0 0,1-1 1 0 0,-1 2-1 0 0,0-1 1 0 0,0 2-1 0 0,0 0 1 0 0,1 0-1 0 0,-1 1 1 0 0,0 0-1 0 0,1 1 1 0 0,0 0-1 0 0,-1 1 1 0 0,1 1-1 0 0,1-1 1 0 0,-1 2-1 0 0,1-1 1 0 0,0 2-1 0 0,-13 9 1 0 0,1 4-1533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33.4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71 0 1252 0 0,'0'0'2006'0'0,"-10"17"534"0"0,-31 56 7659 0 0,37-66-9514 0 0,1 0 0 0 0,1 0 0 0 0,-1 1 1 0 0,-1 10-1 0 0,2-8-765 0 0,1 0 0 0 0,1 0 0 0 0,1 19 0 0 0,0 0-207 0 0,3 129-4247 0 0,-1-113-431 0 0,13 67 1 0 0,-16-110 5045 0 0,1 0 0 0 0,-1-1 1 0 0,0 1-1 0 0,1 0 0 0 0,0 0 0 0 0,-1-1 0 0 0,1 1 0 0 0,0 0 0 0 0,0-1 1 0 0,0 1-1 0 0,0-1 0 0 0,0 1 0 0 0,0-1 0 0 0,0 1 0 0 0,0-1 0 0 0,1 0 1 0 0,-1 0-1 0 0,1 1 0 0 0,-1-1 0 0 0,4 1 0 0 0,-1 0 460 0 0,0-1-1 0 0,0 0 1 0 0,0-1-1 0 0,1 1 0 0 0,-1-1 1 0 0,0 0-1 0 0,0 0 1 0 0,5 0-1 0 0,5-1 809 0 0,0-1-1 0 0,-1 0 0 0 0,15-5 0 0 0,75-29-1506 0 0,-26 7-289 0 0,9 4-1781 0 0,29-9-5644 0 0,-95 27 5045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33.6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146 1 1044 0 0,'0'0'1763'0'0,"-15"16"346"0"0,-44 53 6512 0 0,52-60-7309 0 0,0 0 0 0 0,1 0 0 0 0,-6 14 1 0 0,7-13-1183 0 0,1 1 1 0 0,1 0 0 0 0,-5 19 0 0 0,2-4-553 0 0,1 2-936 0 0,1 1 0 0 0,1-1-1 0 0,2 1 1 0 0,2 34 0 0 0,-1-17-1451 0 0,1-36 1915 0 0,-1 1 0 0 0,1 0 0 0 0,1 0 0 0 0,0-1 0 0 0,4 14 0 0 0,-5-20 777 0 0,0-1 1 0 0,0 0 0 0 0,1 1-1 0 0,-1-1 1 0 0,1 0 0 0 0,0 0-1 0 0,0 0 1 0 0,0 0 0 0 0,0 0-1 0 0,0 0 1 0 0,1-1-1 0 0,-1 1 1 0 0,1-1 0 0 0,0 1-1 0 0,0-1 1 0 0,0 0 0 0 0,0 0-1 0 0,0 0 1 0 0,7 2 0 0 0,7-2-957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34.0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61 79 1214 0 0,'0'0'1410'0'0,"-1"17"-33"0"0,-4 57 3866 0 0,4-69-4872 0 0,1 0 0 0 0,0 0-1 0 0,1 0 1 0 0,-1 1 0 0 0,1-1 0 0 0,0 0-1 0 0,3 9 1 0 0,-3-11-126 0 0,0-1 0 0 0,0 0 1 0 0,0 0-1 0 0,0 0 0 0 0,0 0 0 0 0,1 0 0 0 0,-1 0 0 0 0,1-1 0 0 0,0 1 0 0 0,-1 0 1 0 0,1-1-1 0 0,0 1 0 0 0,2 1 0 0 0,2-1 120 0 0,-1 0 1 0 0,1 0-1 0 0,0 0 0 0 0,0-1 0 0 0,0 1 1 0 0,1-1-1 0 0,-1-1 0 0 0,0 1 1 0 0,0-1-1 0 0,7-1 0 0 0,-4 1-608 0 0,0-1-1 0 0,0 0 1 0 0,-1 0-1 0 0,1-1 0 0 0,0 0 1 0 0,-1-1-1 0 0,1 0 1 0 0,-1 0-1 0 0,0-1 1 0 0,0 0-1 0 0,10-6 1 0 0,-13 7 49 0 0,-1 0 1 0 0,0-1 0 0 0,0 1-1 0 0,0-1 1 0 0,-1 1-1 0 0,1-1 1 0 0,-1 0 0 0 0,0-1-1 0 0,0 1 1 0 0,0 0-1 0 0,0-1 1 0 0,-1 0 0 0 0,0 0-1 0 0,0 1 1 0 0,0-1 0 0 0,0 0-1 0 0,-1 0 1 0 0,0-1-1 0 0,0 1 1 0 0,0-9 0 0 0,-5-21-2014 0 0,3 32 2352 0 0,0 0 0 0 0,0-1 0 0 0,0 1 1 0 0,-1 0-1 0 0,0 0 0 0 0,1 0 0 0 0,-1 0 0 0 0,-1 0 0 0 0,1 0 0 0 0,0 0 0 0 0,0 0 0 0 0,-1 1 0 0 0,0 0 0 0 0,1-1 0 0 0,-1 1 1 0 0,0 0-1 0 0,0 0 0 0 0,-4-1 0 0 0,-5-4-392 0 0,0 2 1 0 0,0 0 0 0 0,0 0-1 0 0,-1 1 1 0 0,1 1 0 0 0,-1 0-1 0 0,0 1 1 0 0,0 0 0 0 0,-23 0-1 0 0,30 2-11 0 0,0 0-1 0 0,0 1 1 0 0,1-1-1 0 0,-1 1 0 0 0,1 0 1 0 0,-1 1-1 0 0,0-1 1 0 0,1 1-1 0 0,0 0 1 0 0,-1 1-1 0 0,1-1 0 0 0,0 1 1 0 0,0 0-1 0 0,1 0 1 0 0,-1 0-1 0 0,1 1 1 0 0,-1 0-1 0 0,1 0 0 0 0,0 0 1 0 0,0 0-1 0 0,1 1 1 0 0,-1-1-1 0 0,1 1 1 0 0,-3 7-1 0 0,5-11 225 0 0,0 1 0 0 0,0 0 0 0 0,1 0 0 0 0,-1 0 0 0 0,1 0 0 0 0,-1 0 0 0 0,1 0 1 0 0,0 0-1 0 0,-1 0 0 0 0,1 0 0 0 0,0 0 0 0 0,0 0 0 0 0,1 0 0 0 0,-1 0 0 0 0,0 0 0 0 0,1 0 0 0 0,-1 0 0 0 0,1 0 0 0 0,0 0 0 0 0,0 0 0 0 0,-1-1 0 0 0,1 1 1 0 0,2 2-1 0 0,-1-1-130 0 0,1 0 0 0 0,0 0 1 0 0,0 0-1 0 0,0-1 1 0 0,0 1-1 0 0,0-1 1 0 0,0 0-1 0 0,0 0 1 0 0,1 0-1 0 0,-1 0 1 0 0,5 1-1 0 0,14 5-1358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34.3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0 1188 0 0,'0'0'1361'0'0,"-5"14"26"0"0,-16 45 2594 0 0,18-50-3447 0 0,1 1 1 0 0,0 0-1 0 0,0 0 0 0 0,1-1 0 0 0,0 1 0 0 0,1 11 0 0 0,8 24-1091 0 0,-6-40 285 0 0,0 0-1 0 0,1 1 1 0 0,-1-1 0 0 0,1 0-1 0 0,0-1 1 0 0,1 1 0 0 0,-1 0-1 0 0,1-1 1 0 0,0 0 0 0 0,0 0 0 0 0,0 0-1 0 0,0 0 1 0 0,1-1 0 0 0,-1 0-1 0 0,1 0 1 0 0,0 0 0 0 0,0 0-1 0 0,0-1 1 0 0,7 2 0 0 0,-2 0 29 0 0,1 0 0 0 0,0-1 1 0 0,1-1-1 0 0,-1 0 1 0 0,0-1-1 0 0,1 0 0 0 0,-1 0 1 0 0,19-3-1 0 0,-26 2 457 0 0,0-1-1 0 0,0 0 1 0 0,0 0 0 0 0,-1 0-1 0 0,1 0 1 0 0,0-1-1 0 0,-1 1 1 0 0,1-1 0 0 0,-1 0-1 0 0,0 0 1 0 0,0 0-1 0 0,0-1 1 0 0,0 1 0 0 0,0-1-1 0 0,0 0 1 0 0,0 0-1 0 0,-1 0 1 0 0,1 0 0 0 0,-1 0-1 0 0,0 0 1 0 0,0 0-1 0 0,0-1 1 0 0,-1 1 0 0 0,1-1-1 0 0,-1 0 1 0 0,0 1-1 0 0,0-1 1 0 0,0 0-1 0 0,0-6 1 0 0,-1 10-184 0 0,1-9 1329 0 0,-1 0 0 0 0,-1-1 0 0 0,-2-12 0 0 0,2 18-927 0 0,-1 0 0 0 0,1 0-1 0 0,-1 0 1 0 0,0 0 0 0 0,0 0-1 0 0,-1 0 1 0 0,1 0 0 0 0,-1 1 0 0 0,-3-5-1 0 0,-3-1-474 0 0,0-1-1 0 0,-1 2 1 0 0,1-1-1 0 0,-2 1 1 0 0,-12-8-1 0 0,18 13 36 0 0,1 1 0 0 0,-1-1 0 0 0,1 1 1 0 0,-1 0-1 0 0,0 0 0 0 0,1 1 0 0 0,-1-1 0 0 0,0 1 0 0 0,0 0 0 0 0,0 0 0 0 0,0 1 0 0 0,-1-1 1 0 0,1 1-1 0 0,0 0 0 0 0,0 1 0 0 0,-6 0 0 0 0,9 0 38 0 0,0 0 0 0 0,1 0 0 0 0,-1 0 0 0 0,0 0 0 0 0,0 1 0 0 0,1-1 0 0 0,-1 0 0 0 0,1 1 0 0 0,-1 0 0 0 0,1-1 0 0 0,-1 1 0 0 0,1 0 0 0 0,0-1 0 0 0,-2 5 0 0 0,-11 28-364 0 0,11-18-1064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34.9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99 3 902 0 0,'0'0'2321'0'0,"-15"16"602"0"0,-43 53 7898 0 0,55-66-10652 0 0,1 0 1 0 0,-1 0-1 0 0,1 1 0 0 0,0-1 0 0 0,0 1 1 0 0,1 0-1 0 0,-1-1 0 0 0,1 1 0 0 0,-1 0 0 0 0,1 0 1 0 0,1 0-1 0 0,-1 0 0 0 0,0 0 0 0 0,1 5 1 0 0,-1 2-32 0 0,0-4-342 0 0,1 0 0 0 0,-1 0 0 0 0,1 1 0 0 0,1-1 0 0 0,-1 0 0 0 0,1 0 0 0 0,1 1 0 0 0,-1-1 0 0 0,1 0-1 0 0,1 0 1 0 0,-1-1 0 0 0,1 1 0 0 0,0 0 0 0 0,1-1 0 0 0,4 7 0 0 0,-4-8-229 0 0,0 0 0 0 0,0 0 0 0 0,0-1 0 0 0,1 0 0 0 0,0 0-1 0 0,0 0 1 0 0,0-1 0 0 0,0 0 0 0 0,0 1 0 0 0,1-2 0 0 0,-1 1-1 0 0,1-1 1 0 0,0 0 0 0 0,0 0 0 0 0,0 0 0 0 0,0-1 0 0 0,0 0-1 0 0,7 0 1 0 0,-2 0-26 0 0,0-1-1 0 0,0 0 0 0 0,0-1 1 0 0,0 0-1 0 0,0-1 0 0 0,0 0 1 0 0,11-4-1 0 0,-12 2 433 0 0,-1 1 1 0 0,1-1-1 0 0,-1-1 1 0 0,0 0-1 0 0,-1 0 1 0 0,1-1-1 0 0,-1 0 1 0 0,0 0-1 0 0,-1-1 1 0 0,0 0-1 0 0,0-1 1 0 0,0 1-1 0 0,-1-1 1 0 0,0 0-1 0 0,0-1 1 0 0,-1 0-1 0 0,0 1 1 0 0,-1-2-1 0 0,0 1 1 0 0,5-16-1 0 0,-8 21 47 0 0,1-1 0 0 0,-1 1 0 0 0,-1-1 0 0 0,1 0 0 0 0,0 0-1 0 0,-1 1 1 0 0,0-1 0 0 0,0 0 0 0 0,-1 1 0 0 0,1-1 0 0 0,-1 0 0 0 0,0 1-1 0 0,0-1 1 0 0,-1 1 0 0 0,1-1 0 0 0,-1 1 0 0 0,0-1 0 0 0,0 1 0 0 0,0 0-1 0 0,-5-5 1 0 0,3 3 105 0 0,-1 1-1 0 0,0 0 0 0 0,-1 1 1 0 0,1 0-1 0 0,-1-1 0 0 0,0 2 1 0 0,0-1-1 0 0,0 1 0 0 0,-1 0 1 0 0,1 0-1 0 0,-1 0 0 0 0,-12-2 1 0 0,-32-5-768 0 0,46 10 681 0 0,1-1-1 0 0,-1 1 1 0 0,0 0-1 0 0,1 0 1 0 0,-1 1 0 0 0,0-1-1 0 0,1 1 1 0 0,-9 3-1 0 0,11-3 145 0 0,1 0 0 0 0,-1 0 0 0 0,1 0 0 0 0,0 0 0 0 0,-1 0 0 0 0,1 1 0 0 0,0-1-1 0 0,0 1 1 0 0,0-1 0 0 0,0 1 0 0 0,0-1 0 0 0,0 1 0 0 0,0 0 0 0 0,1-1 0 0 0,-1 1-1 0 0,1 0 1 0 0,-1 0 0 0 0,1-1 0 0 0,-1 1 0 0 0,1 0 0 0 0,0 0 0 0 0,0 0 0 0 0,0 0-1 0 0,0-1 1 0 0,0 1 0 0 0,1 0 0 0 0,-1 0 0 0 0,0 0 0 0 0,1-1 0 0 0,-1 1 0 0 0,1 0-1 0 0,0-1 1 0 0,-1 1 0 0 0,1 0 0 0 0,0-1 0 0 0,0 1 0 0 0,0-1 0 0 0,0 1 0 0 0,2 1-1 0 0,11 8 1335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35.2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110 223 1576 0 0,'0'0'1880'0'0,"13"15"-68"0"0,45 44 5864 0 0,-53-54-6994 0 0,0-1 0 0 0,0 0 1 0 0,0-1-1 0 0,1 1 0 0 0,7 3 1 0 0,-6-5-398 0 0,0 0 0 0 0,0 0 0 0 0,-1 0 1 0 0,1-1-1 0 0,11 1 0 0 0,-3 0 374 0 0,8 1-905 0 0,-1 0 0 0 0,1-2 0 0 0,-1-1 0 0 0,1-1 0 0 0,28-5-1 0 0,-43 5-209 0 0,0 0 0 0 0,-1-1 0 0 0,1 0 0 0 0,0-1 0 0 0,-1 1 0 0 0,0-2 0 0 0,0 1 0 0 0,0-1 0 0 0,0 0 0 0 0,0 0 0 0 0,-1-1 0 0 0,1 0 0 0 0,-1 0 0 0 0,-1 0 0 0 0,1-1 0 0 0,-1 0 0 0 0,0 0 0 0 0,6-9 0 0 0,-9 11 148 0 0,0 1 0 0 0,-1-1 1 0 0,1 0-1 0 0,-1 1 0 0 0,0-1 0 0 0,0 0 1 0 0,0 0-1 0 0,0 1 0 0 0,-1-1 0 0 0,1 0 1 0 0,-1 0-1 0 0,0 0 0 0 0,0 0 0 0 0,-1 0 1 0 0,0-5-1 0 0,-1 3 239 0 0,0 0 1 0 0,0 1 0 0 0,0-1-1 0 0,-1 1 1 0 0,0 0-1 0 0,0 0 1 0 0,0 0 0 0 0,0 0-1 0 0,-6-6 1 0 0,-2 1 174 0 0,0-1 0 0 0,0 2 0 0 0,-1 0 0 0 0,0 0 0 0 0,-1 1 0 0 0,0 0 0 0 0,-16-6 0 0 0,7 4-89 0 0,-1 1 0 0 0,0 1 0 0 0,0 1-1 0 0,-41-7 1 0 0,51 13-56 0 0,0 0 0 0 0,0 0-1 0 0,0 1 1 0 0,0 1 0 0 0,0 0-1 0 0,0 1 1 0 0,0 1-1 0 0,0 0 1 0 0,1 0 0 0 0,-17 8-1 0 0,3 0-548 0 0,1 2-1 0 0,-28 17 0 0 0,21-8-1011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37.0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47 1 334 0 0,'-16'17'19326'0'0,"14"-15"-19326"0"0,0-1 0 0 0,1 1 0 0 0,-1-1 0 0 0,0 1 0 0 0,0 0 0 0 0,1-1 0 0 0,-1 1 0 0 0,1 0 0 0 0,0 0 0 0 0,-1 0 0 0 0,1 1 0 0 0,0-1 0 0 0,0 0 0 0 0,0 0 0 0 0,1 0 0 0 0,-1 1 0 0 0,1-1 0 0 0,-1 5 0 0 0,-1 4 0 0 0,0 0 0 0 0,1 19 0 0 0,1-24 0 0 0,-1-2 0 0 0,1 1 0 0 0,0 0 0 0 0,0 0 0 0 0,0 0 0 0 0,1-1 0 0 0,0 1 0 0 0,0 0 0 0 0,0-1 0 0 0,0 1 0 0 0,1-1 0 0 0,0 1 0 0 0,0-1 0 0 0,0 1 0 0 0,0-1 0 0 0,4 6 0 0 0,11 6 0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31.0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141 0 92 0 0,'0'0'348'0'0,"-4"14"2605"0"0,-12 43 8967 0 0,12-48-8546 0 0,0-12-2179 0 0,1-10-1417 0 0,2 11 222 0 0,-9 4 0 0 0,6 1 0 0 0,1-1 0 0 0,1 1 0 0 0,-1-1 0 0 0,0 1 0 0 0,1 0 0 0 0,-1 0 0 0 0,1 0 0 0 0,0 0 0 0 0,0 1 0 0 0,-2 4 0 0 0,-18 40 0 0 0,19-42 0 0 0,-5 19-194 0 0,0-1 0 0 0,1 1 0 0 0,1 1 0 0 0,-4 49-1 0 0,6 107-1589 0 0,4-134 1383 0 0,7 103-3527 0 0,5-1 0 0 0,50 226 0 0 0,-37-270 3725 0 0,4-2 0 0 0,81 190 0 0 0,-42-148 309 0 0,113 175 1 0 0,154 145-218 0 0,-321-448 66 0 0,2 0-1 0 0,28 25 1 0 0,-39-38-20 0 0,0-1 1 0 0,1 0 0 0 0,-1 0 0 0 0,1-1 0 0 0,0 0-1 0 0,0 0 1 0 0,0 0 0 0 0,0 0 0 0 0,0-1 0 0 0,1 0-1 0 0,-1-1 1 0 0,1 1 0 0 0,11 0 0 0 0,-6-4-477 0 0,0-7-835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1.4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59 45 1456 0 0,'0'0'2471'0'0,"7"-9"260"0"0,-4 4-624 0 0,-1 1-1062 0 0,0 1 1 0 0,0 0-1 0 0,0 0 1 0 0,1 1-1 0 0,-1-1 1 0 0,5-3-1 0 0,-6 5-912 0 0,1 0-1 0 0,-1 0 1 0 0,0 1-1 0 0,0-1 0 0 0,0 1 1 0 0,0-1-1 0 0,1 1 1 0 0,-1 0-1 0 0,0-1 1 0 0,0 1-1 0 0,1 0 1 0 0,-1 0-1 0 0,0 0 1 0 0,1 0-1 0 0,-1 0 1 0 0,0 0-1 0 0,1 0 1 0 0,-1 0-1 0 0,0 0 1 0 0,0 1-1 0 0,1-1 1 0 0,-1 1-1 0 0,0-1 1 0 0,0 1-1 0 0,0-1 1 0 0,2 2-1 0 0,11 6-840 0 0,-1 0 0 0 0,0 2 1 0 0,0-1-1 0 0,-1 1 0 0 0,0 1 0 0 0,-1 0 0 0 0,0 1 0 0 0,14 21 0 0 0,-18-23 204 0 0,-2-1-1 0 0,1 1 1 0 0,-2 0-1 0 0,1 1 1 0 0,-1-1-1 0 0,-1 1 1 0 0,0 0-1 0 0,0 0 1 0 0,-1 0 0 0 0,-1 0-1 0 0,0 0 1 0 0,0 0-1 0 0,-2 13 1 0 0,0-15 422 0 0,0-1 1 0 0,-1 0 0 0 0,-1 1-1 0 0,1-1 1 0 0,-1 0 0 0 0,-1-1 0 0 0,1 1-1 0 0,-2 0 1 0 0,1-1 0 0 0,-1 0-1 0 0,0 0 1 0 0,0 0 0 0 0,0-1 0 0 0,-1 0-1 0 0,0 0 1 0 0,-1 0 0 0 0,-10 7-1 0 0,6-5 97 0 0,-1 0 0 0 0,0-1 0 0 0,0 0-1 0 0,-1-1 1 0 0,0 0 0 0 0,0-1 0 0 0,0 0 0 0 0,-1-1-1 0 0,-25 4 1 0 0,7-6 70 0 0,30-2 39 0 0,0 0 0 0 0,1 0 0 0 0,-1 0 0 0 0,1 0 0 0 0,-1 0 0 0 0,1 0 0 0 0,-1-1-1 0 0,1 1 1 0 0,-1 0 0 0 0,1-1 0 0 0,-1 1 0 0 0,1-1 0 0 0,-1 0 0 0 0,1 1 0 0 0,2-13 5570 0 0,0 13-5534 0 0,-1 0 1 0 0,0-1-1 0 0,1 1 0 0 0,-1 0 0 0 0,1 0 0 0 0,18-4 3883 0 0,-18 4-4138 0 0,136-15 2278 0 0,-25 4-4280 0 0,-41 2 978 0 0,126-6-9885 0 0,-110 13 9042 0 0,-48-2 2539 0 0,-26-1-433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2.06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166 28 1426 0 0,'-16'-24'15692'0'0,"16"24"-15624"0"0,0-1 1 0 0,0 1-1 0 0,-1 0 1 0 0,1 0-1 0 0,0-1 1 0 0,0 1-1 0 0,-1 0 1 0 0,1 0-1 0 0,0 0 1 0 0,0-1-1 0 0,-1 1 0 0 0,1 0 1 0 0,0 0-1 0 0,-1 0 1 0 0,1 0-1 0 0,0 0 1 0 0,0 0-1 0 0,-1 0 1 0 0,1-1-1 0 0,0 1 1 0 0,-1 0-1 0 0,1 0 1 0 0,0 0-1 0 0,-1 0 1 0 0,1 0-1 0 0,0 0 0 0 0,-1 1 1 0 0,1-1-1 0 0,0 0 1 0 0,-1 0-1 0 0,1 0 1 0 0,0 0-1 0 0,0 0 1 0 0,-1 0-1 0 0,1 0 1 0 0,0 1-1 0 0,-1-1 1 0 0,1 0-1 0 0,0 0 0 0 0,0 0 1 0 0,0 1-1 0 0,-1-1 1 0 0,1 0-1 0 0,0 1 1 0 0,-10 13-364 0 0,6-8 51 0 0,1-2 241 0 0,-1 0 0 0 0,1 0 0 0 0,0 1 1 0 0,0 0-1 0 0,-2 5 0 0 0,5-9 3 0 0,-1-1 0 0 0,1 1 0 0 0,-1 0 0 0 0,1 0 0 0 0,0 0 0 0 0,-1 0 0 0 0,1 0 0 0 0,0 0 1 0 0,0-1-1 0 0,0 1 0 0 0,-1 0 0 0 0,1 0 0 0 0,0 0 0 0 0,0 0 0 0 0,1 0 0 0 0,-1 0 0 0 0,0 0 0 0 0,0 0 1 0 0,0 0-1 0 0,1 0 0 0 0,-1-1 0 0 0,0 1 0 0 0,1 0 0 0 0,-1 0 0 0 0,1 0 0 0 0,-1 0 0 0 0,1-1 0 0 0,-1 1 1 0 0,1 0-1 0 0,-1 0 0 0 0,1-1 0 0 0,0 1 0 0 0,-1-1 0 0 0,2 2 0 0 0,18 7-1222 0 0,-16-8 498 0 0,-1 0 0 0 0,1 1 1 0 0,-1-1-1 0 0,0 1 0 0 0,1 0 1 0 0,-1 0-1 0 0,4 4 0 0 0,4 5-355 0 0,-1 0 0 0 0,0 0 0 0 0,-1 1 0 0 0,0 0-1 0 0,-1 1 1 0 0,7 14 0 0 0,-5-8 793 0 0,-2 1 1 0 0,-1 0-1 0 0,10 38 0 0 0,-11-26 448 0 0,-2 0 0 0 0,-1 0 0 0 0,-1 0 0 0 0,-1 1 0 0 0,-8 55 0 0 0,5-73 386 0 0,-2 0 0 0 0,0 0 0 0 0,0 0 0 0 0,-1 0 0 0 0,-13 23 0 0 0,-20 32 7287 0 0,35-66-7683 0 0,0-1 0 0 0,0 1 0 0 0,0 0-1 0 0,0-1 1 0 0,-1 1 0 0 0,0-1 0 0 0,0 0-1 0 0,1 0 1 0 0,-2-1 0 0 0,1 1-1 0 0,0-1 1 0 0,0 0 0 0 0,-1 0 0 0 0,-5 2-1 0 0,8-3-105 0 0,0-1-1 0 0,-1 1 0 0 0,1 0 0 0 0,0-1 0 0 0,-1 0 0 0 0,1 1 0 0 0,-1-1 0 0 0,1 0 0 0 0,0 0 0 0 0,-1 0 0 0 0,1-1 0 0 0,-1 1 0 0 0,1 0 0 0 0,0-1 0 0 0,-1 0 0 0 0,1 1 0 0 0,0-1 0 0 0,0 0 1 0 0,0 0-1 0 0,-1 0 0 0 0,1-1 0 0 0,0 1 0 0 0,0 0 0 0 0,1-1 0 0 0,-1 0 0 0 0,0 1 0 0 0,0-1 0 0 0,1 0 0 0 0,-2-2 0 0 0,-9-16-749 0 0,1-1 0 0 0,1 0-1 0 0,1-1 1 0 0,1 0 0 0 0,1 0 0 0 0,0-1-1 0 0,2 0 1 0 0,1 0 0 0 0,1-1-1 0 0,0-40 1 0 0,3 58 183 0 0,0 1-1 0 0,1-1 1 0 0,0 1-1 0 0,0-1 0 0 0,0 1 1 0 0,1 0-1 0 0,-1-1 1 0 0,1 1-1 0 0,1 0 1 0 0,-1 0-1 0 0,7-9 1 0 0,-4 6 227 0 0,1 1 0 0 0,1 0 0 0 0,0 0 0 0 0,0 0 0 0 0,0 1 1 0 0,11-7-1 0 0,8-4 395 0 0,2 2 1 0 0,0 1-1 0 0,35-12 0 0 0,-62 26-109 0 0,63-26 5144 0 0,0 4 1 0 0,120-26 0 0 0,-157 45-4882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2.4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117 1 476 0 0,'0'0'2350'0'0,"-6"18"-1072"0"0,-3 2-5 0 0,0 4 878 0 0,1-1 0 0 0,-9 43 0 0 0,0 52-2220 0 0,14-70-2078 0 0,6 84 0 0 0,-2-117 1234 0 0,2 1 1 0 0,7 28-1 0 0,-6-31 905 0 0,0-1-1 0 0,1 0 0 0 0,0-1 0 0 0,1 1 0 0 0,1-1 0 0 0,-1 0 0 0 0,2-1 0 0 0,-1 1 1 0 0,1-2-1 0 0,1 1 0 0 0,0-1 0 0 0,11 9 0 0 0,-18-16 45 0 0,1 0 1 0 0,-1 0-1 0 0,1-1 1 0 0,0 1-1 0 0,0 0 0 0 0,0-1 1 0 0,0 0-1 0 0,0 0 1 0 0,0 0-1 0 0,0 0 0 0 0,0 0 1 0 0,1-1-1 0 0,-1 1 1 0 0,0-1-1 0 0,0 0 0 0 0,1 0 1 0 0,-1 0-1 0 0,0 0 1 0 0,0-1-1 0 0,1 1 0 0 0,2-2 1 0 0,-3 1 161 0 0,-1 0 1 0 0,0 0-1 0 0,1-1 1 0 0,-1 1-1 0 0,0-1 1 0 0,0 1-1 0 0,0-1 1 0 0,0 0-1 0 0,0 0 1 0 0,0 0-1 0 0,-1 0 1 0 0,1 0-1 0 0,0 0 0 0 0,-1-1 1 0 0,0 1-1 0 0,0 0 1 0 0,1-1-1 0 0,-1 1 1 0 0,-1-1-1 0 0,1 1 1 0 0,0-1-1 0 0,-1 0 1 0 0,1 1-1 0 0,-1-6 1 0 0,1 3 313 0 0,-1 0 1 0 0,0 0-1 0 0,0 0 0 0 0,-1 0 1 0 0,0 0-1 0 0,0 0 1 0 0,0 0-1 0 0,0 0 1 0 0,-1 0-1 0 0,1 1 0 0 0,-1-1 1 0 0,-1 0-1 0 0,-2-5 1 0 0,1 4-353 0 0,-1 1 1 0 0,0-1 0 0 0,1 1 0 0 0,-2-1 0 0 0,1 1-1 0 0,-1 1 1 0 0,1-1 0 0 0,-11-5 0 0 0,6 4-682 0 0,-1 1 1 0 0,1 0-1 0 0,-1 1 0 0 0,0 0 1 0 0,-12-2-1 0 0,12 3-787 0 0,0 1 0 0 0,0 1 1 0 0,0 0-1 0 0,-22 1 0 0 0,31 0 1259 0 0,0 0-1 0 0,0 1 1 0 0,0-1-1 0 0,0 1 1 0 0,0-1-1 0 0,0 1 1 0 0,0 0-1 0 0,0-1 1 0 0,0 1-1 0 0,1 0 1 0 0,-1 0-1 0 0,0 1 1 0 0,1-1-1 0 0,-1 0 1 0 0,0 0 0 0 0,1 1-1 0 0,-1-1 1 0 0,1 1-1 0 0,0 0 1 0 0,0-1-1 0 0,-1 1 1 0 0,1 0-1 0 0,0-1 1 0 0,1 1-1 0 0,-1 0 1 0 0,0 0-1 0 0,0 0 1 0 0,0 2-1 0 0,1 11-755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2.7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377 0 1436 0 0,'0'0'2063'0'0,"-17"12"733"0"0,-54 39 7901 0 0,67-48-10440 0 0,-1 1-1 0 0,1 0 0 0 0,0 1 1 0 0,0-1-1 0 0,0 1 0 0 0,0-1 1 0 0,1 1-1 0 0,0 0 0 0 0,-5 11 0 0 0,-1 1-255 0 0,-73 106-3318 0 0,23-44-1666 0 0,27-37 751 0 0,30-39 3859 0 0,-24 28-2219 0 0,25-29 2685 0 0,-1-1 1 0 0,0 1-1 0 0,1 0 1 0 0,-1-1-1 0 0,0 0 1 0 0,0 1-1 0 0,0-1 1 0 0,0 0-1 0 0,0 0 1 0 0,0 0-1 0 0,0 0 1 0 0,0 0-1 0 0,0-1 1 0 0,-4 2-1 0 0,2-2-354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2.8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1200 0 0,'0'0'2634'0'0,"14"15"203"0"0,-11-12-2071 0 0,56 63 8658 0 0,-10-7-6625 0 0,-17-22-5852 0 0,60 53 0 0 0,19 22-3174 0 0,-86-82 4097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3.26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1130 0 0,'0'0'2049'0'0,"0"16"872"0"0,1 57 7449 0 0,2-10-7180 0 0,8 51-5925 0 0,-8-98 1482 0 0,0-1-1 0 0,1 1 0 0 0,0-1 1 0 0,1 1-1 0 0,1-2 0 0 0,10 21 0 0 0,-11-27 1052 0 0,0-1 0 0 0,0 1 0 0 0,1-1 0 0 0,-1 0 0 0 0,2-1-1 0 0,-1 1 1 0 0,1-1 0 0 0,0 0 0 0 0,0-1 0 0 0,0 0 0 0 0,1 0 0 0 0,0 0-1 0 0,0-1 1 0 0,0 0 0 0 0,1-1 0 0 0,17 5 0 0 0,-9-3 224 0 0,1-2 1 0 0,0 0-1 0 0,0-1 1 0 0,1 0 0 0 0,-1-2-1 0 0,0 0 1 0 0,28-4-1 0 0,5-8 1554 0 0,-43 9-725 0 0,0 0 0 0 0,0 0 0 0 0,-1-1 1 0 0,1 0-1 0 0,-1 0 0 0 0,0-1 0 0 0,9-7 0 0 0,-13 9-408 0 0,-1-1-1 0 0,0 1 0 0 0,-1 0 1 0 0,1 0-1 0 0,0-1 0 0 0,-1 1 1 0 0,0-1-1 0 0,0 1 0 0 0,0-1 1 0 0,0 0-1 0 0,0 1 0 0 0,-1-1 1 0 0,1-6-1 0 0,-1-11-434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3.4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189 1 840 0 0,'0'0'1707'0'0,"-8"16"462"0"0,-3 0-94 0 0,5-5-832 0 0,0-1 0 0 0,0 1 0 0 0,1-1 0 0 0,0 1 0 0 0,1 1 0 0 0,0-1 0 0 0,-2 14 0 0 0,-19 96 1091 0 0,1 2-3451 0 0,-35 164-9462 0 0,52-256 9394 0 0,2 1-1 0 0,1 0 0 0 0,1 49 0 0 0,3-56 162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4.7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431 27 118 0 0,'18'-27'19542'0'0,"-24"28"-19542"0"0,-1-1 0 0 0,1 1 0 0 0,0 0 0 0 0,0 1 0 0 0,0 0 0 0 0,0 0 0 0 0,0 0 0 0 0,0 1 0 0 0,0-1 0 0 0,1 1 0 0 0,-1 1 0 0 0,1-1 0 0 0,-5 5 0 0 0,-10 9 0 0 0,-34 37 0 0 0,19-18 0 0 0,-5 4 0 0 0,-111 102 0 0 0,131-122 10 0 0,15-15-23 0 0,1 0 1 0 0,-1 0-1 0 0,-11 8 1 0 0,16-13-16 0 0,0 0 1 0 0,0 0-1 0 0,0 0 1 0 0,-1 1 0 0 0,1-1-1 0 0,0 0 1 0 0,0 0 0 0 0,-1 0-1 0 0,1 0 1 0 0,0 0-1 0 0,0 1 1 0 0,-1-1 0 0 0,1 0-1 0 0,0 0 1 0 0,0 0 0 0 0,-1 0-1 0 0,1 0 1 0 0,0 0-1 0 0,0 0 1 0 0,-1 0 0 0 0,1 0-1 0 0,0 0 1 0 0,0 0 0 0 0,-1 0-1 0 0,1 0 1 0 0,0 0-1 0 0,-1 0 1 0 0,1 0 0 0 0,0 0-1 0 0,0 0 1 0 0,-1 0 0 0 0,1-1-1 0 0,0 1 1 0 0,0 0-1 0 0,0 0 1 0 0,-1 0 0 0 0,1 0-1 0 0,0 0 1 0 0,0-1 0 0 0,-1 1-1 0 0,1 0 1 0 0,0 0-1 0 0,0 0 1 0 0,0-1 0 0 0,0 1-1 0 0,0 0 1 0 0,-1 0 0 0 0,1-1-1 0 0,0 1 1 0 0,0 0-1 0 0,0 0 1 0 0,0-1 0 0 0,0-3-762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4:55.0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0 678 0 0,'0'0'2589'0'0,"17"18"382"0"0,52 59 7779 0 0,-54-59-10098 0 0,-1 0 0 0 0,-1 1-1 0 0,10 20 1 0 0,5 6-948 0 0,87 119-3476 0 0,74 70-8410 0 0,-139-175 10543 0 0,-25-29-67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38.7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2111 2075 500 0 0,'-22'1'374'0'0,"-326"0"1432"0"0,142-19-1592 0 0,0-9 0 0 0,-206-55-1 0 0,337 63-92 0 0,1-3 0 0 0,1-3 0 0 0,-117-57 0 0 0,149 60-84 0 0,1-1 1 0 0,0-3 0 0 0,2-1-1 0 0,1-1 1 0 0,1-3 0 0 0,2 0-1 0 0,-41-49 1 0 0,56 56-29 0 0,1-1 1 0 0,2-1-1 0 0,0-1 0 0 0,2 0 0 0 0,1-1 0 0 0,1 0 1 0 0,-13-44-1 0 0,16 34 0 0 0,1-1 1 0 0,2 0-1 0 0,2 0 1 0 0,1 0-1 0 0,3-55 0 0 0,3 65-10 0 0,1 0 0 0 0,1 0 0 0 0,2 1-1 0 0,0 0 1 0 0,2 0 0 0 0,1 0 0 0 0,2 2-1 0 0,16-30 1 0 0,-5 15-3 0 0,2 1 0 0 0,2 2-1 0 0,2 0 1 0 0,44-44 0 0 0,-24 35-2 0 0,2 2 0 0 0,2 2 1 0 0,2 2-1 0 0,1 3 0 0 0,2 3 1 0 0,2 1-1 0 0,1 4 1 0 0,105-37-1 0 0,-100 45-3 0 0,0 4-1 0 0,1 2 1 0 0,1 4 0 0 0,1 2 0 0 0,-1 4-1 0 0,1 2 1 0 0,0 3 0 0 0,105 13 0 0 0,-98 1-8 0 0,0 3 0 0 0,0 4 0 0 0,130 52 1 0 0,205 121 12 0 0,-288-132-10 0 0,-15-8 14 0 0,314 174 5 0 0,-393-208 1 0 0,0 1-1 0 0,-2 2 0 0 0,-1 0 0 0 0,0 2 1 0 0,40 50-1 0 0,-54-58-3 0 0,-1 1 1 0 0,-1 0-1 0 0,0 0 0 0 0,-1 1 0 0 0,-1 1 1 0 0,-1-1-1 0 0,0 1 0 0 0,-1 0 0 0 0,-2 1 1 0 0,0-1-1 0 0,3 33 0 0 0,-6-23 1 0 0,-2 0 0 0 0,0 1 0 0 0,-2-1 1 0 0,-1 0-1 0 0,-1 0 0 0 0,-2 0 0 0 0,-1-1 0 0 0,-1 0 0 0 0,-17 36 0 0 0,6-23-2 0 0,-2-1-1 0 0,-2 0 0 0 0,-2-3 1 0 0,-1 0-1 0 0,-43 44 0 0 0,-363 314-431 0 0,254-244-1281 0 0,144-120 169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3.7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98 0 570 0 0,'0'0'2467'0'0,"-12"17"409"0"0,-37 56 8127 0 0,45-65-10423 0 0,0 0-1 0 0,0 0 0 0 0,1 0 1 0 0,-3 11-1 0 0,4-8-735 0 0,0 1-1 0 0,0-1 0 0 0,1 20 0 0 0,1-14 220 0 0,-6 119-3216 0 0,3 68-9329 0 0,3-199 12405 0 0,1-1-1 0 0,-1 1 1 0 0,1-1-1 0 0,-1 1 1 0 0,1-1 0 0 0,0 0-1 0 0,1 1 1 0 0,-1-1 0 0 0,5 8-1 0 0,-5-10 41 0 0,0-1-1 0 0,0 1 1 0 0,0-1-1 0 0,0 1 0 0 0,1-1 1 0 0,-1 0-1 0 0,0 1 1 0 0,1-1-1 0 0,-1 0 1 0 0,1 0-1 0 0,-1 0 0 0 0,1 0 1 0 0,0 0-1 0 0,-1 0 1 0 0,1-1-1 0 0,0 1 1 0 0,-1 0-1 0 0,1-1 1 0 0,0 1-1 0 0,0-1 0 0 0,0 0 1 0 0,0 0-1 0 0,0 0 1 0 0,-1 0-1 0 0,1 0 1 0 0,3 0-1 0 0,9-3 560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4.1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125 0 960 0 0,'0'0'1700'0'0,"-8"17"-74"0"0,-1 2 70 0 0,0-2-27 0 0,1 1 0 0 0,1 0 0 0 0,-9 33 0 0 0,8-14-2460 0 0,1 1-1 0 0,-2 67 0 0 0,8-52-2115 0 0,8 77 0 0 0,-4-109 2745 0 0,0-1 0 0 0,1 0 0 0 0,1 0 0 0 0,13 32 0 0 0,-15-45 144 0 0,0 0 0 0 0,0 1-1 0 0,1-1 1 0 0,1-1 0 0 0,-1 1-1 0 0,1-1 1 0 0,0 1-1 0 0,0-2 1 0 0,1 1 0 0 0,0 0-1 0 0,0-1 1 0 0,0 0 0 0 0,0 0-1 0 0,14 6 1 0 0,-17-9 20 0 0,1-1-1 0 0,-1 1 1 0 0,0-1 0 0 0,1 0 0 0 0,-1 0-1 0 0,1-1 1 0 0,-1 1 0 0 0,1-1 0 0 0,-1 1-1 0 0,1-1 1 0 0,0 0 0 0 0,-1-1-1 0 0,1 1 1 0 0,-1 0 0 0 0,1-1 0 0 0,-1 0-1 0 0,1 0 1 0 0,-1 0 0 0 0,0 0 0 0 0,1-1-1 0 0,-1 1 1 0 0,0-1 0 0 0,5-3-1 0 0,-4 1 210 0 0,0 1-1 0 0,-1 0 0 0 0,0-1 1 0 0,0 0-1 0 0,0 0 0 0 0,0 1 0 0 0,-1-2 1 0 0,1 1-1 0 0,-1 0 0 0 0,0 0 1 0 0,0-1-1 0 0,-1 1 0 0 0,1-1 0 0 0,-1 0 1 0 0,0 1-1 0 0,0-1 0 0 0,0-6 0 0 0,0 0 878 0 0,-1-1-1 0 0,0 1 1 0 0,0-1-1 0 0,-1 1 0 0 0,-4-16 1 0 0,3 21-644 0 0,0-1 0 0 0,0 1 0 0 0,-1-1 0 0 0,0 1 0 0 0,0 0 0 0 0,-1 0 0 0 0,1 0 0 0 0,-1 1 0 0 0,-10-11 0 0 0,8 10-355 0 0,0 1 1 0 0,0-1 0 0 0,-1 1 0 0 0,0 1-1 0 0,0-1 1 0 0,0 1 0 0 0,0 1 0 0 0,-1-1-1 0 0,0 1 1 0 0,1 0 0 0 0,-1 1 0 0 0,0 0-1 0 0,0 0 1 0 0,-12-1 0 0 0,13 3-178 0 0,1 0-1 0 0,-1 0 1 0 0,0 0 0 0 0,0 1-1 0 0,0 0 1 0 0,0 0 0 0 0,-10 4 0 0 0,11-3-376 0 0,1 0 1 0 0,0 0 0 0 0,0 1 0 0 0,0 0-1 0 0,0 0 1 0 0,0 0 0 0 0,1 1 0 0 0,0-1 0 0 0,-8 9-1 0 0,3 1-1870 0 0,7 0-220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4.8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38 446 0 0,'0'0'3046'0'0,"17"-3"-281"0"0,1-1-70 0 0,84-10 7992 0 0,-93 13-10884 0 0,190-15-4127 0 0,-66 17-7145 0 0,-102 2 10227 0 0,-27-3 2190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5.0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0 504 0 0,'0'0'1976'0'0,"15"16"765"0"0,45 53 7852 0 0,-33-33-7283 0 0,-4 3-2937 0 0,-13-19-217 0 0,-5-11-506 0 0,-1 1 1 0 0,1 0-1 0 0,-2 0 0 0 0,1 0 0 0 0,-1 1 0 0 0,-1-1 1 0 0,0 1-1 0 0,-1-1 0 0 0,1 1 0 0 0,-2 0 0 0 0,0 12 1 0 0,-2-8-781 0 0,0 0 1 0 0,-1 0-1 0 0,0 0 1 0 0,-1-1-1 0 0,-1 1 1 0 0,0-1 0 0 0,-9 16-1 0 0,-46 106-3171 0 0,49-108 3318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5.8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1 158 0 0,'0'0'2741'0'0,"-2"14"190"0"0,0 29 5509 0 0,0 14-3946 0 0,5 60-3730 0 0,5-10-1499 0 0,10 202-11326 0 0,-15-175 9256 0 0,-3-123 2797 0 0,-1-5 41 0 0,1-1 0 0 0,0 0 0 0 0,0 0 0 0 0,1 0 0 0 0,-1 0 1 0 0,3 5-1 0 0,-3-9 33 0 0,0 0 0 0 0,1 0 1 0 0,-1 0-1 0 0,1 0 1 0 0,-1-1-1 0 0,1 1 0 0 0,-1 0 1 0 0,1 0-1 0 0,-1-1 1 0 0,1 1-1 0 0,0 0 0 0 0,0-1 1 0 0,-1 1-1 0 0,1 0 0 0 0,0-1 1 0 0,0 1-1 0 0,0-1 1 0 0,-1 0-1 0 0,1 1 0 0 0,0-1 1 0 0,0 0-1 0 0,0 1 1 0 0,0-1-1 0 0,0 0 0 0 0,0 0 1 0 0,0 0-1 0 0,0 0 1 0 0,0 0-1 0 0,0 0 0 0 0,0 0 1 0 0,0 0-1 0 0,-1 0 1 0 0,1 0-1 0 0,0 0 0 0 0,0-1 1 0 0,0 1-1 0 0,0 0 0 0 0,1-1 1 0 0,9-5 118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6.2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23 212 0 0,'0'0'2893'0'0,"14"-4"-115"0"0,48-11 8245 0 0,-58 14-10855 0 0,1 0 1 0 0,0 1 0 0 0,0-1-1 0 0,-1 1 1 0 0,1 0 0 0 0,0 0-1 0 0,0 0 1 0 0,-1 1 0 0 0,1 0-1 0 0,0 0 1 0 0,-1 0 0 0 0,1 0-1 0 0,-1 1 1 0 0,1 0 0 0 0,-1 0-1 0 0,0 0 1 0 0,6 4 0 0 0,-8-5-190 0 0,-1 0 1 0 0,1 1-1 0 0,-1-1 1 0 0,0 1-1 0 0,1-1 1 0 0,-1 1-1 0 0,0-1 1 0 0,0 1-1 0 0,0 0 1 0 0,0 0-1 0 0,0 0 1 0 0,-1-1-1 0 0,1 1 1 0 0,-1 0-1 0 0,1 0 1 0 0,-1 0-1 0 0,1 0 1 0 0,-1 0-1 0 0,0 0 1 0 0,0 0-1 0 0,0 0 1 0 0,0 0-1 0 0,0 0 1 0 0,-1 0-1 0 0,1 0 1 0 0,-1 0-1 0 0,1 0 1 0 0,-1 0-1 0 0,1 0 1 0 0,-1 0-1 0 0,0-1 1 0 0,0 1-1 0 0,0 0 1 0 0,0 0-1 0 0,-3 2 1 0 0,-6 9-1674 0 0,0-1 1 0 0,-1-1-1 0 0,-1 1 0 0 0,-13 9 1 0 0,18-15-7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6.5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19 114 834 0 0,'0'0'1668'0'0,"-3"14"192"0"0,0-3-506 0 0,0 1 616 0 0,0 0 1 0 0,0-1-1 0 0,1 1 1 0 0,1 0 0 0 0,0 0-1 0 0,2 23 1 0 0,0-33-1963 0 0,-1 0 0 0 0,1 0 0 0 0,0 1 0 0 0,0-1 1 0 0,1 0-1 0 0,-1 0 0 0 0,0 0 0 0 0,1 0 0 0 0,-1-1 1 0 0,1 1-1 0 0,0 0 0 0 0,-1-1 0 0 0,1 1 0 0 0,0-1 0 0 0,0 1 1 0 0,0-1-1 0 0,0 0 0 0 0,0 0 0 0 0,1 0 0 0 0,-1 0 0 0 0,0 0 1 0 0,4 1-1 0 0,-3-1-10 0 0,-1-1 0 0 0,1 1 0 0 0,0 0-1 0 0,0-1 1 0 0,0 1 0 0 0,0-1 0 0 0,0 0 0 0 0,0 0 0 0 0,0 0 0 0 0,0 0 0 0 0,0-1 0 0 0,0 1 0 0 0,0-1 0 0 0,-1 0-1 0 0,1 0 1 0 0,0 0 0 0 0,5-3 0 0 0,-3 1-306 0 0,0-1 1 0 0,-1-1-1 0 0,1 1 0 0 0,-1-1 0 0 0,0 0 1 0 0,0 1-1 0 0,-1-2 0 0 0,1 1 0 0 0,-1 0 1 0 0,0-1-1 0 0,-1 0 0 0 0,4-10 0 0 0,-1-3-2275 0 0,-1 1-1 0 0,3-36 0 0 0,-6 38 1529 0 0,1 0 0 0 0,1 0 0 0 0,0 0 0 0 0,10-28 0 0 0,-8 40 2004 0 0,-1 11 60 0 0,2 19-153 0 0,-6-22-1156 0 0,25 162-1004 0 0,13 65 1404 0 0,14-2-1140 0 0,-47-202 199 0 0,-1-1-685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7.0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170 111 1464 0 0,'0'0'1180'0'0,"-17"-14"84"0"0,-40-31 2624 0 0,14 11 279 0 0,41 32-3591 0 0,-1 0 0 0 0,1 0 1 0 0,-1 0-1 0 0,1 1 0 0 0,-1-1 0 0 0,0 1 0 0 0,0-1 0 0 0,0 1 0 0 0,1 0 0 0 0,-5-1 0 0 0,6 3-540 0 0,1-1 0 0 0,0 1 0 0 0,-1-1 1 0 0,1 1-1 0 0,-1-1 0 0 0,1 1 0 0 0,0-1 0 0 0,-1 1 0 0 0,1-1 1 0 0,0 1-1 0 0,0 0 0 0 0,0-1 0 0 0,-1 1 0 0 0,1-1 0 0 0,0 1 0 0 0,0 0 1 0 0,0-1-1 0 0,0 1 0 0 0,0 0 0 0 0,0-1 0 0 0,0 1 0 0 0,0 1 0 0 0,0 22 450 0 0,0-18-443 0 0,0 51-1010 0 0,3 1 0 0 0,13 84 0 0 0,2-57-1433 0 0,22 134-6792 0 0,-35-170 7725 0 0,0 49 0 0 0,-5-90 1337 0 0,0-1-1 0 0,-1 0 1 0 0,0 0 0 0 0,0 0 0 0 0,-1 0 0 0 0,0 0-1 0 0,0 0 1 0 0,0 0 0 0 0,-5 8 0 0 0,5-12 78 0 0,0 1 0 0 0,0-1 1 0 0,-1 1-1 0 0,1-1 0 0 0,-1 0 1 0 0,0 0-1 0 0,0 0 0 0 0,0 0 0 0 0,0-1 1 0 0,0 1-1 0 0,-1-1 0 0 0,1 0 1 0 0,-1 0-1 0 0,1 0 0 0 0,-1 0 0 0 0,0-1 1 0 0,-6 2-1 0 0,-13 1 52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7.2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51 203 72 0 0,'0'0'417'0'0,"-8"-16"-336"0"0,-24-52 89 0 0,30 64-2 0 0,0 0 0 0 0,1 1 0 0 0,-1-1-1 0 0,1 0 1 0 0,0 0 0 0 0,1 0 0 0 0,-1 0 0 0 0,1 0-1 0 0,-1 0 1 0 0,1 0 0 0 0,0 0 0 0 0,1-5 0 0 0,0-7 999 0 0,0 14-910 0 0,-1 1 0 0 0,0-1 0 0 0,1 0 0 0 0,-1 0-1 0 0,1 0 1 0 0,0 0 0 0 0,-1 1 0 0 0,1-1 0 0 0,0 0 0 0 0,0 1 0 0 0,0-1 0 0 0,0 1 0 0 0,1-1 0 0 0,-1 1 0 0 0,0-1 0 0 0,1 1 0 0 0,-1 0 0 0 0,1 0 0 0 0,-1 0-1 0 0,1 0 1 0 0,-1 0 0 0 0,1 0 0 0 0,0 0 0 0 0,0 0 0 0 0,-1 0 0 0 0,1 1 0 0 0,0-1 0 0 0,0 1 0 0 0,3-1 0 0 0,7-1 1361 0 0,1 0 1 0 0,0 0-1 0 0,15 1 1 0 0,-21 1-865 0 0,164 2-1069 0 0,-60 8-6967 0 0,-95-8 4984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7.51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0 118 806 0 0,'0'0'723'0'0,"1"15"1098"0"0,2 69 11546 0 0,-3-39-10426 0 0,0-72-2941 0 0,1 0 0 0 0,1 0 1 0 0,6-27-1 0 0,-7 46 0 0 0,1 0 0 0 0,1 1 0 0 0,-1-1 0 0 0,1 1 0 0 0,0-1 0 0 0,1 1 0 0 0,-1 0 1 0 0,1 0-1 0 0,1 1 0 0 0,-1-1 0 0 0,1 1 0 0 0,1 0 0 0 0,-1 0 0 0 0,1 1 0 0 0,6-6 0 0 0,-9 10 0 0 0,1-1 0 0 0,-1 0 0 0 0,0 1 0 0 0,1 0 0 0 0,-1-1 0 0 0,1 1 0 0 0,0 1 0 0 0,-1-1 0 0 0,1 0 0 0 0,0 1 0 0 0,-1 0 0 0 0,1 0 0 0 0,0 0 0 0 0,6 1 0 0 0,5 2 0 0 0,0 0 0 0 0,17 6 0 0 0,-22-6 0 0 0,1 1 0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7.9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46 50 414 0 0,'0'0'2343'0'0,"-6"11"492"0"0,-15 34 8420 0 0,21-45-11194 0 0,0 1 0 0 0,-1-1 0 0 0,1 1 0 0 0,0-1 0 0 0,0 1-1 0 0,0-1 1 0 0,0 1 0 0 0,0-1 0 0 0,0 1 0 0 0,0 0 0 0 0,0-1 0 0 0,0 1-1 0 0,0-1 1 0 0,1 1 0 0 0,-1-1 0 0 0,0 1 0 0 0,0-1 0 0 0,0 1 0 0 0,1-1 0 0 0,-1 1-1 0 0,0-1 1 0 0,1 1 0 0 0,-1-1 0 0 0,0 1 0 0 0,1-1 0 0 0,-1 1 0 0 0,0-1-1 0 0,1 0 1 0 0,-1 1 0 0 0,1-1 0 0 0,-1 0 0 0 0,1 1 0 0 0,-1-1 0 0 0,1 0 0 0 0,-1 0-1 0 0,1 0 1 0 0,-1 1 0 0 0,1-1 0 0 0,-1 0 0 0 0,1 0 0 0 0,0 0 0 0 0,-1 0 0 0 0,1 0-1 0 0,-1 0 1 0 0,1 0 0 0 0,-1 0 0 0 0,1 0 0 0 0,-1 0 0 0 0,2 0 0 0 0,23-3-306 0 0,-23 2 246 0 0,-1 0 0 0 0,1 0-1 0 0,-1 0 1 0 0,1 0 0 0 0,-1 0 0 0 0,0 0-1 0 0,0 0 1 0 0,0-1 0 0 0,0 1 0 0 0,1 0 0 0 0,-2-1-1 0 0,1 1 1 0 0,0-1 0 0 0,0 1 0 0 0,0-1-1 0 0,-1 0 1 0 0,1 1 0 0 0,-1-1 0 0 0,1 0-1 0 0,-1 1 1 0 0,0-1 0 0 0,0-2 0 0 0,3-42-4 0 0,-3 39 2 0 0,0 4-524 0 0,-1 0-1 0 0,2 1 1 0 0,-1-1 0 0 0,0 0-1 0 0,0 0 1 0 0,1 1-1 0 0,0-1 1 0 0,1-4-1 0 0,-2 7 396 0 0,8-4-3250 0 0,7 13 1241 0 0,-10-5 1124 0 0,-1 1 1 0 0,1-1 0 0 0,-1 1-1 0 0,6 10 1 0 0,11 27-473 0 0,7 48 1596 0 0,-27-84-265 0 0,2 7 133 0 0,0 0 0 0 0,-2 1 0 0 0,1-1 0 0 0,-2 0 0 0 0,0 1 0 0 0,0-1 0 0 0,-1 0 0 0 0,-1 0 0 0 0,0 1 0 0 0,-1-1 1 0 0,-1 0-1 0 0,-9 24 0 0 0,6-22 72 0 0,0-1 0 0 0,-1 0 1 0 0,0 0-1 0 0,-1-1 1 0 0,-1 0-1 0 0,0 0 0 0 0,-1-1 1 0 0,0 0-1 0 0,-1-1 0 0 0,-18 13 1 0 0,29-23 97 0 0,0 0 1 0 0,-1 0 0 0 0,1 0-1 0 0,-1 0 1 0 0,1 0-1 0 0,-1 0 1 0 0,0 0-1 0 0,1-1 1 0 0,-1 1 0 0 0,0-1-1 0 0,0 1 1 0 0,1-1-1 0 0,-1 0 1 0 0,0 0 0 0 0,0 1-1 0 0,1-1 1 0 0,-1 0-1 0 0,-3-1 1 0 0,4 0 82 0 0,0 1 0 0 0,0-1 0 0 0,0 1 0 0 0,0-1 0 0 0,0 0 0 0 0,0 0 0 0 0,0 1 0 0 0,1-1 0 0 0,-1 0 1 0 0,0 0-1 0 0,0 0 0 0 0,1 0 0 0 0,-1 0 0 0 0,0 0 0 0 0,1 0 0 0 0,-1 0 0 0 0,1 0 0 0 0,0 0 0 0 0,-1 0 0 0 0,1-1 0 0 0,0 1 0 0 0,0 0 0 0 0,-1 0 1 0 0,1 0-1 0 0,0 0 0 0 0,0-1 0 0 0,0 1 0 0 0,1-1 0 0 0,-2-7 375 0 0,1 1 0 0 0,0 0 1 0 0,1 0-1 0 0,0 0 0 0 0,0 0 1 0 0,0 0-1 0 0,1 0 0 0 0,1 0 0 0 0,-1 0 1 0 0,1 1-1 0 0,7-14 0 0 0,3 3-605 0 0,0 1 0 0 0,1 0 0 0 0,1 0 0 0 0,1 2 0 0 0,0 0 0 0 0,1 1 0 0 0,19-12 0 0 0,23-21 0 0 0,-40 31 0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19.4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0 732 466 0 0,'3'4'4924'0'0,"1"7"-3318"0"0,0-1 0 0 0,0 1 1 0 0,-1 0-1 0 0,0 0 1 0 0,-1 0-1 0 0,2 20 1 0 0,7 31 1418 0 0,-9-55-3025 0 0,-1 0 0 0 0,1-1 0 0 0,0 0-1 0 0,0 0 1 0 0,0 0 0 0 0,0 0-1 0 0,1-1 1 0 0,0 1 0 0 0,0-1-1 0 0,1 1 1 0 0,4 5 0 0 0,-7-10 0 0 0,-1-1 0 0 0,0 0 0 0 0,1 0 0 0 0,-1 0 0 0 0,1 0 0 0 0,-1 0 0 0 0,0 0 0 0 0,1 0 0 0 0,-1 0 0 0 0,0 0-1 0 0,1 0 1 0 0,-1 0 0 0 0,1 0 0 0 0,-1 0 0 0 0,0 0 0 0 0,1 0 0 0 0,-1 0 0 0 0,0 0 0 0 0,1 0 0 0 0,-1 0 0 0 0,0-1 0 0 0,1 1 0 0 0,-1 0 0 0 0,0 0 0 0 0,1 0 0 0 0,-1-1 0 0 0,0 1 0 0 0,1 0 0 0 0,-1-1 0 0 0,0 1 0 0 0,0 0 0 0 0,1 0 0 0 0,-1-1 0 0 0,0 1 0 0 0,0 0 0 0 0,0-1 0 0 0,0 1 0 0 0,1 0 0 0 0,-1-1-1 0 0,0 1 1 0 0,0-1 0 0 0,0 1 0 0 0,0 0 0 0 0,0-1 0 0 0,8-23 5 0 0,-6 18-5 0 0,31-116-4111 0 0,-22 149-7089 0 0,1 20 10572 0 0,-10-40 1133 0 0,0 0 0 0 0,0-1 0 0 0,1 0-1 0 0,-1 1 1 0 0,2-1 0 0 0,3 6 0 0 0,-6-11-217 0 0,-1 1 1 0 0,1-1-1 0 0,-1 0 0 0 0,1 0 1 0 0,0 0-1 0 0,0 0 0 0 0,-1-1 1 0 0,1 1-1 0 0,0 0 0 0 0,0 0 1 0 0,0 0-1 0 0,0-1 0 0 0,0 1 1 0 0,0 0-1 0 0,0-1 0 0 0,0 1 1 0 0,0-1-1 0 0,0 1 0 0 0,1-1 1 0 0,-1 0-1 0 0,0 1 0 0 0,0-1 1 0 0,0 0-1 0 0,0 0 0 0 0,1 0 1 0 0,-1 0-1 0 0,0 0 0 0 0,0 0 1 0 0,1 0-1 0 0,-1 0 0 0 0,0 0 1 0 0,0-1-1 0 0,0 1 0 0 0,0-1 1 0 0,0 1-1 0 0,1 0 0 0 0,-1-1 1 0 0,0 0-1 0 0,0 1 0 0 0,0-1 1 0 0,2-1-1 0 0,2-5-871 0 0,1 0 0 0 0,-1 0 0 0 0,0-1 0 0 0,-1 0 0 0 0,0 0 0 0 0,0 0 0 0 0,-1 0 0 0 0,0 0 0 0 0,3-14 0 0 0,6-11-3337 0 0,-12 31 3549 0 0,1 0 0 0 0,0-1 1 0 0,0 1-1 0 0,0 0 1 0 0,0 0-1 0 0,0 0 0 0 0,1 0 1 0 0,-1 1-1 0 0,0-1 1 0 0,3-2-1 0 0,-3 4 385 0 0,0 0 0 0 0,-1 0 0 0 0,1 0 1 0 0,0 0-1 0 0,0 0 0 0 0,-1 0 0 0 0,1 0 0 0 0,0 0 1 0 0,0 0-1 0 0,-1 0 0 0 0,1 0 0 0 0,0 1 0 0 0,0-1 1 0 0,-1 0-1 0 0,1 1 0 0 0,0-1 0 0 0,-1 1 0 0 0,1-1 1 0 0,-1 0-1 0 0,1 1 0 0 0,0-1 0 0 0,-1 1 0 0 0,1 0 1 0 0,-1-1-1 0 0,1 1 0 0 0,-1-1 0 0 0,0 1 0 0 0,1 0 1 0 0,-1-1-1 0 0,0 1 0 0 0,1 0 0 0 0,-1 0 0 0 0,7 8 631 0 0,0 0 1 0 0,0-1-1 0 0,0 0 0 0 0,1 0 0 0 0,0-1 0 0 0,1 0 1 0 0,12 8-1 0 0,-16-12-355 0 0,0-1 0 0 0,0 1 1 0 0,0-1-1 0 0,1 0 0 0 0,-1-1 1 0 0,0 1-1 0 0,1-1 0 0 0,9 1 1 0 0,-10-2-482 0 0,0 0 0 0 0,0 0 1 0 0,0 0-1 0 0,0-1 1 0 0,0 0-1 0 0,7-2 0 0 0,-8 2-147 0 0,0-1-1 0 0,0 0 0 0 0,0 0 0 0 0,0-1 0 0 0,0 1 0 0 0,0-1 0 0 0,-1 0 0 0 0,1 0 1 0 0,-1 0-1 0 0,0 0 0 0 0,0 0 0 0 0,0-1 0 0 0,0 0 0 0 0,-1 1 0 0 0,1-1 0 0 0,-1 0 1 0 0,0 0-1 0 0,0 0 0 0 0,-1-1 0 0 0,1 1 0 0 0,-1 0 0 0 0,2-9 0 0 0,0-8-185 0 0,0-1 1 0 0,-1 1-1 0 0,-2-33 0 0 0,0 35 1156 0 0,0 19-538 0 0,0 10 4415 0 0,0 8-4044 0 0,1 1 0 0 0,1-1 0 0 0,1 0 0 0 0,9 34 1 0 0,-8-41-1155 0 0,0 0 0 0 0,0-1 0 0 0,1 0 1 0 0,0 0-1 0 0,1 0 0 0 0,0-1 1 0 0,0 0-1 0 0,1 0 0 0 0,11 11 0 0 0,-18-19 680 0 0,1 0-1 0 0,0-1 1 0 0,-1 1-1 0 0,1-1 1 0 0,-1 1-1 0 0,1-1 1 0 0,0 1-1 0 0,-1-1 1 0 0,1 0-1 0 0,0 1 1 0 0,-1-1-1 0 0,1 0 1 0 0,0 1-1 0 0,0-1 1 0 0,-1 0-1 0 0,1 0 1 0 0,0 0-1 0 0,0 1 1 0 0,0-1-1 0 0,-1 0 1 0 0,1 0-1 0 0,0 0 1 0 0,0-1-1 0 0,0 1 1 0 0,-1 0-1 0 0,2 0 1 0 0,-1-1 7 0 0,1 0-1 0 0,-1 0 1 0 0,0 0 0 0 0,0 1 0 0 0,0-1 0 0 0,0-1-1 0 0,0 1 1 0 0,0 0 0 0 0,0 0 0 0 0,0 0 0 0 0,0 0-1 0 0,-1-1 1 0 0,2-1 0 0 0,1-5 15 0 0,0 0-1 0 0,0-1 1 0 0,2-13-1 0 0,-5 22-13 0 0,6-41 35 0 0,2-13 36 0 0,-8 53-67 0 0,0 1 0 0 0,0 0-1 0 0,0 0 1 0 0,0-1 0 0 0,0 1-1 0 0,0 0 1 0 0,0 0 0 0 0,1 0 0 0 0,-1-1-1 0 0,0 1 1 0 0,0 0 0 0 0,0 0-1 0 0,0-1 1 0 0,0 1 0 0 0,0 0-1 0 0,0 0 1 0 0,0 0 0 0 0,0-1-1 0 0,1 1 1 0 0,-1 0 0 0 0,0 0 0 0 0,0 0-1 0 0,0 0 1 0 0,0 0 0 0 0,1-1-1 0 0,-1 1 1 0 0,0 0 0 0 0,0 0-1 0 0,0 0 1 0 0,1 0 0 0 0,-1 0-1 0 0,0 0 1 0 0,0 0 0 0 0,1 0 0 0 0,-1 0-1 0 0,0-1 1 0 0,0 1 0 0 0,0 0-1 0 0,1 0 1 0 0,-1 0 0 0 0,0 0-1 0 0,0 0 1 0 0,1 1 0 0 0,-1-1-1 0 0,9 10 353 0 0,2 17 636 0 0,-4-6-1233 0 0,0-1-1 0 0,1-1 0 0 0,2 0 1 0 0,19 32-1 0 0,-25-48 237 0 0,-1 1-1 0 0,1 0 1 0 0,-1-1-1 0 0,1 0 0 0 0,0 1 1 0 0,0-2-1 0 0,0 1 1 0 0,1 0-1 0 0,-1-1 0 0 0,1 0 1 0 0,-1 0-1 0 0,1 0 1 0 0,0 0-1 0 0,0-1 0 0 0,0 0 1 0 0,-1 0-1 0 0,1 0 1 0 0,0-1-1 0 0,0 0 0 0 0,1 0 1 0 0,-1 0-1 0 0,0 0 1 0 0,0-1-1 0 0,0 0 0 0 0,-1 0 1 0 0,7-2-1 0 0,-8 2 4 0 0,-1-1 0 0 0,1 0-1 0 0,-1 0 1 0 0,0-1 0 0 0,1 1 0 0 0,-1 0-1 0 0,0-1 1 0 0,0 1 0 0 0,0-1 0 0 0,-1 0-1 0 0,1 0 1 0 0,-1 1 0 0 0,1-1-1 0 0,0-5 1 0 0,14-48 77 0 0,-14 46-82 0 0,5-27 88 0 0,-2 0 1 0 0,-1-1-1 0 0,-1-49 1 0 0,-14-117 92 0 0,3 99-183 0 0,4-162 148 0 0,4 185 706 0 0,0 82-777 0 0,0 1-96 0 0,1 14 31 0 0,1 0 0 0 0,5 21 1 0 0,1 14 388 0 0,2 48 1234 0 0,16 120 3072 0 0,-3-93-4030 0 0,10 61-2094 0 0,-11-1-5609 0 0,-22-180 6905 0 0,0 0 140 0 0,1 1 0 0 0,-1-1 0 0 0,0 0 0 0 0,0 1 0 0 0,-1-1 0 0 0,-1 6 1 0 0,2-10 60 0 0,-1 1 1 0 0,1-1 0 0 0,-1 0 0 0 0,1 0-1 0 0,-1 0 1 0 0,0 0 0 0 0,1 0 0 0 0,-1 0-1 0 0,0 0 1 0 0,0 0 0 0 0,0-1 0 0 0,0 1-1 0 0,0 0 1 0 0,1 0 0 0 0,-2-1 0 0 0,1 1-1 0 0,0-1 1 0 0,0 1 0 0 0,0-1 0 0 0,0 1-1 0 0,0-1 1 0 0,0 1 0 0 0,-1-1 0 0 0,1 0-1 0 0,0 0 1 0 0,0 0 0 0 0,0 0 0 0 0,-1 0 0 0 0,1 0-1 0 0,-2 0 1 0 0,-3 0 402 0 0,-1-1 0 0 0,0-1 0 0 0,0 1-1 0 0,0-1 1 0 0,1 0 0 0 0,-1 0 0 0 0,1-1 0 0 0,0 0 0 0 0,-1 0 0 0 0,1-1-1 0 0,1 1 1 0 0,-1-1 0 0 0,0-1 0 0 0,-8-7 0 0 0,3 1 626 0 0,0-1-1 0 0,1 0 1 0 0,0 0 0 0 0,1-1 0 0 0,-11-21 0 0 0,10 17-1088 0 0,0-1-1 0 0,1-1 1 0 0,2 0 0 0 0,-1 0-1 0 0,2 0 1 0 0,1-1 0 0 0,1 0 0 0 0,0 0-1 0 0,-1-28 1 0 0,5 47-6 0 0,0 0 0 0 0,1 0-1 0 0,-1 0 1 0 0,0 0 0 0 0,1 0 0 0 0,-1 0-1 0 0,0 0 1 0 0,1 1 0 0 0,-1-1 0 0 0,1 0-1 0 0,0 0 1 0 0,-1 0 0 0 0,1 0 0 0 0,0 1 0 0 0,-1-1-1 0 0,1 0 1 0 0,0 1 0 0 0,0-1 0 0 0,0 1-1 0 0,0-1 1 0 0,-1 1 0 0 0,1-1 0 0 0,0 1-1 0 0,0-1 1 0 0,0 1 0 0 0,0 0 0 0 0,0-1-1 0 0,0 1 1 0 0,0 0 0 0 0,0 0 0 0 0,2 0 0 0 0,37-2-30 0 0,-32 2 20 0 0,183 14-1550 0 0,-138-9 1193 0 0,26-3-2127 0 0,-56-2-32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22.1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80 710 0 0,'0'0'2689'0'0,"-4"-11"120"0"0,-7-33 7958 0 0,11 43-10632 0 0,0 1 0 0 0,0-1 0 0 0,0 1 0 0 0,0-1 0 0 0,0 0 0 0 0,0 1 0 0 0,0-1 0 0 0,0 1 0 0 0,0-1 0 0 0,0 0 0 0 0,0 1 0 0 0,0-1 0 0 0,0 1 1 0 0,1-1-1 0 0,-1 0 0 0 0,0 1 0 0 0,0-1 0 0 0,1 1 0 0 0,-1-1 0 0 0,0 1 0 0 0,1-1 0 0 0,0 0 0 0 0,0 1-155 0 0,0-1 1 0 0,-1 1-1 0 0,1-1 0 0 0,0 1 1 0 0,0-1-1 0 0,0 1 0 0 0,0 0 1 0 0,1-1-1 0 0,-1 1 0 0 0,0 0 1 0 0,0 0-1 0 0,0 0 0 0 0,1 0 0 0 0,1 0-125 0 0,5-2-39 0 0,1 0-1 0 0,-1 1 1 0 0,1 0 0 0 0,0 1-1 0 0,-1 0 1 0 0,1 0 0 0 0,0 0-1 0 0,-1 2 1 0 0,1-1 0 0 0,0 1-1 0 0,-1 0 1 0 0,0 0-1 0 0,12 6 1 0 0,-8-2-191 0 0,-1 0 0 0 0,0 1 0 0 0,0 1 1 0 0,-1 0-1 0 0,0 0 0 0 0,-1 1 0 0 0,1 0 0 0 0,10 13 0 0 0,-8-7-1255 0 0,-1 0 0 0 0,0 0 0 0 0,10 20 0 0 0,-17-26 1052 0 0,0-1 0 0 0,-1 1 0 0 0,0 0-1 0 0,2 10 1 0 0,-1 20 1594 0 0,-4-34-574 0 0,0 0 0 0 0,-1 0 0 0 0,0 0 0 0 0,0 0 0 0 0,0-1 0 0 0,0 1-1 0 0,-1 0 1 0 0,0-1 0 0 0,0 0 0 0 0,0 1 0 0 0,0-1 0 0 0,-1 0 0 0 0,1 0 0 0 0,-1 0 0 0 0,0 0 0 0 0,-1 0 0 0 0,1-1 0 0 0,0 0 0 0 0,-1 1 0 0 0,0-1 0 0 0,0-1 0 0 0,0 1 0 0 0,0 0 0 0 0,-9 3-1 0 0,-40 17 2588 0 0,35-18-2985 0 0,0 0 1 0 0,0-1 0 0 0,0-1 0 0 0,0-1 0 0 0,-29 0 0 0 0,46-2-71 0 0,17-6 33 0 0,1 1-6 0 0,0 1 0 0 0,0 0 1 0 0,0 2-1 0 0,1 0 1 0 0,0 0-1 0 0,-1 2 1 0 0,1 0-1 0 0,28 4 1 0 0,-33-1-41 0 0,0 0 0 0 0,-1 0 1 0 0,1 1-1 0 0,-1 1 1 0 0,0 0-1 0 0,-1 1 0 0 0,1 0 1 0 0,-1 0-1 0 0,0 2 1 0 0,-1-1-1 0 0,1 1 0 0 0,11 13 1 0 0,-12-11-455 0 0,0 0 1 0 0,-1 1 0 0 0,-1 0-1 0 0,0 1 1 0 0,0 0-1 0 0,-1 0 1 0 0,9 22 0 0 0,-14-30 328 0 0,-1 1 0 0 0,1 0 1 0 0,-1-1-1 0 0,0 1 1 0 0,0 0-1 0 0,0 0 1 0 0,-1 0-1 0 0,0 0 1 0 0,0 0-1 0 0,0-1 1 0 0,0 1-1 0 0,-1 0 1 0 0,0 0-1 0 0,0 0 1 0 0,0 0-1 0 0,-1-1 0 0 0,1 1 1 0 0,-1-1-1 0 0,0 1 1 0 0,-1-1-1 0 0,1 0 1 0 0,-1 1-1 0 0,0-1 1 0 0,0 0-1 0 0,-3 3 1 0 0,-2 0 46 0 0,1 0 0 0 0,-1-1 0 0 0,-1 0 1 0 0,1 0-1 0 0,-1-1 0 0 0,0 0 0 0 0,0-1 1 0 0,-1 1-1 0 0,1-2 0 0 0,-16 4 0 0 0,7-2 141 0 0,0-2 0 0 0,-1 0-1 0 0,1-2 1 0 0,-33 0-1 0 0,48-1 4 0 0,-1 0 0 0 0,1-1 0 0 0,-1 1-1 0 0,1-1 1 0 0,-1 0 0 0 0,1 0 0 0 0,-1 0-1 0 0,1-1 1 0 0,0 1 0 0 0,-1-1-1 0 0,1 0 1 0 0,0 0 0 0 0,0 0 0 0 0,0 0-1 0 0,1 0 1 0 0,-1-1 0 0 0,0 1 0 0 0,1-1-1 0 0,0 0 1 0 0,-1 0 0 0 0,1 0 0 0 0,0 0-1 0 0,1 0 1 0 0,-1 0 0 0 0,0 0-1 0 0,1-1 1 0 0,-2-4 0 0 0,0-11-824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25.4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46 42 252 0 0,'0'0'3739'0'0,"-8"-7"-1043"0"0,-25-19 7687 0 0,29 20-7793 0 0,8 3-1942 0 0,8 3-1296 0 0,2 1 414 0 0,0 0-1 0 0,-1 1 0 0 0,1 1 1 0 0,0 0-1 0 0,-1 1 1 0 0,1 0-1 0 0,-1 1 1 0 0,0 1-1 0 0,-1 0 0 0 0,1 1 1 0 0,-1 0-1 0 0,-1 1 1 0 0,1 0-1 0 0,-1 0 1 0 0,0 2-1 0 0,16 17 0 0 0,-9-7-428 0 0,-2 1-1 0 0,0 1 0 0 0,-1 0 0 0 0,-1 1 0 0 0,-1 0 0 0 0,-1 1 0 0 0,17 48 0 0 0,-25-56-302 0 0,-1 1-1 0 0,0-1 0 0 0,-1 1 0 0 0,-1-1 1 0 0,-2 30-1 0 0,1-17 716 0 0,-1-16 247 0 0,0 0-1 0 0,-1-1 1 0 0,0 1 0 0 0,-1-1 0 0 0,0 0 0 0 0,-1 0 0 0 0,0 0 0 0 0,-1 0-1 0 0,0 0 1 0 0,-1-1 0 0 0,-1 0 0 0 0,0-1 0 0 0,0 1 0 0 0,-1-1 0 0 0,0 0-1 0 0,0-1 1 0 0,-13 11 0 0 0,12-13 539 0 0,0 0 0 0 0,0-1 0 0 0,-1 0 0 0 0,1 0 0 0 0,-1-1 0 0 0,0-1 0 0 0,-13 5 0 0 0,11-5 1310 0 0,7-2-879 0 0,0 0 1 0 0,0-1-1 0 0,0 0 1 0 0,0 0 0 0 0,-1 0-1 0 0,-4 0 1 0 0,9-1-868 0 0,6 0 328 0 0,104-12 1205 0 0,78-8-7829 0 0,-167 18 5355 0 0,120-9-6643 0 0,-49 10 5595 0 0,-70 3 1167 0 0,-2 2-416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25.9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0 74 0 0,'0'0'3439'0'0,"-1"16"-699"0"0,0 0-259 0 0,0 10 2977 0 0,4 50 1 0 0,-1-49-5584 0 0,11 124-4000 0 0,-10-50-4732 0 0,-2-95 8207 0 0,-1 0 1 0 0,1 0 0 0 0,0 0-1 0 0,1 0 1 0 0,2 7 0 0 0,-2-5 575 0 0,-1-3-642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26.4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232 56 906 0 0,'0'0'1068'0'0,"-2"15"6"0"0,-23 125 3924 0 0,-2-36-7888 0 0,22-88 2157 0 0,0 2 240 0 0,0-1 0 0 0,-2 1 0 0 0,-15 29 0 0 0,20-43 573 0 0,0-1 1 0 0,0 0-1 0 0,0 0 0 0 0,0 0 0 0 0,-1 0 0 0 0,1 0 1 0 0,-1 0-1 0 0,0 0 0 0 0,0-1 0 0 0,0 1 0 0 0,0-1 0 0 0,0 0 1 0 0,-1 0-1 0 0,1 0 0 0 0,-1-1 0 0 0,1 1 0 0 0,-1-1 1 0 0,0 0-1 0 0,1 0 0 0 0,-1 0 0 0 0,0 0 0 0 0,0 0 0 0 0,0-1 1 0 0,-5 0-1 0 0,6 0 221 0 0,1-1 0 0 0,0 0 1 0 0,0 0-1 0 0,-1 1 0 0 0,1-1 1 0 0,0-1-1 0 0,0 1 0 0 0,0 0 1 0 0,0 0-1 0 0,0-1 0 0 0,1 1 1 0 0,-1-1-1 0 0,0 0 0 0 0,1 1 1 0 0,-1-1-1 0 0,1 0 0 0 0,-1 0 0 0 0,1 0 1 0 0,0 0-1 0 0,0 0 0 0 0,0 0 1 0 0,0 0-1 0 0,0-1 0 0 0,0 1 1 0 0,0-4-1 0 0,-1 0 518 0 0,1 0 0 0 0,-1-1 0 0 0,1 1 0 0 0,1-1 0 0 0,-1 1-1 0 0,1-1 1 0 0,0 0 0 0 0,1-7 0 0 0,0 12-867 0 0,-1 1 0 0 0,1 0 0 0 0,0-1 0 0 0,0 1 0 0 0,-1-1 0 0 0,1 1 0 0 0,0 0 0 0 0,0 0 0 0 0,0 0 0 0 0,0-1 0 0 0,1 1-1 0 0,-1 0 1 0 0,0 0 0 0 0,0 1 0 0 0,1-1 0 0 0,-1 0 0 0 0,0 0 0 0 0,1 0 0 0 0,-1 1 0 0 0,1-1 0 0 0,-1 1 0 0 0,1-1 0 0 0,-1 1 0 0 0,3-1 0 0 0,44-4-2246 0 0,-36 4 1677 0 0,90-12-8388 0 0,-81 9 7783 0 0,1-1 1 0 0,35-14 0 0 0,-47 15 1199 0 0,0 0 1 0 0,-1-1-1 0 0,1 0 0 0 0,-1-1 1 0 0,0 0-1 0 0,0 0 1 0 0,-1-1-1 0 0,0 0 0 0 0,0 0 1 0 0,-1-1-1 0 0,1 0 1 0 0,-2-1-1 0 0,1 1 1 0 0,-1-1-1 0 0,-1-1 0 0 0,0 1 1 0 0,5-12-1 0 0,5-22 109 0 0,-10 28 171 0 0,0-1 0 0 0,1 1 0 0 0,15-27-1 0 0,-9 13 229 0 0,-10 33-524 0 0,-1 0 0 0 0,0 0 0 0 0,0 1 0 0 0,0-1 0 0 0,-1 0 0 0 0,1 0 0 0 0,-1 6 0 0 0,0-6 13 0 0,3 110 228 0 0,-2-22-123 0 0,-1 132-598 0 0,-1-214 324 0 0,0 1 1 0 0,-1-1 0 0 0,0 1-1 0 0,-1-1 1 0 0,0 0-1 0 0,0 0 1 0 0,-1 0 0 0 0,0-1-1 0 0,-1 1 1 0 0,0-1-1 0 0,-11 14 1 0 0,1-5-900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26.66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1 704 0 0,'0'0'2357'0'0,"3"14"-993"0"0,13 44 3616 0 0,-15-53-4588 0 0,2 0 0 0 0,-1 0 0 0 0,1 0 0 0 0,-1 0-1 0 0,1-1 1 0 0,1 1 0 0 0,-1-1 0 0 0,1 0-1 0 0,-1 0 1 0 0,1 0 0 0 0,0 0 0 0 0,1-1 0 0 0,7 6-1 0 0,1-2-771 0 0,0 0-1 0 0,0 0 0 0 0,16 4 0 0 0,-26-10 301 0 0,20 7-832 0 0,0-1-1 0 0,0-1 1 0 0,0 0 0 0 0,1-2 0 0 0,0-2-1 0 0,0 0 1 0 0,0-1 0 0 0,0-1-1 0 0,43-6 1 0 0,-57 4 747 0 0,-1 0-1 0 0,1-1 1 0 0,0 0-1 0 0,-1-1 1 0 0,0 0-1 0 0,0 0 1 0 0,0-1-1 0 0,0 0 1 0 0,-1 0 0 0 0,0-1-1 0 0,0-1 1 0 0,-1 1-1 0 0,10-11 1 0 0,-1 1-1471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32.9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577 0 32 0 0,'0'0'2956'0'0,"-16"1"-396"0"0,-52 2 7651 0 0,61-3-9823 0 0,0 1 1 0 0,0 0-1 0 0,0 0 1 0 0,1 1-1 0 0,-1 0 1 0 0,0 0-1 0 0,1 0 1 0 0,-1 1-1 0 0,1 0 1 0 0,-10 6 0 0 0,6-1-547 0 0,-1 1 0 0 0,1 0 0 0 0,-13 16 1 0 0,18-20 335 0 0,-48 53-1179 0 0,-120 119-8516 0 0,155-161 7181 0 0,6-4 1920 0 0,-1-1 0 0 0,0 0-1 0 0,0-1 1 0 0,-1-1 0 0 0,-27-5 9035 0 0,41-21-5778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33.1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0 206 0 0,'0'0'2574'0'0,"10"20"-534"0"0,63 124 9233 0 0,-46-93-12114 0 0,36 49 1 0 0,99 107-9046 0 0,-58-88 7885 0 0,-95-105 980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33.8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121 0 760 0 0,'0'0'2482'0'0,"-13"15"326"0"0,-41 48 8084 0 0,50-58-10570 0 0,0 1-1 0 0,0 0 1 0 0,1 0 0 0 0,0 0-1 0 0,0 0 1 0 0,1 0 0 0 0,-4 14-1 0 0,2-6-289 0 0,-2 4-751 0 0,2 1 1 0 0,0 0-1 0 0,2-1 1 0 0,-1 23-1 0 0,1 37-6389 0 0,2-71 6173 0 0,0-3 464 0 0,1-1-1 0 0,-1 1 1 0 0,0-1-1 0 0,1 1 1 0 0,0-1-1 0 0,1 6 1 0 0,-1-7 604 0 0,0 0 0 0 0,0 0 1 0 0,0 0-1 0 0,1 0 1 0 0,-1 0-1 0 0,0-1 0 0 0,1 1 1 0 0,-1 0-1 0 0,1-1 0 0 0,-1 1 1 0 0,1-1-1 0 0,0 0 0 0 0,-1 1 1 0 0,4 0-1 0 0,1 1 593 0 0,-1-1 0 0 0,1 0 0 0 0,0-1 0 0 0,0 0 0 0 0,0 1 0 0 0,1-2 0 0 0,-1 1 0 0 0,12-1 0 0 0,103-4 319 0 0,-69 1-4718 0 0,-1 2 1 0 0,94 10 0 0 0,-143-9 3655 0 0,21 3 371 0 0,-22-2-274 0 0,-1-1 1 0 0,1 0-1 0 0,0 0 1 0 0,-1 0-1 0 0,1 0 1 0 0,0 0-1 0 0,-1 0 1 0 0,1 0-1 0 0,0 0 1 0 0,-1 0-1 0 0,1 0 1 0 0,0 0-1 0 0,-1 0 1 0 0,1 0-1 0 0,0 0 1 0 0,-1-1-1 0 0,1 1 1 0 0,-1 0-1 0 0,1-1 0 0 0,0 1 1 0 0,-1 0-1 0 0,1-1 1 0 0,-1 1-1 0 0,2-7 2686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34.0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87 0 476 0 0,'0'0'2225'0'0,"-8"19"-282"0"0,-23 63 5472 0 0,25-64-6072 0 0,0 1 0 0 0,2 1 0 0 0,-4 26 0 0 0,3-10-1121 0 0,-11 109-3424 0 0,13 1-5530 0 0,3-137 8248 0 0,1 0 1 0 0,0 0-1 0 0,1 0 0 0 0,4 14 0 0 0,-6-20 454 0 0,1-1-1 0 0,-1 0 1 0 0,1 0 0 0 0,0 1-1 0 0,0-1 1 0 0,0 0 0 0 0,0 0-1 0 0,0 0 1 0 0,0 0 0 0 0,1 0-1 0 0,-1 0 1 0 0,1-1-1 0 0,-1 1 1 0 0,1 0 0 0 0,0-1-1 0 0,0 1 1 0 0,0-1 0 0 0,-1 0-1 0 0,1 1 1 0 0,1-1 0 0 0,-1 0-1 0 0,3 1 1 0 0,7-1 100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34.3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34 157 1460 0 0,'0'0'1912'0'0,"-3"15"-655"0"0,-12 49 3953 0 0,14-62-5062 0 0,0 1 1 0 0,0-1 0 0 0,1 1 0 0 0,-1-1-1 0 0,1 1 1 0 0,0 0 0 0 0,0-1 0 0 0,0 1-1 0 0,0-1 1 0 0,0 1 0 0 0,1 0-1 0 0,-1-1 1 0 0,1 1 0 0 0,0-1 0 0 0,-1 1-1 0 0,1-1 1 0 0,0 1 0 0 0,1-1 0 0 0,-1 0-1 0 0,0 0 1 0 0,1 1 0 0 0,-1-1 0 0 0,1 0-1 0 0,0 0 1 0 0,-1 0 0 0 0,1-1 0 0 0,0 1-1 0 0,0 0 1 0 0,0-1 0 0 0,1 1 0 0 0,-1-1-1 0 0,0 0 1 0 0,0 1 0 0 0,1-1-1 0 0,-1 0 1 0 0,1-1 0 0 0,-1 1 0 0 0,1 0-1 0 0,-1-1 1 0 0,6 1 0 0 0,-1 0 137 0 0,0 0 1 0 0,0-1-1 0 0,1 0 1 0 0,-1-1-1 0 0,0 1 0 0 0,0-1 1 0 0,0-1-1 0 0,0 1 1 0 0,0-1-1 0 0,0 0 0 0 0,-1-1 1 0 0,10-4-1 0 0,-10 3-522 0 0,0 0 0 0 0,-1 0 0 0 0,1 0 0 0 0,-1 0-1 0 0,0-1 1 0 0,0 0 0 0 0,0 0 0 0 0,-1-1 0 0 0,0 1 0 0 0,0-1-1 0 0,0 0 1 0 0,-1 0 0 0 0,0 0 0 0 0,0-1 0 0 0,0 1 0 0 0,-1-1-1 0 0,0 1 1 0 0,0-1 0 0 0,-1 0 0 0 0,1-12 0 0 0,-2 12-267 0 0,0 1 0 0 0,0-1 0 0 0,-1 1 0 0 0,0-1 0 0 0,0 1 0 0 0,-1 0 0 0 0,0-1 0 0 0,0 1 0 0 0,0 0 0 0 0,-1 0 0 0 0,0 0 0 0 0,0 1 0 0 0,0-1 0 0 0,-1 1 0 0 0,0-1 0 0 0,0 1 0 0 0,0 1 0 0 0,-6-6 0 0 0,4 4 579 0 0,-1 1 0 0 0,1 0 0 0 0,-1 0 0 0 0,0 0 0 0 0,0 1 0 0 0,0 0 0 0 0,-1 1 0 0 0,-9-5 0 0 0,11 6-242 0 0,0 1 0 0 0,1-1-1 0 0,-1 1 1 0 0,0 0 0 0 0,0 1 0 0 0,0-1-1 0 0,0 1 1 0 0,1 0 0 0 0,-1 0-1 0 0,0 1 1 0 0,0 0 0 0 0,-9 2 0 0 0,12-2 144 0 0,1 0 0 0 0,0 0 0 0 0,0 1 0 0 0,0-1 1 0 0,0 0-1 0 0,0 1 0 0 0,0-1 0 0 0,0 1 1 0 0,0 0-1 0 0,0-1 0 0 0,1 1 0 0 0,-1 0 0 0 0,1 0 1 0 0,-1 0-1 0 0,1 0 0 0 0,-2 4 0 0 0,1-1-114 0 0,1-1-1 0 0,-1 0 0 0 0,1 1 1 0 0,0-1-1 0 0,0 1 1 0 0,0 0-1 0 0,1 8 1 0 0,0 8-958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34.7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42 203 1732 0 0,'0'0'1566'0'0,"-2"14"228"0"0,-4 45 5773 0 0,6-57-7341 0 0,0 0 0 0 0,0 0 0 0 0,1 0 0 0 0,-1 0 0 0 0,0 0 0 0 0,1 0 0 0 0,-1 0 0 0 0,1 0 0 0 0,0 0 0 0 0,-1-1 0 0 0,1 1 0 0 0,0 0 0 0 0,0 0 0 0 0,0-1 0 0 0,0 1 0 0 0,1-1 0 0 0,-1 1 0 0 0,0-1 0 0 0,1 1 0 0 0,-1-1 0 0 0,3 2-1 0 0,0-1 63 0 0,0 0-1 0 0,0 0 0 0 0,0 0 0 0 0,0 0 1 0 0,1-1-1 0 0,4 2 0 0 0,-6-2-268 0 0,3 0-145 0 0,0 0 0 0 0,0 0 0 0 0,-1 0-1 0 0,1-1 1 0 0,0 0 0 0 0,0 0 0 0 0,0 0 0 0 0,0-1 0 0 0,0 1-1 0 0,-1-2 1 0 0,1 1 0 0 0,0-1 0 0 0,-1 1 0 0 0,1-2 0 0 0,-1 1-1 0 0,0 0 1 0 0,1-1 0 0 0,-1 0 0 0 0,0 0 0 0 0,-1-1 0 0 0,1 0-1 0 0,-1 1 1 0 0,1-1 0 0 0,-1-1 0 0 0,5-5 0 0 0,-5 4-63 0 0,0 0 0 0 0,0 0 0 0 0,-1 0 0 0 0,0 0 0 0 0,0 0 0 0 0,0 0 0 0 0,-1-1 0 0 0,0 0 0 0 0,0 1 0 0 0,-1-1 0 0 0,1 0 0 0 0,-1 0 0 0 0,-1 0 0 0 0,0 0 0 0 0,0 1 0 0 0,0-1 0 0 0,0 0 0 0 0,-1 0 0 0 0,-1 0 0 0 0,1 0 0 0 0,-4-10 0 0 0,1 9-490 0 0,0-1 1 0 0,-1 1-1 0 0,1 0 0 0 0,-2 0 1 0 0,1 1-1 0 0,-1-1 1 0 0,0 1-1 0 0,0 0 0 0 0,-1 1 1 0 0,-14-11-1 0 0,16 13 643 0 0,-1 0 0 0 0,1 0 0 0 0,-1 1 1 0 0,0 0-1 0 0,0 0 0 0 0,0 1 0 0 0,-1 0 0 0 0,1 0 0 0 0,0 0 0 0 0,-1 1 0 0 0,1 0 0 0 0,-1 0 1 0 0,1 0-1 0 0,-1 1 0 0 0,0 0 0 0 0,-8 1 0 0 0,12 0 7 0 0,0 0-1 0 0,0 0 1 0 0,0 0-1 0 0,0 0 1 0 0,0 0 0 0 0,1 1-1 0 0,-1-1 1 0 0,0 1-1 0 0,1 0 1 0 0,-1 0 0 0 0,1 0-1 0 0,0 0 1 0 0,-1 0-1 0 0,1 1 1 0 0,0-1 0 0 0,1 1-1 0 0,-3 2 1 0 0,1 1-5 0 0,0-1 1 0 0,0 1 0 0 0,0 0 0 0 0,1 1-1 0 0,0-1 1 0 0,0 0 0 0 0,-1 8 0 0 0,-1 6-978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35.1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164 84 190 0 0,'0'0'2127'0'0,"-17"0"-597"0"0,-57 2 4314 0 0,71-2-5629 0 0,0 0-1 0 0,0 0 1 0 0,0 1-1 0 0,0-1 1 0 0,0 1-1 0 0,0 0 1 0 0,1 0-1 0 0,-1 0 1 0 0,0 0 0 0 0,0 0-1 0 0,1 0 1 0 0,-1 1-1 0 0,0 0 1 0 0,1-1-1 0 0,-1 1 1 0 0,1 0-1 0 0,0 0 1 0 0,0 0-1 0 0,0 1 1 0 0,0-1-1 0 0,0 0 1 0 0,0 1-1 0 0,1 0 1 0 0,-1-1-1 0 0,1 1 1 0 0,0 0 0 0 0,-1-1-1 0 0,1 4 1 0 0,-1 2 253 0 0,0 0 0 0 0,1 0 1 0 0,1 0-1 0 0,-1 0 1 0 0,1 0-1 0 0,1 0 1 0 0,2 14-1 0 0,-2-15-468 0 0,0-1 0 0 0,1 1 0 0 0,0-1 0 0 0,0 0 0 0 0,1 1 0 0 0,0-1 0 0 0,0 0 0 0 0,0-1 0 0 0,1 1 0 0 0,0 0 0 0 0,0-1 0 0 0,0 0 0 0 0,0 0 0 0 0,1 0 0 0 0,0-1 0 0 0,0 0 0 0 0,1 1 0 0 0,-1-2 0 0 0,1 1 0 0 0,6 3 0 0 0,-7-5 0 0 0,0 0 0 0 0,0 0 0 0 0,0 0 0 0 0,0-1 0 0 0,0 1 0 0 0,1-1 0 0 0,-1 0 0 0 0,0-1 0 0 0,1 0 0 0 0,-1 1 0 0 0,0-2 0 0 0,0 1 0 0 0,1-1 0 0 0,-1 1 0 0 0,0-1 0 0 0,0-1 0 0 0,1 1 0 0 0,-1-1 0 0 0,0 0 0 0 0,-1 0 0 0 0,1 0 0 0 0,0-1 0 0 0,-1 0 0 0 0,1 0 0 0 0,4-4 0 0 0,-4 3-13 0 0,-1-1 0 0 0,0 0 0 0 0,0 1 0 0 0,0-2 0 0 0,-1 1-1 0 0,0 0 1 0 0,0-1 0 0 0,0 1 0 0 0,0-1 0 0 0,-1 0 0 0 0,0 0 0 0 0,0 0 0 0 0,-1 0-1 0 0,0 0 1 0 0,0 0 0 0 0,0 0 0 0 0,-1-1 0 0 0,1 1 0 0 0,-2 0 0 0 0,1 0 0 0 0,-1-1-1 0 0,0 1 1 0 0,0 0 0 0 0,0 0 0 0 0,-1 0 0 0 0,0 0 0 0 0,0 0 0 0 0,-1 0-1 0 0,0 1 1 0 0,0-1 0 0 0,-4-5 0 0 0,6 10 1 0 0,-5-10-469 0 0,-2 1 0 0 0,1 0 0 0 0,-1 0 0 0 0,-18-15 0 0 0,19 19-210 0 0,-41-29-3321 0 0,44 33 3362 0 0,0-1 0 0 0,0 2 0 0 0,-1-1 0 0 0,1 0 0 0 0,-1 1 0 0 0,0 0 0 0 0,1 0-1 0 0,-1 0 1 0 0,0 0 0 0 0,-5 1 0 0 0,10 0 617 0 0,-1 0 1 0 0,0 0-1 0 0,0 0 0 0 0,1 1 1 0 0,-1-1-1 0 0,0 0 0 0 0,1 1 0 0 0,-1-1 1 0 0,0 1-1 0 0,1-1 0 0 0,-1 1 0 0 0,1-1 1 0 0,-1 1-1 0 0,1-1 0 0 0,-1 1 1 0 0,1 0-1 0 0,-1-1 0 0 0,1 1 0 0 0,-1 0 1 0 0,1-1-1 0 0,0 1 0 0 0,-1 0 0 0 0,1-1 1 0 0,0 1-1 0 0,0 0 0 0 0,0 0 1 0 0,-1-1-1 0 0,1 1 0 0 0,0 0 0 0 0,0 0 1 0 0,0-1-1 0 0,0 1 0 0 0,0 0 1 0 0,0 0-1 0 0,1-1 0 0 0,-1 1 0 0 0,0 0 1 0 0,1 1-1 0 0,8 31 780 0 0,16 5 1 0 0,-13-24-242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35.5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34 164 240 0 0,'0'0'3576'0'0,"0"8"-854"0"0,0 18 5116 0 0,6 3-3474 0 0,-4-22-4337 0 0,0 0 1 0 0,1 0-1 0 0,0 0 0 0 0,0 0 1 0 0,1-1-1 0 0,6 10 0 0 0,0-3-1068 0 0,0-2 1 0 0,0 1-1 0 0,1-1 0 0 0,1-1 1 0 0,21 16-1 0 0,-28-22 771 0 0,1-1 1 0 0,-1 0-1 0 0,1 0 1 0 0,0 0-1 0 0,0-1 0 0 0,1 0 1 0 0,-1 0-1 0 0,12 1 1 0 0,-14-2 621 0 0,1-1 0 0 0,-1 0 0 0 0,0-1 0 0 0,1 1 0 0 0,-1-1 0 0 0,0 1 0 0 0,0-1 0 0 0,8-3 0 0 0,-8 2-265 0 0,0 0 0 0 0,0-1 1 0 0,0 1-1 0 0,0-1 0 0 0,-1 0 0 0 0,1 0 1 0 0,-1-1-1 0 0,0 1 0 0 0,1 0 1 0 0,-2-1-1 0 0,1 0 0 0 0,0 0 0 0 0,-1 0 1 0 0,0 0-1 0 0,0 0 0 0 0,0-1 1 0 0,0 1-1 0 0,-1 0 0 0 0,0-1 1 0 0,1 1-1 0 0,-1-7 0 0 0,1 1-664 0 0,-1 0 1 0 0,0-1-1 0 0,0 1 0 0 0,-1-1 1 0 0,-1 1-1 0 0,0 0 0 0 0,0-1 0 0 0,-5-15 1 0 0,2 13-9 0 0,-1 0 0 0 0,-1 0 0 0 0,0 1 1 0 0,-1-1-1 0 0,0 1 0 0 0,0 1 1 0 0,-2 0-1 0 0,-18-21 0 0 0,22 26 570 0 0,-1 1 1 0 0,-1-1-1 0 0,1 1 0 0 0,-1 0 0 0 0,0 0 0 0 0,0 1 0 0 0,0 0 0 0 0,-1 0 1 0 0,1 1-1 0 0,-1 0 0 0 0,0 0 0 0 0,0 1 0 0 0,0 0 0 0 0,0 0 0 0 0,0 1 1 0 0,-9 0-1 0 0,11 1-97 0 0,0 1 0 0 0,1 0 0 0 0,0 1 1 0 0,-1 0-1 0 0,1-1 0 0 0,0 2 0 0 0,0-1 1 0 0,0 0-1 0 0,0 1 0 0 0,0 0 0 0 0,0 0 0 0 0,1 1 1 0 0,-1-1-1 0 0,1 1 0 0 0,-5 5 0 0 0,-16 15-1185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40.5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3958 2126 732 0 0,'0'0'1573'0'0,"-17"1"319"0"0,-129 11 10310 0 0,-239 20-20797 0 0,0-5 4628 0 0,-387-3 3577 0 0,15-70 825 0 0,581 20-355 0 0,1-8 0 0 0,-214-71 0 0 0,318 81-27 0 0,1-3 0 0 0,1-3-1 0 0,-85-52 1 0 0,119 61-24 0 0,2-2 1 0 0,0-2-1 0 0,1-1 0 0 0,2-1 1 0 0,1-2-1 0 0,1 0 1 0 0,-41-58-1 0 0,54 65-37 0 0,2-2 0 0 0,1 1 1 0 0,1-2-1 0 0,1 1 0 0 0,1-2 0 0 0,1 1 0 0 0,1-1 0 0 0,1 0 0 0 0,2 0 1 0 0,0-1-1 0 0,2 0 0 0 0,1 1 0 0 0,2-29 0 0 0,4 9-26 0 0,1 0 1 0 0,2 1-1 0 0,2 0 0 0 0,2 1 0 0 0,2 0 1 0 0,36-75-1 0 0,-20 55-39 0 0,4 2 1 0 0,2 1 0 0 0,66-85-1 0 0,-74 113 67 0 0,1 0-1 0 0,2 2 1 0 0,1 1 0 0 0,2 2-1 0 0,0 1 1 0 0,74-43 0 0 0,-44 38 6 0 0,0 2 1 0 0,2 4-1 0 0,1 3 1 0 0,135-29-1 0 0,-63 28-40 0 0,211-8-1 0 0,-206 26 16 0 0,1 7 0 0 0,-1 7-1 0 0,0 5 1 0 0,153 35 0 0 0,-18 21 5 0 0,485 189-1 0 0,-359-72-31 0 0,-317-137 87 0 0,-1 4 0 0 0,109 89 1 0 0,-155-108-4 0 0,-2 1 0 0 0,-1 2 0 0 0,-3 2 0 0 0,47 63 0 0 0,-68-81-1 0 0,-1-1 0 0 0,0 2 0 0 0,-2 0 0 0 0,-1 0 0 0 0,0 1 0 0 0,-2 0 0 0 0,0 0 1 0 0,-2 1-1 0 0,-1 0 0 0 0,0 1 0 0 0,1 43 0 0 0,-7-54-16 0 0,-1 0 0 0 0,0 0 1 0 0,-1-1-1 0 0,0 1 0 0 0,-1 0 0 0 0,0-1 0 0 0,-1 0 0 0 0,-1 0 1 0 0,0-1-1 0 0,-1 1 0 0 0,0-1 0 0 0,-1-1 0 0 0,0 1 0 0 0,-11 10 1 0 0,-11 10-3 0 0,-1-1 0 0 0,-1-1-1 0 0,-43 29 1 0 0,-22 10-37 0 0,-3-5 0 0 0,-108 51 0 0 0,-223 85-815 0 0,418-194 796 0 0,-248 107-1821 0 0,204-91 506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42.6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0 812 0 0,'0'0'2374'0'0,"19"8"-98"0"0,64 27 6804 0 0,-46-12-5621 0 0,-31-17-3287 0 0,0 0 0 0 0,0 0 0 0 0,8 11 0 0 0,-5-4-235 0 0,6 6-484 0 0,0 2 0 0 0,-2 0 0 0 0,-1 0-1 0 0,0 1 1 0 0,-2 1 0 0 0,0 0 0 0 0,9 37 0 0 0,-13-40-444 0 0,-2 1 0 0 0,0 0-1 0 0,-2-1 1 0 0,0 1 0 0 0,-1 0 0 0 0,-2 0 0 0 0,0 0-1 0 0,-1 0 1 0 0,-6 26 0 0 0,5-34 943 0 0,-1-1 0 0 0,-1 1 1 0 0,0-1-1 0 0,-1 0 0 0 0,0 0 1 0 0,-1-1-1 0 0,-10 14 0 0 0,11-17 106 0 0,-1 0-1 0 0,0 0 0 0 0,0-1 0 0 0,-1 0 1 0 0,0 0-1 0 0,0 0 0 0 0,-1-1 1 0 0,0-1-1 0 0,-36 7 10406 0 0,182-53-5579 0 0,76-3-6240 0 0,-150 32 764 0 0,-19 6-920 0 0,-30 5 331 0 0,0-1 0 0 0,0 0 0 0 0,-1-1-1 0 0,19-6 1 0 0,-24 4-272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43.2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167 65 360 0 0,'0'0'3159'0'0,"0"-13"-405"0"0,0-39 7959 0 0,-4 129-7778 0 0,-11 57-4146 0 0,10-98-639 0 0,2 0 1 0 0,1-1-1 0 0,4 55 1 0 0,1-67 856 0 0,1 0 0 0 0,0-1 0 0 0,2 1 1 0 0,0-1-1 0 0,2 0 0 0 0,14 31 0 0 0,52 71 282 0 0,-62-106 609 0 0,-11-15 91 0 0,1-1-1 0 0,-1 1 0 0 0,0-1 1 0 0,0 1-1 0 0,0-1 1 0 0,-1 1-1 0 0,1 0 0 0 0,-1-1 1 0 0,1 1-1 0 0,-1 0 0 0 0,0 0 1 0 0,0-1-1 0 0,0 4 1 0 0,0 0 17 0 0,-1-5 53 0 0,1 0-1 0 0,0-1 1 0 0,0 1-1 0 0,-1 0 1 0 0,1 0-1 0 0,-1-1 1 0 0,1 1-1 0 0,-1 0 1 0 0,1-1-1 0 0,-1 1 1 0 0,1 0-1 0 0,-1-1 1 0 0,0 1-1 0 0,1-1 1 0 0,-1 1-1 0 0,0-1 1 0 0,1 1 0 0 0,-1-1-1 0 0,0 0 1 0 0,0 1-1 0 0,1-1 1 0 0,-1 0-1 0 0,-2 1 1 0 0,-24 6 1974 0 0,19-5-1543 0 0,-1 0 380 0 0,-1 0 0 0 0,0 0 0 0 0,0-1 0 0 0,0-1 0 0 0,0 1 0 0 0,-1-2 0 0 0,1 1 0 0 0,-10-3 0 0 0,14 2-388 0 0,0-1-1 0 0,1 0 1 0 0,-1 0 0 0 0,0 0-1 0 0,1 0 1 0 0,0-1 0 0 0,0 0-1 0 0,-6-4 1 0 0,7 4-483 0 0,0 0 1 0 0,1-1-1 0 0,-1 0 0 0 0,1 0 1 0 0,-1 0-1 0 0,-2-4 0 0 0,-2-7-387 0 0,0 0 0 0 0,1-1 1 0 0,1 1-1 0 0,0-1 0 0 0,1-1 0 0 0,1 1 0 0 0,1-1 0 0 0,0 0 0 0 0,1 1 0 0 0,1-1 0 0 0,0 0 0 0 0,1 0 1 0 0,1 0-1 0 0,4-19 0 0 0,-4 30-186 0 0,0 0-1 0 0,0 0 1 0 0,1 1 0 0 0,0-1 0 0 0,0 0 0 0 0,1 1 0 0 0,0-1 0 0 0,0 1 0 0 0,0 0 0 0 0,0 0-1 0 0,1 0 1 0 0,7-7 0 0 0,-6 7 599 0 0,0 1 0 0 0,1 0 0 0 0,0 0 0 0 0,0 0 0 0 0,0 1 0 0 0,0 0 0 0 0,0 0 0 0 0,1 0 1 0 0,11-2-1 0 0,7 0 1552 0 0,1 2 1 0 0,1 1-1 0 0,-1 1 0 0 0,47 3 1 0 0,-15 0-1127 0 0,-5 0-559 0 0,-25-1-407 0 0,0-1 0 0 0,30-4 0 0 0,-36-1 511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43.6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139 1 146 0 0,'-3'2'6874'0'0,"-19"24"4093"0"0,2 7-8249 0 0,-12 41-6139 0 0,24-53 3931 0 0,-5 16-1971 0 0,2 0 0 0 0,-7 41 1 0 0,18-78 1450 0 0,-5 33-1596 0 0,2-1 0 0 0,0 1-1 0 0,3 0 1 0 0,4 43 0 0 0,-2-56 1505 0 0,1 1-1 0 0,1-1 0 0 0,1 0 1 0 0,10 28-1 0 0,-11-37 80 0 0,1 0 0 0 0,0-1 1 0 0,0 1-1 0 0,1-1 0 0 0,1 0 0 0 0,-1 0 0 0 0,2-1 0 0 0,-1 0 0 0 0,11 9 0 0 0,-16-16 82 0 0,1 0 0 0 0,-1 0 0 0 0,0 0 0 0 0,1 0-1 0 0,0-1 1 0 0,-1 1 0 0 0,1-1 0 0 0,0 1 0 0 0,0-1 0 0 0,0 0 0 0 0,0 0 0 0 0,0-1-1 0 0,0 1 1 0 0,0 0 0 0 0,0-1 0 0 0,0 0 0 0 0,0 0 0 0 0,0 0 0 0 0,0 0 0 0 0,0 0-1 0 0,0-1 1 0 0,0 1 0 0 0,0-1 0 0 0,0 0 0 0 0,0 0 0 0 0,0 0 0 0 0,0 0 0 0 0,0 0-1 0 0,0-1 1 0 0,-1 1 0 0 0,1-1 0 0 0,2-2 0 0 0,0 0 350 0 0,-1 0 1 0 0,0 0-1 0 0,0-1 1 0 0,0 0-1 0 0,0 0 1 0 0,-1 0-1 0 0,1 0 1 0 0,-1-1-1 0 0,-1 1 0 0 0,1-1 1 0 0,-1 0-1 0 0,0 1 1 0 0,0-1-1 0 0,-1 0 1 0 0,2-8-1 0 0,-2 3 149 0 0,0 1 0 0 0,0-1-1 0 0,-1 0 1 0 0,-1 0 0 0 0,0 0-1 0 0,0 0 1 0 0,-1 1 0 0 0,-1-1 0 0 0,1 1-1 0 0,-2-1 1 0 0,-4-9 0 0 0,6 15-648 0 0,-1 1 0 0 0,1-1 1 0 0,-1 1-1 0 0,0 0 1 0 0,0 0-1 0 0,-1 0 0 0 0,1 0 1 0 0,-1 1-1 0 0,0-1 1 0 0,0 1-1 0 0,0 0 0 0 0,0 0 1 0 0,-1 0-1 0 0,1 1 1 0 0,-1-1-1 0 0,1 1 0 0 0,-1 1 1 0 0,0-1-1 0 0,0 0 1 0 0,0 1-1 0 0,0 0 0 0 0,0 0 1 0 0,0 1-1 0 0,0-1 1 0 0,-6 1-1 0 0,7 0-226 0 0,1 0 1 0 0,-1 1-1 0 0,0-1 0 0 0,1 1 1 0 0,-1 0-1 0 0,0-1 0 0 0,1 2 0 0 0,-1-1 1 0 0,1 0-1 0 0,-1 1 0 0 0,1-1 1 0 0,0 1-1 0 0,-1 0 0 0 0,1 0 1 0 0,0 1-1 0 0,-3 2 0 0 0,3-1-582 0 0,-1-1 0 0 0,1 1-1 0 0,0 0 1 0 0,1 0-1 0 0,-1 1 1 0 0,1-1-1 0 0,-3 7 1 0 0,-2 2-2552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43.9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536 1 1146 0 0,'0'0'2734'0'0,"-20"5"12"0"0,3 0-620 0 0,4-2-78 0 0,1 0 0 0 0,0 1 0 0 0,-20 10 1 0 0,23-10-1508 0 0,1 1 0 0 0,1 1 0 0 0,-1-1 0 0 0,-13 14 1 0 0,-163 173-4272 0 0,0 1-8239 0 0,184-193 11949 0 0,0 0 0 0 0,0 0-1 0 0,0 0 1 0 0,0 1 0 0 0,-1-1 0 0 0,1 0 0 0 0,0 0 0 0 0,0 0 0 0 0,0 0 0 0 0,0 1 0 0 0,0-1 0 0 0,0 0 0 0 0,0 0-1 0 0,0 0 1 0 0,-1 0 0 0 0,1 0 0 0 0,0 0 0 0 0,0 0 0 0 0,0 1 0 0 0,0-1 0 0 0,-1 0 0 0 0,1 0 0 0 0,0 0 0 0 0,0 0-1 0 0,0 0 1 0 0,0 0 0 0 0,-1 0 0 0 0,1 0 0 0 0,0 0 0 0 0,0 0 0 0 0,0 0 0 0 0,-1 0 0 0 0,1 0 0 0 0,0 0 0 0 0,0 0-1 0 0,0 0 1 0 0,0 0 0 0 0,-1 0 0 0 0,1 0 0 0 0,0 0 0 0 0,0 0 0 0 0,0 0 0 0 0,0-1 0 0 0,-1 1 0 0 0,1 0 0 0 0,0 0-1 0 0,0 0 1 0 0,0 0 0 0 0,0 0 0 0 0,-1-10-960 0 0,1 8 922 0 0,0-16-1217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44.1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0 476 0 0,'0'0'2994'0'0,"18"11"-106"0"0,56 38 7763 0 0,-68-44-10332 0 0,-1-1 0 0 0,1 1 0 0 0,-1 0 0 0 0,0 0 0 0 0,0 1 0 0 0,0-1 0 0 0,6 13 0 0 0,0-2-314 0 0,83 119-2748 0 0,49 65-9189 0 0,-116-168 8753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44.4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57 0 118 0 0,'0'0'3246'0'0,"-6"19"-2170"0"0,-3 6 178 0 0,1-4 31 0 0,1 1 0 0 0,1-1 0 0 0,-3 24 1 0 0,5-22-1758 0 0,0 0 0 0 0,2 0-1 0 0,1 0 1 0 0,1 0 0 0 0,1 0 0 0 0,7 42 0 0 0,-5-54 263 0 0,1 0-1 0 0,1 0 0 0 0,0 0 1 0 0,0-1-1 0 0,1 0 0 0 0,0 0 0 0 0,1 0 1 0 0,0-1-1 0 0,1 0 0 0 0,0-1 1 0 0,0 1-1 0 0,1-1 0 0 0,0-1 0 0 0,14 10 1 0 0,-11-9 181 0 0,0-1-1 0 0,1 0 1 0 0,-1-1 0 0 0,2 0 0 0 0,-1-1 0 0 0,0 0 0 0 0,1-2 0 0 0,0 1-1 0 0,0-1 1 0 0,0-1 0 0 0,20 0 0 0 0,-25-2-58 0 0,0 0-1 0 0,0 0 0 0 0,0-1 1 0 0,0-1-1 0 0,0 0 1 0 0,0 0-1 0 0,12-5 1 0 0,-17 5-41 0 0,0 0 0 0 0,0 0 0 0 0,0 0 0 0 0,-1-1 0 0 0,1 0 1 0 0,-1 0-1 0 0,1 0 0 0 0,-1 0 0 0 0,0 0 0 0 0,0-1 0 0 0,0 1 0 0 0,-1-1 0 0 0,1 0 0 0 0,-1 0 1 0 0,0 0-1 0 0,3-7 0 0 0,6-14-973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44.5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434 0 446 0 0,'0'0'2478'0'0,"-12"20"-914"0"0,3-5-665 0 0,-16 26 2775 0 0,-25 58 0 0 0,-39 110-4653 0 0,-28 113-5618 0 0,54-152 5619 0 0,52-139 670 0 0,7-21 43 0 0,1 0-1 0 0,-2 0 1 0 0,-7 14-1 0 0,-22 18-1213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45.3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25 940 0 0,'1'-3'4628'0'0,"-1"2"-4291"0"0,0 0-1 0 0,0 0 0 0 0,8-10 4710 0 0,-7 10-4709 0 0,0 1-1 0 0,0-1 1 0 0,-1 1-1 0 0,1-1 0 0 0,0 1 1 0 0,0 0-1 0 0,1-1 1 0 0,30-2 4948 0 0,-28 3-5225 0 0,5 0-113 0 0,1 0-334 0 0,0 0 0 0 0,-1 0 0 0 0,1 1-1 0 0,0 0 1 0 0,0 1 0 0 0,-1 0 0 0 0,13 4-1 0 0,22 12-4208 0 0,64 15-1 0 0,51 0 2054 0 0,165 0 3946 0 0,-249-27-2065 0 0,-37-3 673 0 0,1708 122 645 0 0,-1336-108-524 0 0,438-40 0 0 0,-712 11-157 0 0,274-13-727 0 0,-408 25 485 0 0,-14 0-47 0 0,7 0 320 0 0,-5 0-399 0 0,0 0-1 0 0,-1-1 1 0 0,1 0 0 0 0,-1 0-1 0 0,-15-5 1 0 0,-11-6-1547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46.5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1480 0 0,'0'0'2157'0'0,"20"14"648"0"0,65 48 7776 0 0,-70-51-9911 0 0,-1 1 1 0 0,0 0-1 0 0,15 19 0 0 0,-18-18-1218 0 0,-2 1-1 0 0,1 1 0 0 0,-2 0 1 0 0,12 28-1 0 0,-17-36-59 0 0,0 0 0 0 0,0 0 0 0 0,-1 1 0 0 0,0-1 0 0 0,-1 1 0 0 0,0-1 0 0 0,0 1 0 0 0,0-1 0 0 0,-1 1 0 0 0,0 0 0 0 0,-1-1 0 0 0,1 1 0 0 0,-2 0 0 0 0,1-1 0 0 0,-1 0 0 0 0,0 1 0 0 0,-6 13 0 0 0,5-16 370 0 0,0 1 1 0 0,-1-1-1 0 0,1 0 0 0 0,-1 1 1 0 0,0-2-1 0 0,0 1 0 0 0,-1 0 1 0 0,-7 5-1 0 0,-1 0 282 0 0,-2 0 0 0 0,-28 15 0 0 0,36-22-31 0 0,-1 1 0 0 0,0-1 0 0 0,0-1 0 0 0,0 1 0 0 0,-1-1 0 0 0,1-1 0 0 0,0 1-1 0 0,-10-1 1 0 0,26-7 57 0 0,8-1 181 0 0,3 2 1177 0 0,30-5 0 0 0,-32 8-1673 0 0,0 1 1 0 0,0 1 0 0 0,0 0-1 0 0,26 4 1 0 0,-34-3 81 0 0,0 1 1 0 0,0 0-1 0 0,0 0 1 0 0,0 1 0 0 0,0 0-1 0 0,-1 1 1 0 0,1 0-1 0 0,-1 0 1 0 0,0 1-1 0 0,0 0 1 0 0,0 0-1 0 0,-1 1 1 0 0,0 0-1 0 0,0 0 1 0 0,0 1-1 0 0,-1-1 1 0 0,8 12-1 0 0,-12-14 195 0 0,0-1-1 0 0,0 1 1 0 0,0-1-1 0 0,0 1 0 0 0,-1 0 1 0 0,1 0-1 0 0,-1-1 1 0 0,0 1-1 0 0,0 0 0 0 0,-1 0 1 0 0,1 0-1 0 0,-1 0 1 0 0,0 1-1 0 0,0-1 1 0 0,0 0-1 0 0,-1 0 0 0 0,1 0 1 0 0,-2 5-1 0 0,0-3-16 0 0,-1 1-1 0 0,0-1 0 0 0,0 0 1 0 0,0 0-1 0 0,-1-1 0 0 0,1 1 1 0 0,-1 0-1 0 0,-1-1 0 0 0,1 0 1 0 0,-6 5-1 0 0,-6 4 216 0 0,0 0 0 0 0,-1-1 0 0 0,0-1 0 0 0,-1 0 0 0 0,0-1 0 0 0,-1-1 0 0 0,0-1-1 0 0,-1-1 1 0 0,1 0 0 0 0,-2-2 0 0 0,-44-9 8056 0 0,68-3-8299 0 0,7-9 1319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46.9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96 1 1106 0 0,'0'0'2186'0'0,"7"16"-889"0"0,21 55 3909 0 0,-25-63-4928 0 0,-1 0-1 0 0,0 0 0 0 0,0 1 0 0 0,-1-1 1 0 0,0 1-1 0 0,0-1 0 0 0,-1 1 1 0 0,-1 14-1 0 0,0 3-621 0 0,1-10-388 0 0,0 0 0 0 0,-1 0 0 0 0,-1-1 0 0 0,-1 1 0 0 0,0-1 0 0 0,0 1 0 0 0,-11 25 0 0 0,1-11-714 0 0,-24 39 0 0 0,-27 30 9690 0 0,64-98-8095 0 0,10 1 4443 0 0,19-5-841 0 0,-26 3-4197 0 0,240-27-2017 0 0,1 11-9385 0 0,-203 14 8298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47.1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460 0 594 0 0,'0'0'2728'0'0,"-19"13"-2582"0"0,-66 41 6 0 0,42-23 25 0 0,0 2 1 0 0,3 1 0 0 0,-59 63 0 0 0,96-94-183 0 0,-20 21-47 0 0,11-10-92 0 0,-2 0 0 0 0,1-1 0 0 0,-18 13-1 0 0,30-26 172 0 0,1 1 0 0 0,-1-1 0 0 0,0 1-1 0 0,1-1 1 0 0,-1 1 0 0 0,1-1 0 0 0,-1 0-1 0 0,0 1 1 0 0,1-1 0 0 0,-1 0 0 0 0,0 1-1 0 0,0-1 1 0 0,1 0 0 0 0,-1 0 0 0 0,0 0-1 0 0,0 0 1 0 0,1 0 0 0 0,-1 0 0 0 0,0 0-1 0 0,0 0 1 0 0,1 0 0 0 0,-1 0 0 0 0,0 0-1 0 0,1 0 1 0 0,-1 0 0 0 0,0-1 0 0 0,0 1-1 0 0,1 0 1 0 0,-1-1 0 0 0,0 1 0 0 0,1 0-1 0 0,-1-1 1 0 0,0 1 0 0 0,1-1 0 0 0,-1 1-1 0 0,1-1 1 0 0,-1 1 0 0 0,1-1 0 0 0,-1 1-1 0 0,1-1 1 0 0,-1 0 0 0 0,-6-9 2010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47.3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0 430 0 0,'0'0'3192'0'0,"14"19"-353"0"0,45 60 7729 0 0,-26-27-8002 0 0,0 11-3218 0 0,-6-11-565 0 0,23 37-1563 0 0,59 121-9738 0 0,-94-178 11290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47.7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30 144 1852 0 0,'0'0'1819'0'0,"6"16"-546"0"0,23 50 3904 0 0,-25-59-4479 0 0,0 0-1 0 0,1 0 0 0 0,-1 0 0 0 0,1-1 0 0 0,1 0 1 0 0,-1 0-1 0 0,13 10 0 0 0,-5-6-598 0 0,1-1 0 0 0,18 9 0 0 0,-29-16-240 0 0,23 10-1026 0 0,1-1 1 0 0,0-1-1 0 0,1-1 1 0 0,0-1 0 0 0,1-2-1 0 0,0-1 1 0 0,-1-1-1 0 0,2-1 1 0 0,38-2-1 0 0,-64-1 1143 0 0,1 0-1 0 0,0 0 0 0 0,-1-1 0 0 0,1 1 0 0 0,-1-1 0 0 0,1 0 1 0 0,-1 0-1 0 0,1-1 0 0 0,-1 0 0 0 0,1 1 0 0 0,-1-1 1 0 0,0-1-1 0 0,0 1 0 0 0,0-1 0 0 0,0 1 0 0 0,5-6 0 0 0,-6 4-39 0 0,1-1-1 0 0,-1 0 1 0 0,1 1-1 0 0,-1-1 1 0 0,-1 0-1 0 0,1-1 1 0 0,-1 1-1 0 0,0 0 0 0 0,0-1 1 0 0,0 1-1 0 0,-1-1 1 0 0,0 0-1 0 0,1-5 1 0 0,-1-10-62 0 0,0 0 0 0 0,-1 1 1 0 0,-2-1-1 0 0,0 0 1 0 0,-1 1-1 0 0,-1 0 0 0 0,0 0 1 0 0,-2 0-1 0 0,-14-35 0 0 0,18 51 250 0 0,0 1-1 0 0,1-1 0 0 0,-1 1 0 0 0,-1-1 1 0 0,1 1-1 0 0,-1-1 0 0 0,1 1 1 0 0,-1 0-1 0 0,0 0 0 0 0,-6-4 0 0 0,8 6 24 0 0,-1 0 0 0 0,0 0 0 0 0,0 0 0 0 0,0 0 0 0 0,0 0 1 0 0,0 1-1 0 0,0-1 0 0 0,0 1 0 0 0,0-1 0 0 0,0 1 0 0 0,0 0 0 0 0,0 0 0 0 0,0 0 0 0 0,0 0 0 0 0,0 0 0 0 0,0 0 0 0 0,0 0 0 0 0,0 1 0 0 0,-1-1 0 0 0,1 1 0 0 0,1 0 0 0 0,-1 0 0 0 0,0-1 0 0 0,-2 2 0 0 0,-6 5-211 0 0,1 0 0 0 0,0 0 0 0 0,0 1 0 0 0,1 0 0 0 0,0 1 0 0 0,1 0 0 0 0,0 0 0 0 0,0 0 0 0 0,-9 19 0 0 0,4-10-145 0 0,-62 99 247 0 0,5 3 0 0 0,6 3-1 0 0,-64 174 1 0 0,115-261-278 0 0,1 0-1 0 0,2 0 1 0 0,1 1-1 0 0,2 0 0 0 0,2 0 1 0 0,1 1-1 0 0,3 42 1 0 0,3-50-937 0 0,4-4-966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49.2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1101 12 132 0 0,'-15'-11'19528'0'0,"14"11"-19528"0"0,0 0 0 0 0,1 0 0 0 0,-1 0 0 0 0,0 0 0 0 0,1 0 0 0 0,-1 0 0 0 0,0 0 0 0 0,1 0 0 0 0,-1 0 0 0 0,1 0 0 0 0,-1 0 0 0 0,0 0 0 0 0,1 0 0 0 0,-1 0 0 0 0,0 1 0 0 0,1-1 0 0 0,-1 0 0 0 0,1 1 0 0 0,-1-1 0 0 0,1 0 0 0 0,-1 1 0 0 0,1-1 0 0 0,-1 0 0 0 0,1 1 0 0 0,-1-1 0 0 0,1 1 0 0 0,-1-1 0 0 0,1 1 0 0 0,-1 0 0 0 0,-10 18 0 0 0,9-14 0 0 0,-27 51-257 0 0,-28 84 0 0 0,-11 67-698 0 0,52-157 759 0 0,-374 1274-10556 0 0,280-930 8248 0 0,-119 407 1583 0 0,119-372 364 0 0,77-297-427 0 0,21-84-55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49.8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849 1 854 0 0,'0'0'938'0'0,"-21"16"-520"0"0,-10 7-337 0 0,-91 74 121 0 0,-251 206 579 0 0,310-252-759 0 0,7-8-29 0 0,30-25-55 0 0,2 1 0 0 0,0 1 0 0 0,1 1 0 0 0,-35 42 0 0 0,54-57-105 0 0,0 1 1 0 0,1-1-1 0 0,-1 1 0 0 0,1 0 1 0 0,-3 10-1 0 0,3-6-607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50.4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1531 1 652 0 0,'0'0'849'0'0,"-21"11"-595"0"0,-11 7-183 0 0,-85 49 155 0 0,-298 231 570 0 0,279-194-738 0 0,-332 255-84 0 0,213-163-1036 0 0,169-131 74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54.2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155 148 768 0 0,'0'0'402'0'0,"-6"14"407"0"0,-40 95-374 0 0,35-82-376 0 0,-61 143 791 0 0,54-129-798 0 0,18-77 9202 0 0,-1 19-8095 0 0,4-53 4389 0 0,1 36-5425 0 0,9-37 0 0 0,-9 57-232 0 0,0 0-1 0 0,2 0 1 0 0,-1 0 0 0 0,2 0-1 0 0,0 1 1 0 0,0 0 0 0 0,1 0 0 0 0,1 1-1 0 0,0 0 1 0 0,1 1 0 0 0,0 0-1 0 0,23-20 1 0 0,-18 20-732 0 0,0 0 0 0 0,0 1 0 0 0,2 1 0 0 0,-1 0-1 0 0,1 1 1 0 0,0 1 0 0 0,0 0 0 0 0,1 1 0 0 0,0 1 0 0 0,20-2 0 0 0,-28 5-49 0 0,-1 1 1 0 0,0 0 0 0 0,1 1 0 0 0,12 0-1 0 0,-19 1 839 0 0,0-1 1 0 0,0 1-1 0 0,0-1 0 0 0,0 1 0 0 0,-1 0 0 0 0,1 0 0 0 0,0 0 0 0 0,0 1 0 0 0,-1-1 0 0 0,1 1 0 0 0,-1-1 0 0 0,1 1 1 0 0,-1 0-1 0 0,0 0 0 0 0,0 0 0 0 0,0 0 0 0 0,4 4 0 0 0,-2 2 73 0 0,1 0-1 0 0,-1 0 1 0 0,-1 0 0 0 0,1 1 0 0 0,-1-1-1 0 0,-1 1 1 0 0,0 0 0 0 0,0 0 0 0 0,1 16-1 0 0,-2-4 15 0 0,-1 0 0 0 0,0 0 0 0 0,-5 24-1 0 0,0-19-3 0 0,-1-1 0 0 0,-1 1 0 0 0,-1-1 0 0 0,-1-1-1 0 0,-16 31 1 0 0,-74 114 120 0 0,56-99-150 0 0,11-23 50 0 0,18-27-218 0 0,-17 31 0 0 0,28-44 158 0 0,0 0-1 0 0,0 0 0 0 0,0 0 0 0 0,1 1 1 0 0,0-1-1 0 0,1 1 0 0 0,0-1 1 0 0,-1 15-1 0 0,3 6 1009 0 0,2-18-1260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54.5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148 0 156 0 0,'0'0'3522'0'0,"-4"19"-767"0"0,0-1-538 0 0,-12 47 6053 0 0,-1-6-5589 0 0,-8 19-3467 0 0,-14 44-2306 0 0,6 0-4953 0 0,30-112 7286 0 0,2-6 324 0 0,-1 0 1 0 0,1 1-1 0 0,0-1 0 0 0,1 0 1 0 0,-1 1-1 0 0,1-1 0 0 0,0 1 1 0 0,0-1-1 0 0,1 7 0 0 0,-1-10 452 0 0,0-1 0 0 0,1 0-1 0 0,-1 0 1 0 0,0 0-1 0 0,0 1 1 0 0,0-1-1 0 0,0 0 1 0 0,1 0 0 0 0,-1 0-1 0 0,0 0 1 0 0,0 0-1 0 0,0 1 1 0 0,1-1 0 0 0,-1 0-1 0 0,0 0 1 0 0,0 0-1 0 0,1 0 1 0 0,-1 0-1 0 0,0 0 1 0 0,0 0 0 0 0,1 0-1 0 0,-1 0 1 0 0,0 0-1 0 0,0 0 1 0 0,1 0 0 0 0,-1 0-1 0 0,0 0 1 0 0,0 0-1 0 0,1 0 1 0 0,-1 0-1 0 0,0 0 1 0 0,0 0 0 0 0,0 0-1 0 0,1 0 1 0 0,-1-1-1 0 0,10-3 1187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55.3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284 1 402 0 0,'0'0'2587'0'0,"5"17"326"0"0,18 60 8100 0 0,-20-63-10319 0 0,-1-1-1 0 0,0 0 0 0 0,-1 18 1 0 0,-1-10-1138 0 0,-2 1 1 0 0,-5 24 0 0 0,2-19 230 0 0,0 6-1460 0 0,-2-1 0 0 0,-1 1 0 0 0,-2-1 0 0 0,-20 46-1 0 0,22-62 701 0 0,0-1-1 0 0,-1 0 0 0 0,-1 0 1 0 0,0-1-1 0 0,-16 17 0 0 0,16-21 891 0 0,1-1-1 0 0,-2 0 0 0 0,1-1 0 0 0,-17 10 0 0 0,25-17 276 0 0,0 1 0 0 0,0-1 0 0 0,0 0 0 0 0,0 0 0 0 0,-1 0-1 0 0,1 0 1 0 0,0 0 0 0 0,0 0 0 0 0,0-1 0 0 0,-1 1 0 0 0,1-1-1 0 0,0 0 1 0 0,-1 1 0 0 0,1-1 0 0 0,-1 0 0 0 0,1 0 0 0 0,0-1-1 0 0,-1 1 1 0 0,1 0 0 0 0,0-1 0 0 0,-1 1 0 0 0,1-1 0 0 0,0 0-1 0 0,0 0 1 0 0,0 0 0 0 0,0 0 0 0 0,0 0 0 0 0,0 0 0 0 0,0-1-1 0 0,0 1 1 0 0,0-1 0 0 0,0 1 0 0 0,0-1 0 0 0,1 0 0 0 0,-1 0-1 0 0,1 1 1 0 0,0-1 0 0 0,-1 0 0 0 0,1 0 0 0 0,0-1 0 0 0,-1-1 0 0 0,-2-5 706 0 0,0 0 0 0 0,1-1 0 0 0,0 0 0 0 0,1 1 0 0 0,0-1 1 0 0,0 0-1 0 0,1 0 0 0 0,0-12 0 0 0,1 21-900 0 0,0 1 0 0 0,1-1 0 0 0,-1 1 0 0 0,1-1 0 0 0,-1 1 0 0 0,1 0 0 0 0,-1-1 0 0 0,0 1 0 0 0,1 0 0 0 0,-1 0 0 0 0,1-1 0 0 0,-1 1 0 0 0,1 0 0 0 0,0 0 0 0 0,-1-1 0 0 0,1 1 0 0 0,-1 0 0 0 0,1 0 0 0 0,-1 0 0 0 0,1 0 0 0 0,-1 0 0 0 0,1 0 0 0 0,0 0 0 0 0,-1 0 0 0 0,1 0 0 0 0,-1 0 0 0 0,1 0 0 0 0,-1 1 0 0 0,1-1 0 0 0,-1 0 0 0 0,1 0 0 0 0,-1 1 0 0 0,1-1 0 0 0,-1 0 0 0 0,2 1 0 0 0,21 8-551 0 0,-16-5 248 0 0,3 2-811 0 0,0 0-1 0 0,1-1 1 0 0,-1 0 0 0 0,1-1 0 0 0,0 0 0 0 0,0-1 0 0 0,0 0 0 0 0,21 2 0 0 0,-25-4 590 0 0,1-1 0 0 0,0 0 0 0 0,0-1-1 0 0,0 0 1 0 0,-1 0 0 0 0,1-1 0 0 0,-1 0 0 0 0,1 0 0 0 0,13-7 0 0 0,-10 3 365 0 0,-1 0 0 0 0,0 0 0 0 0,0-1 0 0 0,-1 0 0 0 0,17-16 0 0 0,-6-1 250 0 0,0 0 0 0 0,-2-1-1 0 0,-1 0 1 0 0,16-32 0 0 0,6-29 13 0 0,-31 66-44 0 0,0 0-1 0 0,1 1 1 0 0,2-1 0 0 0,17-24 0 0 0,-28 44-55 0 0,0 0-1 0 0,0-1 1 0 0,0 1-1 0 0,0 0 1 0 0,0 0 0 0 0,0-1-1 0 0,0 1 1 0 0,0 0 0 0 0,1 0-1 0 0,-1 0 1 0 0,0 0 0 0 0,0-1-1 0 0,0 1 1 0 0,0 0-1 0 0,1 0 1 0 0,-1 0 0 0 0,0 0-1 0 0,0-1 1 0 0,0 1 0 0 0,1 0-1 0 0,-1 0 1 0 0,0 0-1 0 0,0 0 1 0 0,0 0 0 0 0,1 0-1 0 0,-1 0 1 0 0,0 0 0 0 0,0 0-1 0 0,1 0 1 0 0,-1 0 0 0 0,0 0-1 0 0,0 0 1 0 0,1 0-1 0 0,-1 0 1 0 0,0 0 0 0 0,0 0-1 0 0,1 0 1 0 0,-1 0 0 0 0,0 0-1 0 0,0 0 1 0 0,0 0-1 0 0,1 0 1 0 0,-1 1 0 0 0,0-1-1 0 0,0 0 1 0 0,1 0 0 0 0,3 16 288 0 0,-2 26 99 0 0,-2-38-428 0 0,-4 315-209 0 0,4-311 230 0 0,1 1-1 0 0,0-1 1 0 0,0 0 0 0 0,4 15 0 0 0,-4-22 14 0 0,0 1 0 0 0,-1 0-1 0 0,1 0 1 0 0,0-1-1 0 0,0 1 1 0 0,0-1 0 0 0,0 1-1 0 0,0-1 1 0 0,0 1 0 0 0,0-1-1 0 0,1 1 1 0 0,1 1 0 0 0,-2-3 10 0 0,0 1 0 0 0,0-1 0 0 0,0 0 0 0 0,0 1 0 0 0,0-1 0 0 0,0 0 0 0 0,0 0 0 0 0,0 1 0 0 0,0-1 0 0 0,0 0 0 0 0,0 0 0 0 0,0 0 0 0 0,0 0 0 0 0,0 0 0 0 0,0-1 0 0 0,0 1 0 0 0,0 0 0 0 0,0 0 0 0 0,0-1 0 0 0,0 1 0 0 0,0-1 0 0 0,0 1 0 0 0,0 0 0 0 0,1-2 0 0 0,2 0 53 0 0,-1-1 1 0 0,0 0-1 0 0,1 0 1 0 0,-1 0 0 0 0,0 0-1 0 0,0-1 1 0 0,-1 1-1 0 0,1-1 1 0 0,-1 1-1 0 0,1-1 1 0 0,1-6 0 0 0,18-49 512 0 0,-17 45-615 0 0,27-84-1352 0 0,30-87 718 0 0,-53 169 917 0 0,-9 16-227 0 0,0 0 0 0 0,0 0 1 0 0,0 0-1 0 0,1 0 0 0 0,-1 0 0 0 0,0 0 1 0 0,0 0-1 0 0,0 0 0 0 0,0 0 0 0 0,0 0 1 0 0,0 0-1 0 0,1 0 0 0 0,-1 0 0 0 0,0 0 1 0 0,0 0-1 0 0,0 0 0 0 0,0 0 1 0 0,0 0-1 0 0,0 0 0 0 0,1 0 0 0 0,-1 0 1 0 0,0 0-1 0 0,0 0 0 0 0,0 0 0 0 0,0 0 1 0 0,0 0-1 0 0,0 0 0 0 0,1 0 0 0 0,-1 0 1 0 0,0 0-1 0 0,0 0 0 0 0,0 1 0 0 0,0-1 1 0 0,0 0-1 0 0,0 0 0 0 0,0 0 0 0 0,0 0 1 0 0,0 0-1 0 0,0 0 0 0 0,0 0 0 0 0,0 1 1 0 0,1-1-1 0 0,-1 0 0 0 0,0 0 0 0 0,0 0 1 0 0,0 0-1 0 0,0 0 0 0 0,0 0 1 0 0,0 1-1 0 0,0-1 0 0 0,0 0 0 0 0,0 0 1 0 0,0 0-1 0 0,-1 0 0 0 0,3 35 650 0 0,-2-33-760 0 0,-3 47 339 0 0,-3 0 1 0 0,-1-1 0 0 0,-26 83 0 0 0,7-25 150 0 0,-25 220-861 0 0,26 3-81 0 0,6-73-342 0 0,1-140-736 0 0,10-75 250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6:59.9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96 86 0 0,'0'0'3257'0'0,"12"-11"-448"0"0,-2 1-26 0 0,-4 3-1102 0 0,0 1-1 0 0,1-1 0 0 0,0 1 1 0 0,11-7-1 0 0,-12 10-1348 0 0,-1 0 0 0 0,1 1 0 0 0,0-1 0 0 0,0 1-1 0 0,0 0 1 0 0,8-1 0 0 0,46-6-1328 0 0,1 4 0 0 0,0 2 0 0 0,112 8 0 0 0,-41 8-2741 0 0,0 6-1 0 0,182 51 1 0 0,-73 3 3471 0 0,-174-49 266 0 0,-1 2 1 0 0,-2 3-1 0 0,73 45 1 0 0,-108-56-18 0 0,0 1 0 0 0,-2 2 0 0 0,0 1 0 0 0,-2 1 0 0 0,0 1 0 0 0,-1 2 0 0 0,-2 0 0 0 0,32 48 0 0 0,-35-41 7 0 0,-2 2-1 0 0,-1 0 0 0 0,22 70 0 0 0,16 115 86 0 0,-23-79-33 0 0,24 77 505 0 0,-50-204 1375 0 0,-4-12-1172 0 0,0 0 0 0 0,0 0 0 0 0,0-1 0 0 0,-1 1-1 0 0,1 0 1 0 0,-1 0 0 0 0,1 0 0 0 0,-1 0-1 0 0,0 0 1 0 0,0 0 0 0 0,0 0 0 0 0,0 0-1 0 0,0 4 1 0 0,-8 15-444 0 0,-1 1-1 0 0,-1-1 1 0 0,0-1-1 0 0,-2 0 1 0 0,0 0-1 0 0,-1-1 1 0 0,-18 19-1 0 0,9-15-464 0 0,-1-1 0 0 0,0 0-1 0 0,-2-2 1 0 0,-42 27 0 0 0,6-12-1815 0 0,-2-3 0 0 0,-2-3 1 0 0,-134 42-1 0 0,-94 1-3402 0 0,236-62 5298 0 0,-1-3 0 0 0,-1-3 1 0 0,-67-3-1 0 0,109-2 89 0 0,1-1-1 0 0,0-1 1 0 0,-1 0 0 0 0,1-1 0 0 0,0-1-1 0 0,1 0 1 0 0,-1-1 0 0 0,1-1 0 0 0,-16-10 0 0 0,12 5-31 0 0,0-1 1 0 0,1-1-1 0 0,0-1 1 0 0,1-1 0 0 0,-27-31-1 0 0,16 11-46 0 0,1-2 0 0 0,-23-43-1 0 0,-35-82-71 0 0,70 134 130 0 0,-138-281-202 0 0,130 267 2082 0 0,8 16 4127 0 0,7 80 1201 0 0,3-18-7200 0 0,1-4 0 0 0,-1 0 0 0 0,-11 33 0 0 0,-29 73-515 0 0,45-135 448 0 0,-1-1-1 0 0,1 0 1 0 0,-1 0-1 0 0,1 0 1 0 0,0 1-1 0 0,-1-1 1 0 0,1 0-1 0 0,0 1 0 0 0,0-1 1 0 0,0 0-1 0 0,0 1 1 0 0,0-1-1 0 0,0 2 1 0 0,1-3 25 0 0,-1 0 0 0 0,0 0-1 0 0,0 0 1 0 0,0 0 0 0 0,1 0 0 0 0,-1 1 0 0 0,0-1 0 0 0,0 0 0 0 0,1 0 0 0 0,-1 0-1 0 0,0 0 1 0 0,0 0 0 0 0,1 0 0 0 0,-1 0 0 0 0,0 0 0 0 0,1 0 0 0 0,-1 0 0 0 0,0 0-1 0 0,0 0 1 0 0,1 0 0 0 0,-1 0 0 0 0,0 0 0 0 0,0-1 0 0 0,1 1 0 0 0,-1 0 0 0 0,0 0-1 0 0,0 0 1 0 0,1 0 0 0 0,-1 0 0 0 0,0 0 0 0 0,0-1 0 0 0,0 1 0 0 0,1 0 0 0 0,-1 0 0 0 0,0 0-1 0 0,0-1 1 0 0,3-1-51 0 0,0-1 1 0 0,-1 1-1 0 0,1-1 0 0 0,-1 0 0 0 0,1 0 0 0 0,-1 0 0 0 0,0 0 0 0 0,1-4 1 0 0,5-17 236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7:00.1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19 686 0 0,'0'0'2382'0'0,"19"-2"485"0"0,64-4 7616 0 0,-7 4-7241 0 0,80-2-4193 0 0,-83 0-781 0 0,0 3-1 0 0,142 17 0 0 0,-183-10-1503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6T17:27:01.2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0 120 1032 0 0,'0'0'2304'0'0,"10"14"542"0"0,35 44 7944 0 0,-37-49-10029 0 0,-1-1 1 0 0,2 0 0 0 0,9 8 0 0 0,-3-6-807 0 0,0-1 0 0 0,18 9 0 0 0,-8-5-179 0 0,210 103-6132 0 0,-146-75 4249 0 0,-79-36 1054 0 0,3 1-28 0 0,1 1 0 0 0,0-2 0 0 0,1 1-1 0 0,16 2 1 0 0,-27-7 1083 0 0,0 0 0 0 0,0-1 0 0 0,0 0 0 0 0,-1 1 0 0 0,1-1 1 0 0,0-1-1 0 0,0 1 0 0 0,0-1 0 0 0,-1 1 0 0 0,1-1 0 0 0,0 0 0 0 0,-1 0 0 0 0,1-1 0 0 0,-1 1 0 0 0,1-1 0 0 0,-1 1 0 0 0,1-1 0 0 0,-1-1 0 0 0,0 1 0 0 0,0 0 0 0 0,0-1 0 0 0,2-2 0 0 0,4-5 173 0 0,-1-1 0 0 0,0 0 0 0 0,0 0-1 0 0,-2-1 1 0 0,7-13 0 0 0,24-65-1444 0 0,-27 62 560 0 0,0 3 350 0 0,-1-1-1 0 0,-2 1 0 0 0,0-2 0 0 0,-1 1 0 0 0,-2-1 1 0 0,1-30-1 0 0,-5 17-978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34835-998C-48F3-922B-834DDD525EE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2D599-627B-48A2-BB2C-C81EC15F9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9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03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107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86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715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06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532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70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48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83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693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634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3335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276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611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38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821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8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779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.png"/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1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4.png"/><Relationship Id="rId84" Type="http://schemas.openxmlformats.org/officeDocument/2006/relationships/image" Target="../media/image42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6" Type="http://schemas.openxmlformats.org/officeDocument/2006/relationships/image" Target="../media/image8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29.png"/><Relationship Id="rId74" Type="http://schemas.openxmlformats.org/officeDocument/2006/relationships/image" Target="../media/image37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5" Type="http://schemas.openxmlformats.org/officeDocument/2006/relationships/customXml" Target="../ink/ink2.xml"/><Relationship Id="rId90" Type="http://schemas.openxmlformats.org/officeDocument/2006/relationships/image" Target="../media/image45.png"/><Relationship Id="rId95" Type="http://schemas.openxmlformats.org/officeDocument/2006/relationships/customXml" Target="../ink/ink47.xml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64" Type="http://schemas.openxmlformats.org/officeDocument/2006/relationships/image" Target="../media/image32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59.png"/><Relationship Id="rId80" Type="http://schemas.openxmlformats.org/officeDocument/2006/relationships/image" Target="../media/image40.png"/><Relationship Id="rId85" Type="http://schemas.openxmlformats.org/officeDocument/2006/relationships/customXml" Target="../ink/ink42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4.png"/><Relationship Id="rId124" Type="http://schemas.openxmlformats.org/officeDocument/2006/relationships/image" Target="../media/image62.png"/><Relationship Id="rId54" Type="http://schemas.openxmlformats.org/officeDocument/2006/relationships/image" Target="../media/image27.png"/><Relationship Id="rId70" Type="http://schemas.openxmlformats.org/officeDocument/2006/relationships/image" Target="../media/image35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119" Type="http://schemas.openxmlformats.org/officeDocument/2006/relationships/customXml" Target="../ink/ink59.xml"/><Relationship Id="rId44" Type="http://schemas.openxmlformats.org/officeDocument/2006/relationships/image" Target="../media/image22.png"/><Relationship Id="rId60" Type="http://schemas.openxmlformats.org/officeDocument/2006/relationships/image" Target="../media/image30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3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7.png"/><Relationship Id="rId50" Type="http://schemas.openxmlformats.org/officeDocument/2006/relationships/image" Target="../media/image25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04" Type="http://schemas.openxmlformats.org/officeDocument/2006/relationships/image" Target="../media/image52.png"/><Relationship Id="rId120" Type="http://schemas.openxmlformats.org/officeDocument/2006/relationships/image" Target="../media/image60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" Type="http://schemas.openxmlformats.org/officeDocument/2006/relationships/image" Target="../media/image1.jpeg"/><Relationship Id="rId29" Type="http://schemas.openxmlformats.org/officeDocument/2006/relationships/customXml" Target="../ink/ink14.xml"/><Relationship Id="rId24" Type="http://schemas.openxmlformats.org/officeDocument/2006/relationships/image" Target="../media/image12.png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115" Type="http://schemas.openxmlformats.org/officeDocument/2006/relationships/customXml" Target="../ink/ink57.xml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" Type="http://schemas.openxmlformats.org/officeDocument/2006/relationships/customXml" Target="../ink/ink9.xml"/><Relationship Id="rId14" Type="http://schemas.openxmlformats.org/officeDocument/2006/relationships/image" Target="../media/image7.png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105" Type="http://schemas.openxmlformats.org/officeDocument/2006/relationships/customXml" Target="../ink/ink52.xml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116" Type="http://schemas.openxmlformats.org/officeDocument/2006/relationships/image" Target="../media/image58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106" Type="http://schemas.openxmlformats.org/officeDocument/2006/relationships/image" Target="../media/image53.png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78" Type="http://schemas.openxmlformats.org/officeDocument/2006/relationships/image" Target="../media/image39.png"/><Relationship Id="rId94" Type="http://schemas.openxmlformats.org/officeDocument/2006/relationships/image" Target="../media/image47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4.xml"/><Relationship Id="rId21" Type="http://schemas.openxmlformats.org/officeDocument/2006/relationships/image" Target="../media/image72.png"/><Relationship Id="rId34" Type="http://schemas.openxmlformats.org/officeDocument/2006/relationships/customXml" Target="../ink/ink78.xml"/><Relationship Id="rId42" Type="http://schemas.openxmlformats.org/officeDocument/2006/relationships/customXml" Target="../ink/ink82.xml"/><Relationship Id="rId47" Type="http://schemas.openxmlformats.org/officeDocument/2006/relationships/image" Target="../media/image85.png"/><Relationship Id="rId50" Type="http://schemas.openxmlformats.org/officeDocument/2006/relationships/customXml" Target="../ink/ink86.xml"/><Relationship Id="rId55" Type="http://schemas.openxmlformats.org/officeDocument/2006/relationships/image" Target="../media/image89.png"/><Relationship Id="rId63" Type="http://schemas.openxmlformats.org/officeDocument/2006/relationships/image" Target="../media/image93.png"/><Relationship Id="rId7" Type="http://schemas.openxmlformats.org/officeDocument/2006/relationships/image" Target="../media/image65.png"/><Relationship Id="rId2" Type="http://schemas.openxmlformats.org/officeDocument/2006/relationships/customXml" Target="../ink/ink62.xml"/><Relationship Id="rId16" Type="http://schemas.openxmlformats.org/officeDocument/2006/relationships/customXml" Target="../ink/ink69.xml"/><Relationship Id="rId29" Type="http://schemas.openxmlformats.org/officeDocument/2006/relationships/image" Target="../media/image76.png"/><Relationship Id="rId11" Type="http://schemas.openxmlformats.org/officeDocument/2006/relationships/image" Target="../media/image67.png"/><Relationship Id="rId24" Type="http://schemas.openxmlformats.org/officeDocument/2006/relationships/customXml" Target="../ink/ink73.xml"/><Relationship Id="rId32" Type="http://schemas.openxmlformats.org/officeDocument/2006/relationships/customXml" Target="../ink/ink77.xml"/><Relationship Id="rId37" Type="http://schemas.openxmlformats.org/officeDocument/2006/relationships/image" Target="../media/image80.png"/><Relationship Id="rId40" Type="http://schemas.openxmlformats.org/officeDocument/2006/relationships/customXml" Target="../ink/ink81.xml"/><Relationship Id="rId45" Type="http://schemas.openxmlformats.org/officeDocument/2006/relationships/image" Target="../media/image84.png"/><Relationship Id="rId53" Type="http://schemas.openxmlformats.org/officeDocument/2006/relationships/image" Target="../media/image88.png"/><Relationship Id="rId58" Type="http://schemas.openxmlformats.org/officeDocument/2006/relationships/customXml" Target="../ink/ink90.xml"/><Relationship Id="rId66" Type="http://schemas.openxmlformats.org/officeDocument/2006/relationships/customXml" Target="../ink/ink94.xml"/><Relationship Id="rId5" Type="http://schemas.openxmlformats.org/officeDocument/2006/relationships/image" Target="../media/image64.png"/><Relationship Id="rId61" Type="http://schemas.openxmlformats.org/officeDocument/2006/relationships/image" Target="../media/image92.png"/><Relationship Id="rId19" Type="http://schemas.openxmlformats.org/officeDocument/2006/relationships/image" Target="../media/image71.png"/><Relationship Id="rId14" Type="http://schemas.openxmlformats.org/officeDocument/2006/relationships/customXml" Target="../ink/ink68.xml"/><Relationship Id="rId22" Type="http://schemas.openxmlformats.org/officeDocument/2006/relationships/customXml" Target="../ink/ink72.xml"/><Relationship Id="rId27" Type="http://schemas.openxmlformats.org/officeDocument/2006/relationships/image" Target="../media/image75.png"/><Relationship Id="rId30" Type="http://schemas.openxmlformats.org/officeDocument/2006/relationships/customXml" Target="../ink/ink76.xml"/><Relationship Id="rId35" Type="http://schemas.openxmlformats.org/officeDocument/2006/relationships/image" Target="../media/image79.png"/><Relationship Id="rId43" Type="http://schemas.openxmlformats.org/officeDocument/2006/relationships/image" Target="../media/image83.png"/><Relationship Id="rId48" Type="http://schemas.openxmlformats.org/officeDocument/2006/relationships/customXml" Target="../ink/ink85.xml"/><Relationship Id="rId56" Type="http://schemas.openxmlformats.org/officeDocument/2006/relationships/customXml" Target="../ink/ink89.xml"/><Relationship Id="rId64" Type="http://schemas.openxmlformats.org/officeDocument/2006/relationships/customXml" Target="../ink/ink93.xml"/><Relationship Id="rId8" Type="http://schemas.openxmlformats.org/officeDocument/2006/relationships/customXml" Target="../ink/ink65.xml"/><Relationship Id="rId51" Type="http://schemas.openxmlformats.org/officeDocument/2006/relationships/image" Target="../media/image87.png"/><Relationship Id="rId3" Type="http://schemas.openxmlformats.org/officeDocument/2006/relationships/image" Target="../media/image63.png"/><Relationship Id="rId12" Type="http://schemas.openxmlformats.org/officeDocument/2006/relationships/customXml" Target="../ink/ink67.xml"/><Relationship Id="rId17" Type="http://schemas.openxmlformats.org/officeDocument/2006/relationships/image" Target="../media/image70.png"/><Relationship Id="rId25" Type="http://schemas.openxmlformats.org/officeDocument/2006/relationships/image" Target="../media/image74.png"/><Relationship Id="rId33" Type="http://schemas.openxmlformats.org/officeDocument/2006/relationships/image" Target="../media/image78.png"/><Relationship Id="rId38" Type="http://schemas.openxmlformats.org/officeDocument/2006/relationships/customXml" Target="../ink/ink80.xml"/><Relationship Id="rId46" Type="http://schemas.openxmlformats.org/officeDocument/2006/relationships/customXml" Target="../ink/ink84.xml"/><Relationship Id="rId59" Type="http://schemas.openxmlformats.org/officeDocument/2006/relationships/image" Target="../media/image91.png"/><Relationship Id="rId67" Type="http://schemas.openxmlformats.org/officeDocument/2006/relationships/image" Target="../media/image34.png"/><Relationship Id="rId20" Type="http://schemas.openxmlformats.org/officeDocument/2006/relationships/customXml" Target="../ink/ink71.xml"/><Relationship Id="rId41" Type="http://schemas.openxmlformats.org/officeDocument/2006/relationships/image" Target="../media/image82.png"/><Relationship Id="rId54" Type="http://schemas.openxmlformats.org/officeDocument/2006/relationships/customXml" Target="../ink/ink88.xml"/><Relationship Id="rId62" Type="http://schemas.openxmlformats.org/officeDocument/2006/relationships/customXml" Target="../ink/ink92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64.xml"/><Relationship Id="rId15" Type="http://schemas.openxmlformats.org/officeDocument/2006/relationships/image" Target="../media/image69.png"/><Relationship Id="rId23" Type="http://schemas.openxmlformats.org/officeDocument/2006/relationships/image" Target="../media/image73.png"/><Relationship Id="rId28" Type="http://schemas.openxmlformats.org/officeDocument/2006/relationships/customXml" Target="../ink/ink75.xml"/><Relationship Id="rId36" Type="http://schemas.openxmlformats.org/officeDocument/2006/relationships/customXml" Target="../ink/ink79.xml"/><Relationship Id="rId49" Type="http://schemas.openxmlformats.org/officeDocument/2006/relationships/image" Target="../media/image86.png"/><Relationship Id="rId57" Type="http://schemas.openxmlformats.org/officeDocument/2006/relationships/image" Target="../media/image90.png"/><Relationship Id="rId10" Type="http://schemas.openxmlformats.org/officeDocument/2006/relationships/customXml" Target="../ink/ink66.xml"/><Relationship Id="rId31" Type="http://schemas.openxmlformats.org/officeDocument/2006/relationships/image" Target="../media/image77.png"/><Relationship Id="rId44" Type="http://schemas.openxmlformats.org/officeDocument/2006/relationships/customXml" Target="../ink/ink83.xml"/><Relationship Id="rId52" Type="http://schemas.openxmlformats.org/officeDocument/2006/relationships/customXml" Target="../ink/ink87.xml"/><Relationship Id="rId60" Type="http://schemas.openxmlformats.org/officeDocument/2006/relationships/customXml" Target="../ink/ink91.xml"/><Relationship Id="rId65" Type="http://schemas.openxmlformats.org/officeDocument/2006/relationships/image" Target="../media/image94.png"/><Relationship Id="rId4" Type="http://schemas.openxmlformats.org/officeDocument/2006/relationships/customXml" Target="../ink/ink63.xml"/><Relationship Id="rId9" Type="http://schemas.openxmlformats.org/officeDocument/2006/relationships/image" Target="../media/image66.png"/><Relationship Id="rId13" Type="http://schemas.openxmlformats.org/officeDocument/2006/relationships/image" Target="../media/image68.png"/><Relationship Id="rId18" Type="http://schemas.openxmlformats.org/officeDocument/2006/relationships/customXml" Target="../ink/ink70.xml"/><Relationship Id="rId39" Type="http://schemas.openxmlformats.org/officeDocument/2006/relationships/image" Target="../media/image81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52.xml"/><Relationship Id="rId299" Type="http://schemas.openxmlformats.org/officeDocument/2006/relationships/customXml" Target="../ink/ink246.xml"/><Relationship Id="rId21" Type="http://schemas.openxmlformats.org/officeDocument/2006/relationships/customXml" Target="../ink/ink104.xml"/><Relationship Id="rId63" Type="http://schemas.openxmlformats.org/officeDocument/2006/relationships/customXml" Target="../ink/ink125.xml"/><Relationship Id="rId159" Type="http://schemas.openxmlformats.org/officeDocument/2006/relationships/customXml" Target="../ink/ink175.xml"/><Relationship Id="rId324" Type="http://schemas.openxmlformats.org/officeDocument/2006/relationships/customXml" Target="../ink/ink259.xml"/><Relationship Id="rId170" Type="http://schemas.openxmlformats.org/officeDocument/2006/relationships/image" Target="../media/image176.png"/><Relationship Id="rId226" Type="http://schemas.openxmlformats.org/officeDocument/2006/relationships/image" Target="../media/image203.png"/><Relationship Id="rId268" Type="http://schemas.openxmlformats.org/officeDocument/2006/relationships/image" Target="../media/image224.png"/><Relationship Id="rId32" Type="http://schemas.openxmlformats.org/officeDocument/2006/relationships/image" Target="../media/image110.png"/><Relationship Id="rId74" Type="http://schemas.openxmlformats.org/officeDocument/2006/relationships/image" Target="../media/image131.png"/><Relationship Id="rId128" Type="http://schemas.openxmlformats.org/officeDocument/2006/relationships/image" Target="../media/image157.png"/><Relationship Id="rId335" Type="http://schemas.openxmlformats.org/officeDocument/2006/relationships/image" Target="../media/image257.png"/><Relationship Id="rId5" Type="http://schemas.openxmlformats.org/officeDocument/2006/relationships/customXml" Target="../ink/ink96.xml"/><Relationship Id="rId181" Type="http://schemas.openxmlformats.org/officeDocument/2006/relationships/customXml" Target="../ink/ink186.xml"/><Relationship Id="rId237" Type="http://schemas.openxmlformats.org/officeDocument/2006/relationships/customXml" Target="../ink/ink215.xml"/><Relationship Id="rId279" Type="http://schemas.openxmlformats.org/officeDocument/2006/relationships/customXml" Target="../ink/ink236.xml"/><Relationship Id="rId43" Type="http://schemas.openxmlformats.org/officeDocument/2006/relationships/customXml" Target="../ink/ink115.xml"/><Relationship Id="rId139" Type="http://schemas.openxmlformats.org/officeDocument/2006/relationships/customXml" Target="../ink/ink164.xml"/><Relationship Id="rId290" Type="http://schemas.openxmlformats.org/officeDocument/2006/relationships/image" Target="../media/image235.png"/><Relationship Id="rId304" Type="http://schemas.openxmlformats.org/officeDocument/2006/relationships/image" Target="../media/image242.png"/><Relationship Id="rId346" Type="http://schemas.openxmlformats.org/officeDocument/2006/relationships/customXml" Target="../ink/ink270.xml"/><Relationship Id="rId85" Type="http://schemas.openxmlformats.org/officeDocument/2006/relationships/customXml" Target="../ink/ink136.xml"/><Relationship Id="rId150" Type="http://schemas.openxmlformats.org/officeDocument/2006/relationships/image" Target="../media/image166.png"/><Relationship Id="rId192" Type="http://schemas.openxmlformats.org/officeDocument/2006/relationships/image" Target="../media/image187.png"/><Relationship Id="rId206" Type="http://schemas.openxmlformats.org/officeDocument/2006/relationships/customXml" Target="../ink/ink199.xml"/><Relationship Id="rId248" Type="http://schemas.openxmlformats.org/officeDocument/2006/relationships/image" Target="../media/image214.png"/><Relationship Id="rId12" Type="http://schemas.openxmlformats.org/officeDocument/2006/relationships/image" Target="../media/image100.png"/><Relationship Id="rId108" Type="http://schemas.openxmlformats.org/officeDocument/2006/relationships/image" Target="../media/image147.png"/><Relationship Id="rId315" Type="http://schemas.openxmlformats.org/officeDocument/2006/relationships/customXml" Target="../ink/ink254.xml"/><Relationship Id="rId357" Type="http://schemas.openxmlformats.org/officeDocument/2006/relationships/image" Target="../media/image268.png"/><Relationship Id="rId54" Type="http://schemas.openxmlformats.org/officeDocument/2006/relationships/image" Target="../media/image121.png"/><Relationship Id="rId96" Type="http://schemas.openxmlformats.org/officeDocument/2006/relationships/image" Target="../media/image34.png"/><Relationship Id="rId161" Type="http://schemas.openxmlformats.org/officeDocument/2006/relationships/customXml" Target="../ink/ink176.xml"/><Relationship Id="rId217" Type="http://schemas.openxmlformats.org/officeDocument/2006/relationships/customXml" Target="../ink/ink205.xml"/><Relationship Id="rId259" Type="http://schemas.openxmlformats.org/officeDocument/2006/relationships/customXml" Target="../ink/ink226.xml"/><Relationship Id="rId23" Type="http://schemas.openxmlformats.org/officeDocument/2006/relationships/customXml" Target="../ink/ink105.xml"/><Relationship Id="rId119" Type="http://schemas.openxmlformats.org/officeDocument/2006/relationships/customXml" Target="../ink/ink153.xml"/><Relationship Id="rId270" Type="http://schemas.openxmlformats.org/officeDocument/2006/relationships/image" Target="../media/image225.png"/><Relationship Id="rId326" Type="http://schemas.openxmlformats.org/officeDocument/2006/relationships/customXml" Target="../ink/ink260.xml"/><Relationship Id="rId65" Type="http://schemas.openxmlformats.org/officeDocument/2006/relationships/customXml" Target="../ink/ink126.xml"/><Relationship Id="rId130" Type="http://schemas.openxmlformats.org/officeDocument/2006/relationships/image" Target="../media/image158.png"/><Relationship Id="rId172" Type="http://schemas.openxmlformats.org/officeDocument/2006/relationships/image" Target="../media/image177.png"/><Relationship Id="rId228" Type="http://schemas.openxmlformats.org/officeDocument/2006/relationships/image" Target="../media/image204.png"/><Relationship Id="rId281" Type="http://schemas.openxmlformats.org/officeDocument/2006/relationships/customXml" Target="../ink/ink237.xml"/><Relationship Id="rId337" Type="http://schemas.openxmlformats.org/officeDocument/2006/relationships/image" Target="../media/image258.png"/><Relationship Id="rId34" Type="http://schemas.openxmlformats.org/officeDocument/2006/relationships/image" Target="../media/image111.png"/><Relationship Id="rId76" Type="http://schemas.openxmlformats.org/officeDocument/2006/relationships/image" Target="../media/image132.png"/><Relationship Id="rId141" Type="http://schemas.openxmlformats.org/officeDocument/2006/relationships/customXml" Target="../ink/ink165.xml"/><Relationship Id="rId7" Type="http://schemas.openxmlformats.org/officeDocument/2006/relationships/customXml" Target="../ink/ink97.xml"/><Relationship Id="rId183" Type="http://schemas.openxmlformats.org/officeDocument/2006/relationships/customXml" Target="../ink/ink187.xml"/><Relationship Id="rId239" Type="http://schemas.openxmlformats.org/officeDocument/2006/relationships/customXml" Target="../ink/ink216.xml"/><Relationship Id="rId250" Type="http://schemas.openxmlformats.org/officeDocument/2006/relationships/image" Target="../media/image215.png"/><Relationship Id="rId292" Type="http://schemas.openxmlformats.org/officeDocument/2006/relationships/image" Target="../media/image236.png"/><Relationship Id="rId306" Type="http://schemas.openxmlformats.org/officeDocument/2006/relationships/image" Target="../media/image243.png"/><Relationship Id="rId45" Type="http://schemas.openxmlformats.org/officeDocument/2006/relationships/customXml" Target="../ink/ink116.xml"/><Relationship Id="rId87" Type="http://schemas.openxmlformats.org/officeDocument/2006/relationships/customXml" Target="../ink/ink137.xml"/><Relationship Id="rId110" Type="http://schemas.openxmlformats.org/officeDocument/2006/relationships/image" Target="../media/image148.png"/><Relationship Id="rId348" Type="http://schemas.openxmlformats.org/officeDocument/2006/relationships/customXml" Target="../ink/ink271.xml"/><Relationship Id="rId152" Type="http://schemas.openxmlformats.org/officeDocument/2006/relationships/image" Target="../media/image167.png"/><Relationship Id="rId194" Type="http://schemas.openxmlformats.org/officeDocument/2006/relationships/image" Target="../media/image188.png"/><Relationship Id="rId208" Type="http://schemas.openxmlformats.org/officeDocument/2006/relationships/customXml" Target="../ink/ink200.xml"/><Relationship Id="rId261" Type="http://schemas.openxmlformats.org/officeDocument/2006/relationships/customXml" Target="../ink/ink227.xml"/><Relationship Id="rId14" Type="http://schemas.openxmlformats.org/officeDocument/2006/relationships/image" Target="../media/image101.png"/><Relationship Id="rId56" Type="http://schemas.openxmlformats.org/officeDocument/2006/relationships/image" Target="../media/image122.png"/><Relationship Id="rId317" Type="http://schemas.openxmlformats.org/officeDocument/2006/relationships/image" Target="../media/image248.png"/><Relationship Id="rId359" Type="http://schemas.openxmlformats.org/officeDocument/2006/relationships/image" Target="../media/image269.png"/><Relationship Id="rId98" Type="http://schemas.openxmlformats.org/officeDocument/2006/relationships/image" Target="../media/image142.png"/><Relationship Id="rId121" Type="http://schemas.openxmlformats.org/officeDocument/2006/relationships/customXml" Target="../ink/ink154.xml"/><Relationship Id="rId163" Type="http://schemas.openxmlformats.org/officeDocument/2006/relationships/customXml" Target="../ink/ink177.xml"/><Relationship Id="rId219" Type="http://schemas.openxmlformats.org/officeDocument/2006/relationships/customXml" Target="../ink/ink206.xml"/><Relationship Id="rId230" Type="http://schemas.openxmlformats.org/officeDocument/2006/relationships/image" Target="../media/image205.png"/><Relationship Id="rId25" Type="http://schemas.openxmlformats.org/officeDocument/2006/relationships/customXml" Target="../ink/ink106.xml"/><Relationship Id="rId67" Type="http://schemas.openxmlformats.org/officeDocument/2006/relationships/customXml" Target="../ink/ink127.xml"/><Relationship Id="rId272" Type="http://schemas.openxmlformats.org/officeDocument/2006/relationships/image" Target="../media/image226.png"/><Relationship Id="rId328" Type="http://schemas.openxmlformats.org/officeDocument/2006/relationships/customXml" Target="../ink/ink261.xml"/><Relationship Id="rId88" Type="http://schemas.openxmlformats.org/officeDocument/2006/relationships/image" Target="../media/image138.png"/><Relationship Id="rId111" Type="http://schemas.openxmlformats.org/officeDocument/2006/relationships/customXml" Target="../ink/ink149.xml"/><Relationship Id="rId132" Type="http://schemas.openxmlformats.org/officeDocument/2006/relationships/customXml" Target="../ink/ink160.xml"/><Relationship Id="rId153" Type="http://schemas.openxmlformats.org/officeDocument/2006/relationships/customXml" Target="../ink/ink172.xml"/><Relationship Id="rId174" Type="http://schemas.openxmlformats.org/officeDocument/2006/relationships/image" Target="../media/image178.png"/><Relationship Id="rId195" Type="http://schemas.openxmlformats.org/officeDocument/2006/relationships/customXml" Target="../ink/ink193.xml"/><Relationship Id="rId209" Type="http://schemas.openxmlformats.org/officeDocument/2006/relationships/image" Target="../media/image195.png"/><Relationship Id="rId360" Type="http://schemas.openxmlformats.org/officeDocument/2006/relationships/customXml" Target="../ink/ink277.xml"/><Relationship Id="rId220" Type="http://schemas.openxmlformats.org/officeDocument/2006/relationships/image" Target="../media/image200.png"/><Relationship Id="rId241" Type="http://schemas.openxmlformats.org/officeDocument/2006/relationships/customXml" Target="../ink/ink217.xml"/><Relationship Id="rId15" Type="http://schemas.openxmlformats.org/officeDocument/2006/relationships/customXml" Target="../ink/ink101.xml"/><Relationship Id="rId36" Type="http://schemas.openxmlformats.org/officeDocument/2006/relationships/image" Target="../media/image112.png"/><Relationship Id="rId57" Type="http://schemas.openxmlformats.org/officeDocument/2006/relationships/customXml" Target="../ink/ink122.xml"/><Relationship Id="rId262" Type="http://schemas.openxmlformats.org/officeDocument/2006/relationships/image" Target="../media/image221.png"/><Relationship Id="rId283" Type="http://schemas.openxmlformats.org/officeDocument/2006/relationships/customXml" Target="../ink/ink238.xml"/><Relationship Id="rId318" Type="http://schemas.openxmlformats.org/officeDocument/2006/relationships/customXml" Target="../ink/ink256.xml"/><Relationship Id="rId339" Type="http://schemas.openxmlformats.org/officeDocument/2006/relationships/image" Target="../media/image259.png"/><Relationship Id="rId78" Type="http://schemas.openxmlformats.org/officeDocument/2006/relationships/image" Target="../media/image133.png"/><Relationship Id="rId99" Type="http://schemas.openxmlformats.org/officeDocument/2006/relationships/customXml" Target="../ink/ink143.xml"/><Relationship Id="rId101" Type="http://schemas.openxmlformats.org/officeDocument/2006/relationships/customXml" Target="../ink/ink144.xml"/><Relationship Id="rId122" Type="http://schemas.openxmlformats.org/officeDocument/2006/relationships/image" Target="../media/image154.png"/><Relationship Id="rId143" Type="http://schemas.openxmlformats.org/officeDocument/2006/relationships/customXml" Target="../ink/ink167.xml"/><Relationship Id="rId164" Type="http://schemas.openxmlformats.org/officeDocument/2006/relationships/image" Target="../media/image173.png"/><Relationship Id="rId185" Type="http://schemas.openxmlformats.org/officeDocument/2006/relationships/customXml" Target="../ink/ink188.xml"/><Relationship Id="rId350" Type="http://schemas.openxmlformats.org/officeDocument/2006/relationships/customXml" Target="../ink/ink272.xml"/><Relationship Id="rId9" Type="http://schemas.openxmlformats.org/officeDocument/2006/relationships/customXml" Target="../ink/ink98.xml"/><Relationship Id="rId210" Type="http://schemas.openxmlformats.org/officeDocument/2006/relationships/customXml" Target="../ink/ink201.xml"/><Relationship Id="rId26" Type="http://schemas.openxmlformats.org/officeDocument/2006/relationships/image" Target="../media/image107.png"/><Relationship Id="rId231" Type="http://schemas.openxmlformats.org/officeDocument/2006/relationships/customXml" Target="../ink/ink212.xml"/><Relationship Id="rId252" Type="http://schemas.openxmlformats.org/officeDocument/2006/relationships/image" Target="../media/image216.png"/><Relationship Id="rId273" Type="http://schemas.openxmlformats.org/officeDocument/2006/relationships/customXml" Target="../ink/ink233.xml"/><Relationship Id="rId294" Type="http://schemas.openxmlformats.org/officeDocument/2006/relationships/image" Target="../media/image237.png"/><Relationship Id="rId308" Type="http://schemas.openxmlformats.org/officeDocument/2006/relationships/image" Target="../media/image244.png"/><Relationship Id="rId329" Type="http://schemas.openxmlformats.org/officeDocument/2006/relationships/image" Target="../media/image254.png"/><Relationship Id="rId47" Type="http://schemas.openxmlformats.org/officeDocument/2006/relationships/customXml" Target="../ink/ink117.xml"/><Relationship Id="rId68" Type="http://schemas.openxmlformats.org/officeDocument/2006/relationships/image" Target="../media/image128.png"/><Relationship Id="rId89" Type="http://schemas.openxmlformats.org/officeDocument/2006/relationships/customXml" Target="../ink/ink138.xml"/><Relationship Id="rId112" Type="http://schemas.openxmlformats.org/officeDocument/2006/relationships/image" Target="../media/image149.png"/><Relationship Id="rId133" Type="http://schemas.openxmlformats.org/officeDocument/2006/relationships/customXml" Target="../ink/ink161.xml"/><Relationship Id="rId154" Type="http://schemas.openxmlformats.org/officeDocument/2006/relationships/image" Target="../media/image168.png"/><Relationship Id="rId175" Type="http://schemas.openxmlformats.org/officeDocument/2006/relationships/customXml" Target="../ink/ink183.xml"/><Relationship Id="rId340" Type="http://schemas.openxmlformats.org/officeDocument/2006/relationships/customXml" Target="../ink/ink267.xml"/><Relationship Id="rId361" Type="http://schemas.openxmlformats.org/officeDocument/2006/relationships/image" Target="../media/image270.png"/><Relationship Id="rId196" Type="http://schemas.openxmlformats.org/officeDocument/2006/relationships/image" Target="../media/image189.png"/><Relationship Id="rId200" Type="http://schemas.openxmlformats.org/officeDocument/2006/relationships/customXml" Target="../ink/ink196.xml"/><Relationship Id="rId16" Type="http://schemas.openxmlformats.org/officeDocument/2006/relationships/image" Target="../media/image102.png"/><Relationship Id="rId221" Type="http://schemas.openxmlformats.org/officeDocument/2006/relationships/customXml" Target="../ink/ink207.xml"/><Relationship Id="rId242" Type="http://schemas.openxmlformats.org/officeDocument/2006/relationships/image" Target="../media/image211.png"/><Relationship Id="rId263" Type="http://schemas.openxmlformats.org/officeDocument/2006/relationships/customXml" Target="../ink/ink228.xml"/><Relationship Id="rId284" Type="http://schemas.openxmlformats.org/officeDocument/2006/relationships/image" Target="../media/image232.png"/><Relationship Id="rId319" Type="http://schemas.openxmlformats.org/officeDocument/2006/relationships/image" Target="../media/image249.png"/><Relationship Id="rId37" Type="http://schemas.openxmlformats.org/officeDocument/2006/relationships/customXml" Target="../ink/ink112.xml"/><Relationship Id="rId58" Type="http://schemas.openxmlformats.org/officeDocument/2006/relationships/image" Target="../media/image123.png"/><Relationship Id="rId79" Type="http://schemas.openxmlformats.org/officeDocument/2006/relationships/customXml" Target="../ink/ink133.xml"/><Relationship Id="rId102" Type="http://schemas.openxmlformats.org/officeDocument/2006/relationships/image" Target="../media/image144.png"/><Relationship Id="rId123" Type="http://schemas.openxmlformats.org/officeDocument/2006/relationships/customXml" Target="../ink/ink155.xml"/><Relationship Id="rId144" Type="http://schemas.openxmlformats.org/officeDocument/2006/relationships/image" Target="../media/image163.png"/><Relationship Id="rId330" Type="http://schemas.openxmlformats.org/officeDocument/2006/relationships/customXml" Target="../ink/ink262.xml"/><Relationship Id="rId90" Type="http://schemas.openxmlformats.org/officeDocument/2006/relationships/image" Target="../media/image139.png"/><Relationship Id="rId165" Type="http://schemas.openxmlformats.org/officeDocument/2006/relationships/customXml" Target="../ink/ink178.xml"/><Relationship Id="rId186" Type="http://schemas.openxmlformats.org/officeDocument/2006/relationships/image" Target="../media/image184.png"/><Relationship Id="rId351" Type="http://schemas.openxmlformats.org/officeDocument/2006/relationships/image" Target="../media/image265.png"/><Relationship Id="rId211" Type="http://schemas.openxmlformats.org/officeDocument/2006/relationships/image" Target="../media/image196.png"/><Relationship Id="rId232" Type="http://schemas.openxmlformats.org/officeDocument/2006/relationships/image" Target="../media/image206.png"/><Relationship Id="rId253" Type="http://schemas.openxmlformats.org/officeDocument/2006/relationships/customXml" Target="../ink/ink223.xml"/><Relationship Id="rId274" Type="http://schemas.openxmlformats.org/officeDocument/2006/relationships/image" Target="../media/image227.png"/><Relationship Id="rId295" Type="http://schemas.openxmlformats.org/officeDocument/2006/relationships/customXml" Target="../ink/ink244.xml"/><Relationship Id="rId309" Type="http://schemas.openxmlformats.org/officeDocument/2006/relationships/customXml" Target="../ink/ink251.xml"/><Relationship Id="rId27" Type="http://schemas.openxmlformats.org/officeDocument/2006/relationships/customXml" Target="../ink/ink107.xml"/><Relationship Id="rId48" Type="http://schemas.openxmlformats.org/officeDocument/2006/relationships/image" Target="../media/image118.png"/><Relationship Id="rId69" Type="http://schemas.openxmlformats.org/officeDocument/2006/relationships/customXml" Target="../ink/ink128.xml"/><Relationship Id="rId113" Type="http://schemas.openxmlformats.org/officeDocument/2006/relationships/customXml" Target="../ink/ink150.xml"/><Relationship Id="rId134" Type="http://schemas.openxmlformats.org/officeDocument/2006/relationships/image" Target="../media/image159.png"/><Relationship Id="rId320" Type="http://schemas.openxmlformats.org/officeDocument/2006/relationships/customXml" Target="../ink/ink257.xml"/><Relationship Id="rId80" Type="http://schemas.openxmlformats.org/officeDocument/2006/relationships/image" Target="../media/image134.png"/><Relationship Id="rId155" Type="http://schemas.openxmlformats.org/officeDocument/2006/relationships/customXml" Target="../ink/ink173.xml"/><Relationship Id="rId176" Type="http://schemas.openxmlformats.org/officeDocument/2006/relationships/image" Target="../media/image179.png"/><Relationship Id="rId197" Type="http://schemas.openxmlformats.org/officeDocument/2006/relationships/customXml" Target="../ink/ink194.xml"/><Relationship Id="rId341" Type="http://schemas.openxmlformats.org/officeDocument/2006/relationships/image" Target="../media/image260.png"/><Relationship Id="rId362" Type="http://schemas.openxmlformats.org/officeDocument/2006/relationships/customXml" Target="../ink/ink278.xml"/><Relationship Id="rId201" Type="http://schemas.openxmlformats.org/officeDocument/2006/relationships/image" Target="../media/image191.png"/><Relationship Id="rId222" Type="http://schemas.openxmlformats.org/officeDocument/2006/relationships/image" Target="../media/image201.png"/><Relationship Id="rId243" Type="http://schemas.openxmlformats.org/officeDocument/2006/relationships/customXml" Target="../ink/ink218.xml"/><Relationship Id="rId264" Type="http://schemas.openxmlformats.org/officeDocument/2006/relationships/image" Target="../media/image222.png"/><Relationship Id="rId285" Type="http://schemas.openxmlformats.org/officeDocument/2006/relationships/customXml" Target="../ink/ink239.xml"/><Relationship Id="rId17" Type="http://schemas.openxmlformats.org/officeDocument/2006/relationships/customXml" Target="../ink/ink102.xml"/><Relationship Id="rId38" Type="http://schemas.openxmlformats.org/officeDocument/2006/relationships/image" Target="../media/image113.png"/><Relationship Id="rId59" Type="http://schemas.openxmlformats.org/officeDocument/2006/relationships/customXml" Target="../ink/ink123.xml"/><Relationship Id="rId103" Type="http://schemas.openxmlformats.org/officeDocument/2006/relationships/customXml" Target="../ink/ink145.xml"/><Relationship Id="rId124" Type="http://schemas.openxmlformats.org/officeDocument/2006/relationships/image" Target="../media/image155.png"/><Relationship Id="rId310" Type="http://schemas.openxmlformats.org/officeDocument/2006/relationships/image" Target="../media/image245.png"/><Relationship Id="rId70" Type="http://schemas.openxmlformats.org/officeDocument/2006/relationships/image" Target="../media/image129.png"/><Relationship Id="rId91" Type="http://schemas.openxmlformats.org/officeDocument/2006/relationships/customXml" Target="../ink/ink139.xml"/><Relationship Id="rId145" Type="http://schemas.openxmlformats.org/officeDocument/2006/relationships/customXml" Target="../ink/ink168.xml"/><Relationship Id="rId166" Type="http://schemas.openxmlformats.org/officeDocument/2006/relationships/image" Target="../media/image174.png"/><Relationship Id="rId187" Type="http://schemas.openxmlformats.org/officeDocument/2006/relationships/customXml" Target="../ink/ink189.xml"/><Relationship Id="rId331" Type="http://schemas.openxmlformats.org/officeDocument/2006/relationships/image" Target="../media/image255.png"/><Relationship Id="rId352" Type="http://schemas.openxmlformats.org/officeDocument/2006/relationships/customXml" Target="../ink/ink273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02.xml"/><Relationship Id="rId233" Type="http://schemas.openxmlformats.org/officeDocument/2006/relationships/customXml" Target="../ink/ink213.xml"/><Relationship Id="rId254" Type="http://schemas.openxmlformats.org/officeDocument/2006/relationships/image" Target="../media/image217.png"/><Relationship Id="rId28" Type="http://schemas.openxmlformats.org/officeDocument/2006/relationships/image" Target="../media/image108.png"/><Relationship Id="rId49" Type="http://schemas.openxmlformats.org/officeDocument/2006/relationships/customXml" Target="../ink/ink118.xml"/><Relationship Id="rId114" Type="http://schemas.openxmlformats.org/officeDocument/2006/relationships/image" Target="../media/image150.png"/><Relationship Id="rId275" Type="http://schemas.openxmlformats.org/officeDocument/2006/relationships/customXml" Target="../ink/ink234.xml"/><Relationship Id="rId296" Type="http://schemas.openxmlformats.org/officeDocument/2006/relationships/image" Target="../media/image238.png"/><Relationship Id="rId300" Type="http://schemas.openxmlformats.org/officeDocument/2006/relationships/image" Target="../media/image240.png"/><Relationship Id="rId60" Type="http://schemas.openxmlformats.org/officeDocument/2006/relationships/image" Target="../media/image124.png"/><Relationship Id="rId81" Type="http://schemas.openxmlformats.org/officeDocument/2006/relationships/customXml" Target="../ink/ink134.xml"/><Relationship Id="rId135" Type="http://schemas.openxmlformats.org/officeDocument/2006/relationships/customXml" Target="../ink/ink162.xml"/><Relationship Id="rId156" Type="http://schemas.openxmlformats.org/officeDocument/2006/relationships/image" Target="../media/image169.png"/><Relationship Id="rId177" Type="http://schemas.openxmlformats.org/officeDocument/2006/relationships/customXml" Target="../ink/ink184.xml"/><Relationship Id="rId198" Type="http://schemas.openxmlformats.org/officeDocument/2006/relationships/customXml" Target="../ink/ink195.xml"/><Relationship Id="rId321" Type="http://schemas.openxmlformats.org/officeDocument/2006/relationships/image" Target="../media/image250.png"/><Relationship Id="rId342" Type="http://schemas.openxmlformats.org/officeDocument/2006/relationships/customXml" Target="../ink/ink268.xml"/><Relationship Id="rId363" Type="http://schemas.openxmlformats.org/officeDocument/2006/relationships/image" Target="../media/image271.png"/><Relationship Id="rId202" Type="http://schemas.openxmlformats.org/officeDocument/2006/relationships/customXml" Target="../ink/ink197.xml"/><Relationship Id="rId223" Type="http://schemas.openxmlformats.org/officeDocument/2006/relationships/customXml" Target="../ink/ink208.xml"/><Relationship Id="rId244" Type="http://schemas.openxmlformats.org/officeDocument/2006/relationships/image" Target="../media/image212.png"/><Relationship Id="rId18" Type="http://schemas.openxmlformats.org/officeDocument/2006/relationships/image" Target="../media/image103.png"/><Relationship Id="rId39" Type="http://schemas.openxmlformats.org/officeDocument/2006/relationships/customXml" Target="../ink/ink113.xml"/><Relationship Id="rId265" Type="http://schemas.openxmlformats.org/officeDocument/2006/relationships/customXml" Target="../ink/ink229.xml"/><Relationship Id="rId286" Type="http://schemas.openxmlformats.org/officeDocument/2006/relationships/image" Target="../media/image233.png"/><Relationship Id="rId50" Type="http://schemas.openxmlformats.org/officeDocument/2006/relationships/image" Target="../media/image119.png"/><Relationship Id="rId104" Type="http://schemas.openxmlformats.org/officeDocument/2006/relationships/image" Target="../media/image145.png"/><Relationship Id="rId125" Type="http://schemas.openxmlformats.org/officeDocument/2006/relationships/customXml" Target="../ink/ink156.xml"/><Relationship Id="rId146" Type="http://schemas.openxmlformats.org/officeDocument/2006/relationships/image" Target="../media/image164.png"/><Relationship Id="rId167" Type="http://schemas.openxmlformats.org/officeDocument/2006/relationships/customXml" Target="../ink/ink179.xml"/><Relationship Id="rId188" Type="http://schemas.openxmlformats.org/officeDocument/2006/relationships/image" Target="../media/image185.png"/><Relationship Id="rId311" Type="http://schemas.openxmlformats.org/officeDocument/2006/relationships/customXml" Target="../ink/ink252.xml"/><Relationship Id="rId332" Type="http://schemas.openxmlformats.org/officeDocument/2006/relationships/customXml" Target="../ink/ink263.xml"/><Relationship Id="rId353" Type="http://schemas.openxmlformats.org/officeDocument/2006/relationships/image" Target="../media/image266.png"/><Relationship Id="rId71" Type="http://schemas.openxmlformats.org/officeDocument/2006/relationships/customXml" Target="../ink/ink129.xml"/><Relationship Id="rId92" Type="http://schemas.openxmlformats.org/officeDocument/2006/relationships/image" Target="../media/image140.png"/><Relationship Id="rId213" Type="http://schemas.openxmlformats.org/officeDocument/2006/relationships/image" Target="../media/image197.png"/><Relationship Id="rId234" Type="http://schemas.openxmlformats.org/officeDocument/2006/relationships/image" Target="../media/image207.png"/><Relationship Id="rId2" Type="http://schemas.openxmlformats.org/officeDocument/2006/relationships/image" Target="../media/image95.png"/><Relationship Id="rId29" Type="http://schemas.openxmlformats.org/officeDocument/2006/relationships/customXml" Target="../ink/ink108.xml"/><Relationship Id="rId255" Type="http://schemas.openxmlformats.org/officeDocument/2006/relationships/customXml" Target="../ink/ink224.xml"/><Relationship Id="rId276" Type="http://schemas.openxmlformats.org/officeDocument/2006/relationships/image" Target="../media/image228.png"/><Relationship Id="rId297" Type="http://schemas.openxmlformats.org/officeDocument/2006/relationships/customXml" Target="../ink/ink245.xml"/><Relationship Id="rId40" Type="http://schemas.openxmlformats.org/officeDocument/2006/relationships/image" Target="../media/image114.png"/><Relationship Id="rId115" Type="http://schemas.openxmlformats.org/officeDocument/2006/relationships/customXml" Target="../ink/ink151.xml"/><Relationship Id="rId136" Type="http://schemas.openxmlformats.org/officeDocument/2006/relationships/image" Target="../media/image160.png"/><Relationship Id="rId157" Type="http://schemas.openxmlformats.org/officeDocument/2006/relationships/customXml" Target="../ink/ink174.xml"/><Relationship Id="rId178" Type="http://schemas.openxmlformats.org/officeDocument/2006/relationships/image" Target="../media/image180.png"/><Relationship Id="rId301" Type="http://schemas.openxmlformats.org/officeDocument/2006/relationships/customXml" Target="../ink/ink247.xml"/><Relationship Id="rId322" Type="http://schemas.openxmlformats.org/officeDocument/2006/relationships/customXml" Target="../ink/ink258.xml"/><Relationship Id="rId343" Type="http://schemas.openxmlformats.org/officeDocument/2006/relationships/image" Target="../media/image261.png"/><Relationship Id="rId61" Type="http://schemas.openxmlformats.org/officeDocument/2006/relationships/customXml" Target="../ink/ink124.xml"/><Relationship Id="rId82" Type="http://schemas.openxmlformats.org/officeDocument/2006/relationships/image" Target="../media/image135.png"/><Relationship Id="rId199" Type="http://schemas.openxmlformats.org/officeDocument/2006/relationships/image" Target="../media/image190.png"/><Relationship Id="rId203" Type="http://schemas.openxmlformats.org/officeDocument/2006/relationships/image" Target="../media/image192.png"/><Relationship Id="rId19" Type="http://schemas.openxmlformats.org/officeDocument/2006/relationships/customXml" Target="../ink/ink103.xml"/><Relationship Id="rId224" Type="http://schemas.openxmlformats.org/officeDocument/2006/relationships/image" Target="../media/image202.png"/><Relationship Id="rId245" Type="http://schemas.openxmlformats.org/officeDocument/2006/relationships/customXml" Target="../ink/ink219.xml"/><Relationship Id="rId266" Type="http://schemas.openxmlformats.org/officeDocument/2006/relationships/image" Target="../media/image223.png"/><Relationship Id="rId287" Type="http://schemas.openxmlformats.org/officeDocument/2006/relationships/customXml" Target="../ink/ink240.xml"/><Relationship Id="rId30" Type="http://schemas.openxmlformats.org/officeDocument/2006/relationships/image" Target="../media/image109.png"/><Relationship Id="rId105" Type="http://schemas.openxmlformats.org/officeDocument/2006/relationships/customXml" Target="../ink/ink146.xml"/><Relationship Id="rId126" Type="http://schemas.openxmlformats.org/officeDocument/2006/relationships/image" Target="../media/image156.png"/><Relationship Id="rId147" Type="http://schemas.openxmlformats.org/officeDocument/2006/relationships/customXml" Target="../ink/ink169.xml"/><Relationship Id="rId168" Type="http://schemas.openxmlformats.org/officeDocument/2006/relationships/image" Target="../media/image175.png"/><Relationship Id="rId312" Type="http://schemas.openxmlformats.org/officeDocument/2006/relationships/image" Target="../media/image246.png"/><Relationship Id="rId333" Type="http://schemas.openxmlformats.org/officeDocument/2006/relationships/image" Target="../media/image256.png"/><Relationship Id="rId354" Type="http://schemas.openxmlformats.org/officeDocument/2006/relationships/customXml" Target="../ink/ink274.xml"/><Relationship Id="rId51" Type="http://schemas.openxmlformats.org/officeDocument/2006/relationships/customXml" Target="../ink/ink119.xml"/><Relationship Id="rId72" Type="http://schemas.openxmlformats.org/officeDocument/2006/relationships/image" Target="../media/image130.png"/><Relationship Id="rId93" Type="http://schemas.openxmlformats.org/officeDocument/2006/relationships/customXml" Target="../ink/ink140.xml"/><Relationship Id="rId189" Type="http://schemas.openxmlformats.org/officeDocument/2006/relationships/customXml" Target="../ink/ink190.xml"/><Relationship Id="rId3" Type="http://schemas.openxmlformats.org/officeDocument/2006/relationships/customXml" Target="../ink/ink95.xml"/><Relationship Id="rId214" Type="http://schemas.openxmlformats.org/officeDocument/2006/relationships/customXml" Target="../ink/ink203.xml"/><Relationship Id="rId235" Type="http://schemas.openxmlformats.org/officeDocument/2006/relationships/customXml" Target="../ink/ink214.xml"/><Relationship Id="rId256" Type="http://schemas.openxmlformats.org/officeDocument/2006/relationships/image" Target="../media/image218.png"/><Relationship Id="rId277" Type="http://schemas.openxmlformats.org/officeDocument/2006/relationships/customXml" Target="../ink/ink235.xml"/><Relationship Id="rId298" Type="http://schemas.openxmlformats.org/officeDocument/2006/relationships/image" Target="../media/image239.png"/><Relationship Id="rId116" Type="http://schemas.openxmlformats.org/officeDocument/2006/relationships/image" Target="../media/image151.png"/><Relationship Id="rId137" Type="http://schemas.openxmlformats.org/officeDocument/2006/relationships/customXml" Target="../ink/ink163.xml"/><Relationship Id="rId158" Type="http://schemas.openxmlformats.org/officeDocument/2006/relationships/image" Target="../media/image170.png"/><Relationship Id="rId302" Type="http://schemas.openxmlformats.org/officeDocument/2006/relationships/image" Target="../media/image241.png"/><Relationship Id="rId323" Type="http://schemas.openxmlformats.org/officeDocument/2006/relationships/image" Target="../media/image251.png"/><Relationship Id="rId344" Type="http://schemas.openxmlformats.org/officeDocument/2006/relationships/customXml" Target="../ink/ink269.xml"/><Relationship Id="rId20" Type="http://schemas.openxmlformats.org/officeDocument/2006/relationships/image" Target="../media/image104.png"/><Relationship Id="rId41" Type="http://schemas.openxmlformats.org/officeDocument/2006/relationships/customXml" Target="../ink/ink114.xml"/><Relationship Id="rId62" Type="http://schemas.openxmlformats.org/officeDocument/2006/relationships/image" Target="../media/image125.png"/><Relationship Id="rId83" Type="http://schemas.openxmlformats.org/officeDocument/2006/relationships/customXml" Target="../ink/ink135.xml"/><Relationship Id="rId179" Type="http://schemas.openxmlformats.org/officeDocument/2006/relationships/customXml" Target="../ink/ink185.xml"/><Relationship Id="rId190" Type="http://schemas.openxmlformats.org/officeDocument/2006/relationships/image" Target="../media/image186.png"/><Relationship Id="rId204" Type="http://schemas.openxmlformats.org/officeDocument/2006/relationships/customXml" Target="../ink/ink198.xml"/><Relationship Id="rId225" Type="http://schemas.openxmlformats.org/officeDocument/2006/relationships/customXml" Target="../ink/ink209.xml"/><Relationship Id="rId246" Type="http://schemas.openxmlformats.org/officeDocument/2006/relationships/image" Target="../media/image213.png"/><Relationship Id="rId267" Type="http://schemas.openxmlformats.org/officeDocument/2006/relationships/customXml" Target="../ink/ink230.xml"/><Relationship Id="rId288" Type="http://schemas.openxmlformats.org/officeDocument/2006/relationships/image" Target="../media/image234.png"/><Relationship Id="rId106" Type="http://schemas.openxmlformats.org/officeDocument/2006/relationships/image" Target="../media/image146.png"/><Relationship Id="rId127" Type="http://schemas.openxmlformats.org/officeDocument/2006/relationships/customXml" Target="../ink/ink157.xml"/><Relationship Id="rId313" Type="http://schemas.openxmlformats.org/officeDocument/2006/relationships/customXml" Target="../ink/ink253.xml"/><Relationship Id="rId10" Type="http://schemas.openxmlformats.org/officeDocument/2006/relationships/image" Target="../media/image99.png"/><Relationship Id="rId31" Type="http://schemas.openxmlformats.org/officeDocument/2006/relationships/customXml" Target="../ink/ink109.xml"/><Relationship Id="rId52" Type="http://schemas.openxmlformats.org/officeDocument/2006/relationships/image" Target="../media/image120.png"/><Relationship Id="rId73" Type="http://schemas.openxmlformats.org/officeDocument/2006/relationships/customXml" Target="../ink/ink130.xml"/><Relationship Id="rId94" Type="http://schemas.openxmlformats.org/officeDocument/2006/relationships/image" Target="../media/image141.png"/><Relationship Id="rId148" Type="http://schemas.openxmlformats.org/officeDocument/2006/relationships/image" Target="../media/image165.png"/><Relationship Id="rId169" Type="http://schemas.openxmlformats.org/officeDocument/2006/relationships/customXml" Target="../ink/ink180.xml"/><Relationship Id="rId334" Type="http://schemas.openxmlformats.org/officeDocument/2006/relationships/customXml" Target="../ink/ink264.xml"/><Relationship Id="rId355" Type="http://schemas.openxmlformats.org/officeDocument/2006/relationships/image" Target="../media/image267.png"/><Relationship Id="rId4" Type="http://schemas.openxmlformats.org/officeDocument/2006/relationships/image" Target="../media/image96.png"/><Relationship Id="rId180" Type="http://schemas.openxmlformats.org/officeDocument/2006/relationships/image" Target="../media/image181.png"/><Relationship Id="rId215" Type="http://schemas.openxmlformats.org/officeDocument/2006/relationships/customXml" Target="../ink/ink204.xml"/><Relationship Id="rId236" Type="http://schemas.openxmlformats.org/officeDocument/2006/relationships/image" Target="../media/image208.png"/><Relationship Id="rId257" Type="http://schemas.openxmlformats.org/officeDocument/2006/relationships/customXml" Target="../ink/ink225.xml"/><Relationship Id="rId278" Type="http://schemas.openxmlformats.org/officeDocument/2006/relationships/image" Target="../media/image229.png"/><Relationship Id="rId303" Type="http://schemas.openxmlformats.org/officeDocument/2006/relationships/customXml" Target="../ink/ink248.xml"/><Relationship Id="rId42" Type="http://schemas.openxmlformats.org/officeDocument/2006/relationships/image" Target="../media/image115.png"/><Relationship Id="rId84" Type="http://schemas.openxmlformats.org/officeDocument/2006/relationships/image" Target="../media/image136.png"/><Relationship Id="rId138" Type="http://schemas.openxmlformats.org/officeDocument/2006/relationships/image" Target="../media/image161.png"/><Relationship Id="rId345" Type="http://schemas.openxmlformats.org/officeDocument/2006/relationships/image" Target="../media/image262.png"/><Relationship Id="rId191" Type="http://schemas.openxmlformats.org/officeDocument/2006/relationships/customXml" Target="../ink/ink191.xml"/><Relationship Id="rId205" Type="http://schemas.openxmlformats.org/officeDocument/2006/relationships/image" Target="../media/image193.png"/><Relationship Id="rId247" Type="http://schemas.openxmlformats.org/officeDocument/2006/relationships/customXml" Target="../ink/ink220.xml"/><Relationship Id="rId107" Type="http://schemas.openxmlformats.org/officeDocument/2006/relationships/customXml" Target="../ink/ink147.xml"/><Relationship Id="rId289" Type="http://schemas.openxmlformats.org/officeDocument/2006/relationships/customXml" Target="../ink/ink241.xml"/><Relationship Id="rId11" Type="http://schemas.openxmlformats.org/officeDocument/2006/relationships/customXml" Target="../ink/ink99.xml"/><Relationship Id="rId53" Type="http://schemas.openxmlformats.org/officeDocument/2006/relationships/customXml" Target="../ink/ink120.xml"/><Relationship Id="rId149" Type="http://schemas.openxmlformats.org/officeDocument/2006/relationships/customXml" Target="../ink/ink170.xml"/><Relationship Id="rId314" Type="http://schemas.openxmlformats.org/officeDocument/2006/relationships/image" Target="../media/image247.png"/><Relationship Id="rId356" Type="http://schemas.openxmlformats.org/officeDocument/2006/relationships/customXml" Target="../ink/ink275.xml"/><Relationship Id="rId95" Type="http://schemas.openxmlformats.org/officeDocument/2006/relationships/customXml" Target="../ink/ink141.xml"/><Relationship Id="rId160" Type="http://schemas.openxmlformats.org/officeDocument/2006/relationships/image" Target="../media/image171.png"/><Relationship Id="rId216" Type="http://schemas.openxmlformats.org/officeDocument/2006/relationships/image" Target="../media/image198.png"/><Relationship Id="rId258" Type="http://schemas.openxmlformats.org/officeDocument/2006/relationships/image" Target="../media/image219.png"/><Relationship Id="rId22" Type="http://schemas.openxmlformats.org/officeDocument/2006/relationships/image" Target="../media/image105.png"/><Relationship Id="rId64" Type="http://schemas.openxmlformats.org/officeDocument/2006/relationships/image" Target="../media/image126.png"/><Relationship Id="rId118" Type="http://schemas.openxmlformats.org/officeDocument/2006/relationships/image" Target="../media/image152.png"/><Relationship Id="rId325" Type="http://schemas.openxmlformats.org/officeDocument/2006/relationships/image" Target="../media/image252.png"/><Relationship Id="rId171" Type="http://schemas.openxmlformats.org/officeDocument/2006/relationships/customXml" Target="../ink/ink181.xml"/><Relationship Id="rId227" Type="http://schemas.openxmlformats.org/officeDocument/2006/relationships/customXml" Target="../ink/ink210.xml"/><Relationship Id="rId269" Type="http://schemas.openxmlformats.org/officeDocument/2006/relationships/customXml" Target="../ink/ink231.xml"/><Relationship Id="rId33" Type="http://schemas.openxmlformats.org/officeDocument/2006/relationships/customXml" Target="../ink/ink110.xml"/><Relationship Id="rId129" Type="http://schemas.openxmlformats.org/officeDocument/2006/relationships/customXml" Target="../ink/ink158.xml"/><Relationship Id="rId280" Type="http://schemas.openxmlformats.org/officeDocument/2006/relationships/image" Target="../media/image230.png"/><Relationship Id="rId336" Type="http://schemas.openxmlformats.org/officeDocument/2006/relationships/customXml" Target="../ink/ink265.xml"/><Relationship Id="rId75" Type="http://schemas.openxmlformats.org/officeDocument/2006/relationships/customXml" Target="../ink/ink131.xml"/><Relationship Id="rId140" Type="http://schemas.openxmlformats.org/officeDocument/2006/relationships/image" Target="../media/image162.png"/><Relationship Id="rId182" Type="http://schemas.openxmlformats.org/officeDocument/2006/relationships/image" Target="../media/image182.png"/><Relationship Id="rId6" Type="http://schemas.openxmlformats.org/officeDocument/2006/relationships/image" Target="../media/image97.png"/><Relationship Id="rId238" Type="http://schemas.openxmlformats.org/officeDocument/2006/relationships/image" Target="../media/image209.png"/><Relationship Id="rId291" Type="http://schemas.openxmlformats.org/officeDocument/2006/relationships/customXml" Target="../ink/ink242.xml"/><Relationship Id="rId305" Type="http://schemas.openxmlformats.org/officeDocument/2006/relationships/customXml" Target="../ink/ink249.xml"/><Relationship Id="rId347" Type="http://schemas.openxmlformats.org/officeDocument/2006/relationships/image" Target="../media/image263.png"/><Relationship Id="rId44" Type="http://schemas.openxmlformats.org/officeDocument/2006/relationships/image" Target="../media/image116.png"/><Relationship Id="rId86" Type="http://schemas.openxmlformats.org/officeDocument/2006/relationships/image" Target="../media/image137.png"/><Relationship Id="rId151" Type="http://schemas.openxmlformats.org/officeDocument/2006/relationships/customXml" Target="../ink/ink171.xml"/><Relationship Id="rId193" Type="http://schemas.openxmlformats.org/officeDocument/2006/relationships/customXml" Target="../ink/ink192.xml"/><Relationship Id="rId207" Type="http://schemas.openxmlformats.org/officeDocument/2006/relationships/image" Target="../media/image194.png"/><Relationship Id="rId249" Type="http://schemas.openxmlformats.org/officeDocument/2006/relationships/customXml" Target="../ink/ink221.xml"/><Relationship Id="rId13" Type="http://schemas.openxmlformats.org/officeDocument/2006/relationships/customXml" Target="../ink/ink100.xml"/><Relationship Id="rId109" Type="http://schemas.openxmlformats.org/officeDocument/2006/relationships/customXml" Target="../ink/ink148.xml"/><Relationship Id="rId260" Type="http://schemas.openxmlformats.org/officeDocument/2006/relationships/image" Target="../media/image220.png"/><Relationship Id="rId316" Type="http://schemas.openxmlformats.org/officeDocument/2006/relationships/customXml" Target="../ink/ink255.xml"/><Relationship Id="rId55" Type="http://schemas.openxmlformats.org/officeDocument/2006/relationships/customXml" Target="../ink/ink121.xml"/><Relationship Id="rId97" Type="http://schemas.openxmlformats.org/officeDocument/2006/relationships/customXml" Target="../ink/ink142.xml"/><Relationship Id="rId120" Type="http://schemas.openxmlformats.org/officeDocument/2006/relationships/image" Target="../media/image153.png"/><Relationship Id="rId358" Type="http://schemas.openxmlformats.org/officeDocument/2006/relationships/customXml" Target="../ink/ink276.xml"/><Relationship Id="rId162" Type="http://schemas.openxmlformats.org/officeDocument/2006/relationships/image" Target="../media/image172.png"/><Relationship Id="rId218" Type="http://schemas.openxmlformats.org/officeDocument/2006/relationships/image" Target="../media/image199.png"/><Relationship Id="rId271" Type="http://schemas.openxmlformats.org/officeDocument/2006/relationships/customXml" Target="../ink/ink232.xml"/><Relationship Id="rId24" Type="http://schemas.openxmlformats.org/officeDocument/2006/relationships/image" Target="../media/image106.png"/><Relationship Id="rId66" Type="http://schemas.openxmlformats.org/officeDocument/2006/relationships/image" Target="../media/image127.png"/><Relationship Id="rId131" Type="http://schemas.openxmlformats.org/officeDocument/2006/relationships/customXml" Target="../ink/ink159.xml"/><Relationship Id="rId327" Type="http://schemas.openxmlformats.org/officeDocument/2006/relationships/image" Target="../media/image253.png"/><Relationship Id="rId173" Type="http://schemas.openxmlformats.org/officeDocument/2006/relationships/customXml" Target="../ink/ink182.xml"/><Relationship Id="rId229" Type="http://schemas.openxmlformats.org/officeDocument/2006/relationships/customXml" Target="../ink/ink211.xml"/><Relationship Id="rId240" Type="http://schemas.openxmlformats.org/officeDocument/2006/relationships/image" Target="../media/image210.png"/><Relationship Id="rId35" Type="http://schemas.openxmlformats.org/officeDocument/2006/relationships/customXml" Target="../ink/ink111.xml"/><Relationship Id="rId77" Type="http://schemas.openxmlformats.org/officeDocument/2006/relationships/customXml" Target="../ink/ink132.xml"/><Relationship Id="rId100" Type="http://schemas.openxmlformats.org/officeDocument/2006/relationships/image" Target="../media/image143.png"/><Relationship Id="rId282" Type="http://schemas.openxmlformats.org/officeDocument/2006/relationships/image" Target="../media/image231.png"/><Relationship Id="rId338" Type="http://schemas.openxmlformats.org/officeDocument/2006/relationships/customXml" Target="../ink/ink266.xml"/><Relationship Id="rId8" Type="http://schemas.openxmlformats.org/officeDocument/2006/relationships/image" Target="../media/image98.png"/><Relationship Id="rId142" Type="http://schemas.openxmlformats.org/officeDocument/2006/relationships/customXml" Target="../ink/ink166.xml"/><Relationship Id="rId184" Type="http://schemas.openxmlformats.org/officeDocument/2006/relationships/image" Target="../media/image183.png"/><Relationship Id="rId251" Type="http://schemas.openxmlformats.org/officeDocument/2006/relationships/customXml" Target="../ink/ink222.xml"/><Relationship Id="rId46" Type="http://schemas.openxmlformats.org/officeDocument/2006/relationships/image" Target="../media/image117.png"/><Relationship Id="rId293" Type="http://schemas.openxmlformats.org/officeDocument/2006/relationships/customXml" Target="../ink/ink243.xml"/><Relationship Id="rId307" Type="http://schemas.openxmlformats.org/officeDocument/2006/relationships/customXml" Target="../ink/ink250.xml"/><Relationship Id="rId349" Type="http://schemas.openxmlformats.org/officeDocument/2006/relationships/image" Target="../media/image264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84.xml"/><Relationship Id="rId18" Type="http://schemas.openxmlformats.org/officeDocument/2006/relationships/image" Target="../media/image280.png"/><Relationship Id="rId26" Type="http://schemas.openxmlformats.org/officeDocument/2006/relationships/image" Target="../media/image284.png"/><Relationship Id="rId39" Type="http://schemas.openxmlformats.org/officeDocument/2006/relationships/customXml" Target="../ink/ink297.xml"/><Relationship Id="rId21" Type="http://schemas.openxmlformats.org/officeDocument/2006/relationships/customXml" Target="../ink/ink288.xml"/><Relationship Id="rId34" Type="http://schemas.openxmlformats.org/officeDocument/2006/relationships/image" Target="../media/image288.png"/><Relationship Id="rId42" Type="http://schemas.openxmlformats.org/officeDocument/2006/relationships/image" Target="../media/image292.png"/><Relationship Id="rId47" Type="http://schemas.openxmlformats.org/officeDocument/2006/relationships/customXml" Target="../ink/ink301.xml"/><Relationship Id="rId50" Type="http://schemas.openxmlformats.org/officeDocument/2006/relationships/image" Target="../media/image296.png"/><Relationship Id="rId55" Type="http://schemas.openxmlformats.org/officeDocument/2006/relationships/customXml" Target="../ink/ink305.xml"/><Relationship Id="rId7" Type="http://schemas.openxmlformats.org/officeDocument/2006/relationships/customXml" Target="../ink/ink281.xml"/><Relationship Id="rId2" Type="http://schemas.openxmlformats.org/officeDocument/2006/relationships/image" Target="../media/image272.png"/><Relationship Id="rId16" Type="http://schemas.openxmlformats.org/officeDocument/2006/relationships/image" Target="../media/image279.png"/><Relationship Id="rId29" Type="http://schemas.openxmlformats.org/officeDocument/2006/relationships/customXml" Target="../ink/ink292.xml"/><Relationship Id="rId11" Type="http://schemas.openxmlformats.org/officeDocument/2006/relationships/customXml" Target="../ink/ink283.xml"/><Relationship Id="rId24" Type="http://schemas.openxmlformats.org/officeDocument/2006/relationships/image" Target="../media/image283.png"/><Relationship Id="rId32" Type="http://schemas.openxmlformats.org/officeDocument/2006/relationships/image" Target="../media/image287.png"/><Relationship Id="rId37" Type="http://schemas.openxmlformats.org/officeDocument/2006/relationships/customXml" Target="../ink/ink296.xml"/><Relationship Id="rId40" Type="http://schemas.openxmlformats.org/officeDocument/2006/relationships/image" Target="../media/image291.png"/><Relationship Id="rId45" Type="http://schemas.openxmlformats.org/officeDocument/2006/relationships/customXml" Target="../ink/ink300.xml"/><Relationship Id="rId53" Type="http://schemas.openxmlformats.org/officeDocument/2006/relationships/customXml" Target="../ink/ink304.xml"/><Relationship Id="rId58" Type="http://schemas.openxmlformats.org/officeDocument/2006/relationships/image" Target="../media/image300.png"/><Relationship Id="rId5" Type="http://schemas.openxmlformats.org/officeDocument/2006/relationships/customXml" Target="../ink/ink280.xml"/><Relationship Id="rId19" Type="http://schemas.openxmlformats.org/officeDocument/2006/relationships/customXml" Target="../ink/ink287.xml"/><Relationship Id="rId4" Type="http://schemas.openxmlformats.org/officeDocument/2006/relationships/image" Target="../media/image273.png"/><Relationship Id="rId9" Type="http://schemas.openxmlformats.org/officeDocument/2006/relationships/customXml" Target="../ink/ink282.xml"/><Relationship Id="rId14" Type="http://schemas.openxmlformats.org/officeDocument/2006/relationships/image" Target="../media/image278.png"/><Relationship Id="rId22" Type="http://schemas.openxmlformats.org/officeDocument/2006/relationships/image" Target="../media/image282.png"/><Relationship Id="rId27" Type="http://schemas.openxmlformats.org/officeDocument/2006/relationships/customXml" Target="../ink/ink291.xml"/><Relationship Id="rId30" Type="http://schemas.openxmlformats.org/officeDocument/2006/relationships/image" Target="../media/image286.png"/><Relationship Id="rId35" Type="http://schemas.openxmlformats.org/officeDocument/2006/relationships/customXml" Target="../ink/ink295.xml"/><Relationship Id="rId43" Type="http://schemas.openxmlformats.org/officeDocument/2006/relationships/customXml" Target="../ink/ink299.xml"/><Relationship Id="rId48" Type="http://schemas.openxmlformats.org/officeDocument/2006/relationships/image" Target="../media/image295.png"/><Relationship Id="rId56" Type="http://schemas.openxmlformats.org/officeDocument/2006/relationships/image" Target="../media/image299.png"/><Relationship Id="rId8" Type="http://schemas.openxmlformats.org/officeDocument/2006/relationships/image" Target="../media/image275.png"/><Relationship Id="rId51" Type="http://schemas.openxmlformats.org/officeDocument/2006/relationships/customXml" Target="../ink/ink303.xml"/><Relationship Id="rId3" Type="http://schemas.openxmlformats.org/officeDocument/2006/relationships/customXml" Target="../ink/ink279.xml"/><Relationship Id="rId12" Type="http://schemas.openxmlformats.org/officeDocument/2006/relationships/image" Target="../media/image277.png"/><Relationship Id="rId17" Type="http://schemas.openxmlformats.org/officeDocument/2006/relationships/customXml" Target="../ink/ink286.xml"/><Relationship Id="rId25" Type="http://schemas.openxmlformats.org/officeDocument/2006/relationships/customXml" Target="../ink/ink290.xml"/><Relationship Id="rId33" Type="http://schemas.openxmlformats.org/officeDocument/2006/relationships/customXml" Target="../ink/ink294.xml"/><Relationship Id="rId38" Type="http://schemas.openxmlformats.org/officeDocument/2006/relationships/image" Target="../media/image290.png"/><Relationship Id="rId46" Type="http://schemas.openxmlformats.org/officeDocument/2006/relationships/image" Target="../media/image294.png"/><Relationship Id="rId20" Type="http://schemas.openxmlformats.org/officeDocument/2006/relationships/image" Target="../media/image281.png"/><Relationship Id="rId41" Type="http://schemas.openxmlformats.org/officeDocument/2006/relationships/customXml" Target="../ink/ink298.xml"/><Relationship Id="rId54" Type="http://schemas.openxmlformats.org/officeDocument/2006/relationships/image" Target="../media/image2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4.png"/><Relationship Id="rId15" Type="http://schemas.openxmlformats.org/officeDocument/2006/relationships/customXml" Target="../ink/ink285.xml"/><Relationship Id="rId23" Type="http://schemas.openxmlformats.org/officeDocument/2006/relationships/customXml" Target="../ink/ink289.xml"/><Relationship Id="rId28" Type="http://schemas.openxmlformats.org/officeDocument/2006/relationships/image" Target="../media/image285.png"/><Relationship Id="rId36" Type="http://schemas.openxmlformats.org/officeDocument/2006/relationships/image" Target="../media/image289.png"/><Relationship Id="rId49" Type="http://schemas.openxmlformats.org/officeDocument/2006/relationships/customXml" Target="../ink/ink302.xml"/><Relationship Id="rId57" Type="http://schemas.openxmlformats.org/officeDocument/2006/relationships/customXml" Target="../ink/ink306.xml"/><Relationship Id="rId10" Type="http://schemas.openxmlformats.org/officeDocument/2006/relationships/image" Target="../media/image276.png"/><Relationship Id="rId31" Type="http://schemas.openxmlformats.org/officeDocument/2006/relationships/customXml" Target="../ink/ink293.xml"/><Relationship Id="rId44" Type="http://schemas.openxmlformats.org/officeDocument/2006/relationships/image" Target="../media/image293.png"/><Relationship Id="rId52" Type="http://schemas.openxmlformats.org/officeDocument/2006/relationships/image" Target="../media/image29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18.xml"/><Relationship Id="rId21" Type="http://schemas.openxmlformats.org/officeDocument/2006/relationships/image" Target="../media/image311.png"/><Relationship Id="rId42" Type="http://schemas.openxmlformats.org/officeDocument/2006/relationships/customXml" Target="../ink/ink326.xml"/><Relationship Id="rId47" Type="http://schemas.openxmlformats.org/officeDocument/2006/relationships/image" Target="../media/image324.png"/><Relationship Id="rId63" Type="http://schemas.openxmlformats.org/officeDocument/2006/relationships/image" Target="../media/image332.png"/><Relationship Id="rId68" Type="http://schemas.openxmlformats.org/officeDocument/2006/relationships/customXml" Target="../ink/ink339.xml"/><Relationship Id="rId84" Type="http://schemas.openxmlformats.org/officeDocument/2006/relationships/customXml" Target="../ink/ink347.xml"/><Relationship Id="rId89" Type="http://schemas.openxmlformats.org/officeDocument/2006/relationships/image" Target="../media/image345.png"/><Relationship Id="rId16" Type="http://schemas.openxmlformats.org/officeDocument/2006/relationships/customXml" Target="../ink/ink313.xml"/><Relationship Id="rId107" Type="http://schemas.openxmlformats.org/officeDocument/2006/relationships/image" Target="../media/image354.png"/><Relationship Id="rId11" Type="http://schemas.openxmlformats.org/officeDocument/2006/relationships/image" Target="../media/image306.png"/><Relationship Id="rId32" Type="http://schemas.openxmlformats.org/officeDocument/2006/relationships/customXml" Target="../ink/ink321.xml"/><Relationship Id="rId37" Type="http://schemas.openxmlformats.org/officeDocument/2006/relationships/image" Target="../media/image319.png"/><Relationship Id="rId53" Type="http://schemas.openxmlformats.org/officeDocument/2006/relationships/image" Target="../media/image327.png"/><Relationship Id="rId58" Type="http://schemas.openxmlformats.org/officeDocument/2006/relationships/customXml" Target="../ink/ink334.xml"/><Relationship Id="rId74" Type="http://schemas.openxmlformats.org/officeDocument/2006/relationships/customXml" Target="../ink/ink342.xml"/><Relationship Id="rId79" Type="http://schemas.openxmlformats.org/officeDocument/2006/relationships/image" Target="../media/image340.png"/><Relationship Id="rId102" Type="http://schemas.openxmlformats.org/officeDocument/2006/relationships/customXml" Target="../ink/ink356.xml"/><Relationship Id="rId5" Type="http://schemas.openxmlformats.org/officeDocument/2006/relationships/image" Target="../media/image303.png"/><Relationship Id="rId90" Type="http://schemas.openxmlformats.org/officeDocument/2006/relationships/customXml" Target="../ink/ink350.xml"/><Relationship Id="rId95" Type="http://schemas.openxmlformats.org/officeDocument/2006/relationships/image" Target="../media/image348.png"/><Relationship Id="rId22" Type="http://schemas.openxmlformats.org/officeDocument/2006/relationships/customXml" Target="../ink/ink316.xml"/><Relationship Id="rId27" Type="http://schemas.openxmlformats.org/officeDocument/2006/relationships/image" Target="../media/image314.png"/><Relationship Id="rId43" Type="http://schemas.openxmlformats.org/officeDocument/2006/relationships/image" Target="../media/image322.png"/><Relationship Id="rId48" Type="http://schemas.openxmlformats.org/officeDocument/2006/relationships/customXml" Target="../ink/ink329.xml"/><Relationship Id="rId64" Type="http://schemas.openxmlformats.org/officeDocument/2006/relationships/customXml" Target="../ink/ink337.xml"/><Relationship Id="rId69" Type="http://schemas.openxmlformats.org/officeDocument/2006/relationships/image" Target="../media/image335.png"/><Relationship Id="rId80" Type="http://schemas.openxmlformats.org/officeDocument/2006/relationships/customXml" Target="../ink/ink345.xml"/><Relationship Id="rId85" Type="http://schemas.openxmlformats.org/officeDocument/2006/relationships/image" Target="../media/image343.png"/><Relationship Id="rId12" Type="http://schemas.openxmlformats.org/officeDocument/2006/relationships/customXml" Target="../ink/ink311.xml"/><Relationship Id="rId17" Type="http://schemas.openxmlformats.org/officeDocument/2006/relationships/image" Target="../media/image309.png"/><Relationship Id="rId33" Type="http://schemas.openxmlformats.org/officeDocument/2006/relationships/image" Target="../media/image317.png"/><Relationship Id="rId38" Type="http://schemas.openxmlformats.org/officeDocument/2006/relationships/customXml" Target="../ink/ink324.xml"/><Relationship Id="rId59" Type="http://schemas.openxmlformats.org/officeDocument/2006/relationships/image" Target="../media/image330.png"/><Relationship Id="rId103" Type="http://schemas.openxmlformats.org/officeDocument/2006/relationships/image" Target="../media/image352.png"/><Relationship Id="rId20" Type="http://schemas.openxmlformats.org/officeDocument/2006/relationships/customXml" Target="../ink/ink315.xml"/><Relationship Id="rId41" Type="http://schemas.openxmlformats.org/officeDocument/2006/relationships/image" Target="../media/image321.png"/><Relationship Id="rId54" Type="http://schemas.openxmlformats.org/officeDocument/2006/relationships/customXml" Target="../ink/ink332.xml"/><Relationship Id="rId62" Type="http://schemas.openxmlformats.org/officeDocument/2006/relationships/customXml" Target="../ink/ink336.xml"/><Relationship Id="rId70" Type="http://schemas.openxmlformats.org/officeDocument/2006/relationships/customXml" Target="../ink/ink340.xml"/><Relationship Id="rId75" Type="http://schemas.openxmlformats.org/officeDocument/2006/relationships/image" Target="../media/image338.png"/><Relationship Id="rId83" Type="http://schemas.openxmlformats.org/officeDocument/2006/relationships/image" Target="../media/image342.png"/><Relationship Id="rId88" Type="http://schemas.openxmlformats.org/officeDocument/2006/relationships/customXml" Target="../ink/ink349.xml"/><Relationship Id="rId91" Type="http://schemas.openxmlformats.org/officeDocument/2006/relationships/image" Target="../media/image346.png"/><Relationship Id="rId96" Type="http://schemas.openxmlformats.org/officeDocument/2006/relationships/customXml" Target="../ink/ink3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8.xml"/><Relationship Id="rId15" Type="http://schemas.openxmlformats.org/officeDocument/2006/relationships/image" Target="../media/image308.png"/><Relationship Id="rId23" Type="http://schemas.openxmlformats.org/officeDocument/2006/relationships/image" Target="../media/image312.png"/><Relationship Id="rId28" Type="http://schemas.openxmlformats.org/officeDocument/2006/relationships/customXml" Target="../ink/ink319.xml"/><Relationship Id="rId36" Type="http://schemas.openxmlformats.org/officeDocument/2006/relationships/customXml" Target="../ink/ink323.xml"/><Relationship Id="rId49" Type="http://schemas.openxmlformats.org/officeDocument/2006/relationships/image" Target="../media/image325.png"/><Relationship Id="rId57" Type="http://schemas.openxmlformats.org/officeDocument/2006/relationships/image" Target="../media/image329.png"/><Relationship Id="rId106" Type="http://schemas.openxmlformats.org/officeDocument/2006/relationships/customXml" Target="../ink/ink358.xml"/><Relationship Id="rId10" Type="http://schemas.openxmlformats.org/officeDocument/2006/relationships/customXml" Target="../ink/ink310.xml"/><Relationship Id="rId31" Type="http://schemas.openxmlformats.org/officeDocument/2006/relationships/image" Target="../media/image316.png"/><Relationship Id="rId44" Type="http://schemas.openxmlformats.org/officeDocument/2006/relationships/customXml" Target="../ink/ink327.xml"/><Relationship Id="rId52" Type="http://schemas.openxmlformats.org/officeDocument/2006/relationships/customXml" Target="../ink/ink331.xml"/><Relationship Id="rId60" Type="http://schemas.openxmlformats.org/officeDocument/2006/relationships/customXml" Target="../ink/ink335.xml"/><Relationship Id="rId65" Type="http://schemas.openxmlformats.org/officeDocument/2006/relationships/image" Target="../media/image333.png"/><Relationship Id="rId73" Type="http://schemas.openxmlformats.org/officeDocument/2006/relationships/image" Target="../media/image337.png"/><Relationship Id="rId78" Type="http://schemas.openxmlformats.org/officeDocument/2006/relationships/customXml" Target="../ink/ink344.xml"/><Relationship Id="rId81" Type="http://schemas.openxmlformats.org/officeDocument/2006/relationships/image" Target="../media/image341.png"/><Relationship Id="rId86" Type="http://schemas.openxmlformats.org/officeDocument/2006/relationships/customXml" Target="../ink/ink348.xml"/><Relationship Id="rId94" Type="http://schemas.openxmlformats.org/officeDocument/2006/relationships/customXml" Target="../ink/ink352.xml"/><Relationship Id="rId99" Type="http://schemas.openxmlformats.org/officeDocument/2006/relationships/image" Target="../media/image350.png"/><Relationship Id="rId101" Type="http://schemas.openxmlformats.org/officeDocument/2006/relationships/image" Target="../media/image351.png"/><Relationship Id="rId4" Type="http://schemas.openxmlformats.org/officeDocument/2006/relationships/customXml" Target="../ink/ink307.xml"/><Relationship Id="rId9" Type="http://schemas.openxmlformats.org/officeDocument/2006/relationships/image" Target="../media/image305.png"/><Relationship Id="rId13" Type="http://schemas.openxmlformats.org/officeDocument/2006/relationships/image" Target="../media/image307.png"/><Relationship Id="rId18" Type="http://schemas.openxmlformats.org/officeDocument/2006/relationships/customXml" Target="../ink/ink314.xml"/><Relationship Id="rId39" Type="http://schemas.openxmlformats.org/officeDocument/2006/relationships/image" Target="../media/image320.png"/><Relationship Id="rId34" Type="http://schemas.openxmlformats.org/officeDocument/2006/relationships/customXml" Target="../ink/ink322.xml"/><Relationship Id="rId50" Type="http://schemas.openxmlformats.org/officeDocument/2006/relationships/customXml" Target="../ink/ink330.xml"/><Relationship Id="rId55" Type="http://schemas.openxmlformats.org/officeDocument/2006/relationships/image" Target="../media/image328.png"/><Relationship Id="rId76" Type="http://schemas.openxmlformats.org/officeDocument/2006/relationships/customXml" Target="../ink/ink343.xml"/><Relationship Id="rId97" Type="http://schemas.openxmlformats.org/officeDocument/2006/relationships/image" Target="../media/image349.png"/><Relationship Id="rId104" Type="http://schemas.openxmlformats.org/officeDocument/2006/relationships/customXml" Target="../ink/ink357.xml"/><Relationship Id="rId7" Type="http://schemas.openxmlformats.org/officeDocument/2006/relationships/image" Target="../media/image304.png"/><Relationship Id="rId71" Type="http://schemas.openxmlformats.org/officeDocument/2006/relationships/image" Target="../media/image336.png"/><Relationship Id="rId92" Type="http://schemas.openxmlformats.org/officeDocument/2006/relationships/customXml" Target="../ink/ink351.xml"/><Relationship Id="rId2" Type="http://schemas.openxmlformats.org/officeDocument/2006/relationships/image" Target="../media/image301.png"/><Relationship Id="rId29" Type="http://schemas.openxmlformats.org/officeDocument/2006/relationships/image" Target="../media/image315.png"/><Relationship Id="rId24" Type="http://schemas.openxmlformats.org/officeDocument/2006/relationships/customXml" Target="../ink/ink317.xml"/><Relationship Id="rId40" Type="http://schemas.openxmlformats.org/officeDocument/2006/relationships/customXml" Target="../ink/ink325.xml"/><Relationship Id="rId45" Type="http://schemas.openxmlformats.org/officeDocument/2006/relationships/image" Target="../media/image323.png"/><Relationship Id="rId66" Type="http://schemas.openxmlformats.org/officeDocument/2006/relationships/customXml" Target="../ink/ink338.xml"/><Relationship Id="rId87" Type="http://schemas.openxmlformats.org/officeDocument/2006/relationships/image" Target="../media/image344.png"/><Relationship Id="rId61" Type="http://schemas.openxmlformats.org/officeDocument/2006/relationships/image" Target="../media/image331.png"/><Relationship Id="rId82" Type="http://schemas.openxmlformats.org/officeDocument/2006/relationships/customXml" Target="../ink/ink346.xml"/><Relationship Id="rId19" Type="http://schemas.openxmlformats.org/officeDocument/2006/relationships/image" Target="../media/image310.png"/><Relationship Id="rId14" Type="http://schemas.openxmlformats.org/officeDocument/2006/relationships/customXml" Target="../ink/ink312.xml"/><Relationship Id="rId30" Type="http://schemas.openxmlformats.org/officeDocument/2006/relationships/customXml" Target="../ink/ink320.xml"/><Relationship Id="rId35" Type="http://schemas.openxmlformats.org/officeDocument/2006/relationships/image" Target="../media/image318.png"/><Relationship Id="rId56" Type="http://schemas.openxmlformats.org/officeDocument/2006/relationships/customXml" Target="../ink/ink333.xml"/><Relationship Id="rId77" Type="http://schemas.openxmlformats.org/officeDocument/2006/relationships/image" Target="../media/image339.png"/><Relationship Id="rId100" Type="http://schemas.openxmlformats.org/officeDocument/2006/relationships/customXml" Target="../ink/ink355.xml"/><Relationship Id="rId105" Type="http://schemas.openxmlformats.org/officeDocument/2006/relationships/image" Target="../media/image353.png"/><Relationship Id="rId8" Type="http://schemas.openxmlformats.org/officeDocument/2006/relationships/customXml" Target="../ink/ink309.xml"/><Relationship Id="rId51" Type="http://schemas.openxmlformats.org/officeDocument/2006/relationships/image" Target="../media/image326.png"/><Relationship Id="rId72" Type="http://schemas.openxmlformats.org/officeDocument/2006/relationships/customXml" Target="../ink/ink341.xml"/><Relationship Id="rId93" Type="http://schemas.openxmlformats.org/officeDocument/2006/relationships/image" Target="../media/image347.png"/><Relationship Id="rId98" Type="http://schemas.openxmlformats.org/officeDocument/2006/relationships/customXml" Target="../ink/ink354.xml"/><Relationship Id="rId3" Type="http://schemas.openxmlformats.org/officeDocument/2006/relationships/image" Target="../media/image302.png"/><Relationship Id="rId25" Type="http://schemas.openxmlformats.org/officeDocument/2006/relationships/image" Target="../media/image313.png"/><Relationship Id="rId46" Type="http://schemas.openxmlformats.org/officeDocument/2006/relationships/customXml" Target="../ink/ink328.xml"/><Relationship Id="rId67" Type="http://schemas.openxmlformats.org/officeDocument/2006/relationships/image" Target="../media/image3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2.xml"/><Relationship Id="rId13" Type="http://schemas.openxmlformats.org/officeDocument/2006/relationships/image" Target="../media/image360.png"/><Relationship Id="rId18" Type="http://schemas.openxmlformats.org/officeDocument/2006/relationships/customXml" Target="../ink/ink367.xml"/><Relationship Id="rId26" Type="http://schemas.openxmlformats.org/officeDocument/2006/relationships/customXml" Target="../ink/ink371.xml"/><Relationship Id="rId3" Type="http://schemas.openxmlformats.org/officeDocument/2006/relationships/image" Target="../media/image355.png"/><Relationship Id="rId21" Type="http://schemas.openxmlformats.org/officeDocument/2006/relationships/image" Target="../media/image364.png"/><Relationship Id="rId7" Type="http://schemas.openxmlformats.org/officeDocument/2006/relationships/image" Target="../media/image357.png"/><Relationship Id="rId12" Type="http://schemas.openxmlformats.org/officeDocument/2006/relationships/customXml" Target="../ink/ink364.xml"/><Relationship Id="rId17" Type="http://schemas.openxmlformats.org/officeDocument/2006/relationships/image" Target="../media/image362.png"/><Relationship Id="rId25" Type="http://schemas.openxmlformats.org/officeDocument/2006/relationships/image" Target="../media/image366.png"/><Relationship Id="rId2" Type="http://schemas.openxmlformats.org/officeDocument/2006/relationships/customXml" Target="../ink/ink359.xml"/><Relationship Id="rId16" Type="http://schemas.openxmlformats.org/officeDocument/2006/relationships/customXml" Target="../ink/ink366.xml"/><Relationship Id="rId20" Type="http://schemas.openxmlformats.org/officeDocument/2006/relationships/customXml" Target="../ink/ink36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1.xml"/><Relationship Id="rId11" Type="http://schemas.openxmlformats.org/officeDocument/2006/relationships/image" Target="../media/image359.png"/><Relationship Id="rId24" Type="http://schemas.openxmlformats.org/officeDocument/2006/relationships/customXml" Target="../ink/ink370.xml"/><Relationship Id="rId5" Type="http://schemas.openxmlformats.org/officeDocument/2006/relationships/image" Target="../media/image356.png"/><Relationship Id="rId15" Type="http://schemas.openxmlformats.org/officeDocument/2006/relationships/image" Target="../media/image361.png"/><Relationship Id="rId23" Type="http://schemas.openxmlformats.org/officeDocument/2006/relationships/image" Target="../media/image365.png"/><Relationship Id="rId10" Type="http://schemas.openxmlformats.org/officeDocument/2006/relationships/customXml" Target="../ink/ink363.xml"/><Relationship Id="rId19" Type="http://schemas.openxmlformats.org/officeDocument/2006/relationships/image" Target="../media/image363.png"/><Relationship Id="rId4" Type="http://schemas.openxmlformats.org/officeDocument/2006/relationships/customXml" Target="../ink/ink360.xml"/><Relationship Id="rId9" Type="http://schemas.openxmlformats.org/officeDocument/2006/relationships/image" Target="../media/image358.png"/><Relationship Id="rId14" Type="http://schemas.openxmlformats.org/officeDocument/2006/relationships/customXml" Target="../ink/ink365.xml"/><Relationship Id="rId22" Type="http://schemas.openxmlformats.org/officeDocument/2006/relationships/customXml" Target="../ink/ink369.xml"/><Relationship Id="rId27" Type="http://schemas.openxmlformats.org/officeDocument/2006/relationships/image" Target="../media/image36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83.xml"/><Relationship Id="rId21" Type="http://schemas.openxmlformats.org/officeDocument/2006/relationships/image" Target="../media/image377.png"/><Relationship Id="rId42" Type="http://schemas.openxmlformats.org/officeDocument/2006/relationships/customXml" Target="../ink/ink391.xml"/><Relationship Id="rId47" Type="http://schemas.openxmlformats.org/officeDocument/2006/relationships/image" Target="../media/image390.png"/><Relationship Id="rId63" Type="http://schemas.openxmlformats.org/officeDocument/2006/relationships/image" Target="../media/image398.png"/><Relationship Id="rId68" Type="http://schemas.openxmlformats.org/officeDocument/2006/relationships/customXml" Target="../ink/ink404.xml"/><Relationship Id="rId2" Type="http://schemas.openxmlformats.org/officeDocument/2006/relationships/image" Target="../media/image302.png"/><Relationship Id="rId16" Type="http://schemas.openxmlformats.org/officeDocument/2006/relationships/customXml" Target="../ink/ink378.xml"/><Relationship Id="rId29" Type="http://schemas.openxmlformats.org/officeDocument/2006/relationships/image" Target="../media/image381.png"/><Relationship Id="rId11" Type="http://schemas.openxmlformats.org/officeDocument/2006/relationships/image" Target="../media/image372.png"/><Relationship Id="rId24" Type="http://schemas.openxmlformats.org/officeDocument/2006/relationships/customXml" Target="../ink/ink382.xml"/><Relationship Id="rId32" Type="http://schemas.openxmlformats.org/officeDocument/2006/relationships/customXml" Target="../ink/ink386.xml"/><Relationship Id="rId37" Type="http://schemas.openxmlformats.org/officeDocument/2006/relationships/image" Target="../media/image385.png"/><Relationship Id="rId40" Type="http://schemas.openxmlformats.org/officeDocument/2006/relationships/customXml" Target="../ink/ink390.xml"/><Relationship Id="rId45" Type="http://schemas.openxmlformats.org/officeDocument/2006/relationships/image" Target="../media/image389.png"/><Relationship Id="rId53" Type="http://schemas.openxmlformats.org/officeDocument/2006/relationships/image" Target="../media/image393.png"/><Relationship Id="rId58" Type="http://schemas.openxmlformats.org/officeDocument/2006/relationships/customXml" Target="../ink/ink399.xml"/><Relationship Id="rId66" Type="http://schemas.openxmlformats.org/officeDocument/2006/relationships/customXml" Target="../ink/ink403.xml"/><Relationship Id="rId74" Type="http://schemas.openxmlformats.org/officeDocument/2006/relationships/customXml" Target="../ink/ink407.xml"/><Relationship Id="rId5" Type="http://schemas.openxmlformats.org/officeDocument/2006/relationships/image" Target="../media/image369.png"/><Relationship Id="rId61" Type="http://schemas.openxmlformats.org/officeDocument/2006/relationships/image" Target="../media/image397.png"/><Relationship Id="rId19" Type="http://schemas.openxmlformats.org/officeDocument/2006/relationships/image" Target="../media/image376.png"/><Relationship Id="rId14" Type="http://schemas.openxmlformats.org/officeDocument/2006/relationships/customXml" Target="../ink/ink377.xml"/><Relationship Id="rId22" Type="http://schemas.openxmlformats.org/officeDocument/2006/relationships/customXml" Target="../ink/ink381.xml"/><Relationship Id="rId27" Type="http://schemas.openxmlformats.org/officeDocument/2006/relationships/image" Target="../media/image380.png"/><Relationship Id="rId30" Type="http://schemas.openxmlformats.org/officeDocument/2006/relationships/customXml" Target="../ink/ink385.xml"/><Relationship Id="rId35" Type="http://schemas.openxmlformats.org/officeDocument/2006/relationships/image" Target="../media/image384.png"/><Relationship Id="rId43" Type="http://schemas.openxmlformats.org/officeDocument/2006/relationships/image" Target="../media/image388.png"/><Relationship Id="rId48" Type="http://schemas.openxmlformats.org/officeDocument/2006/relationships/customXml" Target="../ink/ink394.xml"/><Relationship Id="rId56" Type="http://schemas.openxmlformats.org/officeDocument/2006/relationships/customXml" Target="../ink/ink398.xml"/><Relationship Id="rId64" Type="http://schemas.openxmlformats.org/officeDocument/2006/relationships/customXml" Target="../ink/ink402.xml"/><Relationship Id="rId69" Type="http://schemas.openxmlformats.org/officeDocument/2006/relationships/image" Target="../media/image401.png"/><Relationship Id="rId8" Type="http://schemas.openxmlformats.org/officeDocument/2006/relationships/customXml" Target="../ink/ink374.xml"/><Relationship Id="rId51" Type="http://schemas.openxmlformats.org/officeDocument/2006/relationships/image" Target="../media/image392.png"/><Relationship Id="rId72" Type="http://schemas.openxmlformats.org/officeDocument/2006/relationships/customXml" Target="../ink/ink406.xml"/><Relationship Id="rId3" Type="http://schemas.openxmlformats.org/officeDocument/2006/relationships/image" Target="../media/image368.png"/><Relationship Id="rId12" Type="http://schemas.openxmlformats.org/officeDocument/2006/relationships/customXml" Target="../ink/ink376.xml"/><Relationship Id="rId17" Type="http://schemas.openxmlformats.org/officeDocument/2006/relationships/image" Target="../media/image375.png"/><Relationship Id="rId25" Type="http://schemas.openxmlformats.org/officeDocument/2006/relationships/image" Target="../media/image379.png"/><Relationship Id="rId33" Type="http://schemas.openxmlformats.org/officeDocument/2006/relationships/image" Target="../media/image383.png"/><Relationship Id="rId38" Type="http://schemas.openxmlformats.org/officeDocument/2006/relationships/customXml" Target="../ink/ink389.xml"/><Relationship Id="rId46" Type="http://schemas.openxmlformats.org/officeDocument/2006/relationships/customXml" Target="../ink/ink393.xml"/><Relationship Id="rId59" Type="http://schemas.openxmlformats.org/officeDocument/2006/relationships/image" Target="../media/image396.png"/><Relationship Id="rId67" Type="http://schemas.openxmlformats.org/officeDocument/2006/relationships/image" Target="../media/image400.png"/><Relationship Id="rId20" Type="http://schemas.openxmlformats.org/officeDocument/2006/relationships/customXml" Target="../ink/ink380.xml"/><Relationship Id="rId41" Type="http://schemas.openxmlformats.org/officeDocument/2006/relationships/image" Target="../media/image387.png"/><Relationship Id="rId54" Type="http://schemas.openxmlformats.org/officeDocument/2006/relationships/customXml" Target="../ink/ink397.xml"/><Relationship Id="rId62" Type="http://schemas.openxmlformats.org/officeDocument/2006/relationships/customXml" Target="../ink/ink401.xml"/><Relationship Id="rId70" Type="http://schemas.openxmlformats.org/officeDocument/2006/relationships/customXml" Target="../ink/ink405.xml"/><Relationship Id="rId75" Type="http://schemas.openxmlformats.org/officeDocument/2006/relationships/image" Target="../media/image40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3.xml"/><Relationship Id="rId15" Type="http://schemas.openxmlformats.org/officeDocument/2006/relationships/image" Target="../media/image374.png"/><Relationship Id="rId23" Type="http://schemas.openxmlformats.org/officeDocument/2006/relationships/image" Target="../media/image378.png"/><Relationship Id="rId28" Type="http://schemas.openxmlformats.org/officeDocument/2006/relationships/customXml" Target="../ink/ink384.xml"/><Relationship Id="rId36" Type="http://schemas.openxmlformats.org/officeDocument/2006/relationships/customXml" Target="../ink/ink388.xml"/><Relationship Id="rId49" Type="http://schemas.openxmlformats.org/officeDocument/2006/relationships/image" Target="../media/image391.png"/><Relationship Id="rId57" Type="http://schemas.openxmlformats.org/officeDocument/2006/relationships/image" Target="../media/image395.png"/><Relationship Id="rId10" Type="http://schemas.openxmlformats.org/officeDocument/2006/relationships/customXml" Target="../ink/ink375.xml"/><Relationship Id="rId31" Type="http://schemas.openxmlformats.org/officeDocument/2006/relationships/image" Target="../media/image382.png"/><Relationship Id="rId44" Type="http://schemas.openxmlformats.org/officeDocument/2006/relationships/customXml" Target="../ink/ink392.xml"/><Relationship Id="rId52" Type="http://schemas.openxmlformats.org/officeDocument/2006/relationships/customXml" Target="../ink/ink396.xml"/><Relationship Id="rId60" Type="http://schemas.openxmlformats.org/officeDocument/2006/relationships/customXml" Target="../ink/ink400.xml"/><Relationship Id="rId65" Type="http://schemas.openxmlformats.org/officeDocument/2006/relationships/image" Target="../media/image399.png"/><Relationship Id="rId73" Type="http://schemas.openxmlformats.org/officeDocument/2006/relationships/image" Target="../media/image403.png"/><Relationship Id="rId4" Type="http://schemas.openxmlformats.org/officeDocument/2006/relationships/customXml" Target="../ink/ink372.xml"/><Relationship Id="rId9" Type="http://schemas.openxmlformats.org/officeDocument/2006/relationships/image" Target="../media/image371.png"/><Relationship Id="rId13" Type="http://schemas.openxmlformats.org/officeDocument/2006/relationships/image" Target="../media/image373.png"/><Relationship Id="rId18" Type="http://schemas.openxmlformats.org/officeDocument/2006/relationships/customXml" Target="../ink/ink379.xml"/><Relationship Id="rId39" Type="http://schemas.openxmlformats.org/officeDocument/2006/relationships/image" Target="../media/image386.png"/><Relationship Id="rId34" Type="http://schemas.openxmlformats.org/officeDocument/2006/relationships/customXml" Target="../ink/ink387.xml"/><Relationship Id="rId50" Type="http://schemas.openxmlformats.org/officeDocument/2006/relationships/customXml" Target="../ink/ink395.xml"/><Relationship Id="rId55" Type="http://schemas.openxmlformats.org/officeDocument/2006/relationships/image" Target="../media/image394.png"/><Relationship Id="rId7" Type="http://schemas.openxmlformats.org/officeDocument/2006/relationships/image" Target="../media/image370.png"/><Relationship Id="rId71" Type="http://schemas.openxmlformats.org/officeDocument/2006/relationships/image" Target="../media/image402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14.png"/><Relationship Id="rId21" Type="http://schemas.openxmlformats.org/officeDocument/2006/relationships/customXml" Target="../ink/ink419.xml"/><Relationship Id="rId42" Type="http://schemas.openxmlformats.org/officeDocument/2006/relationships/image" Target="../media/image422.png"/><Relationship Id="rId47" Type="http://schemas.openxmlformats.org/officeDocument/2006/relationships/customXml" Target="../ink/ink432.xml"/><Relationship Id="rId63" Type="http://schemas.openxmlformats.org/officeDocument/2006/relationships/customXml" Target="../ink/ink440.xml"/><Relationship Id="rId68" Type="http://schemas.openxmlformats.org/officeDocument/2006/relationships/image" Target="../media/image435.png"/><Relationship Id="rId84" Type="http://schemas.openxmlformats.org/officeDocument/2006/relationships/customXml" Target="../ink/ink451.xml"/><Relationship Id="rId89" Type="http://schemas.openxmlformats.org/officeDocument/2006/relationships/image" Target="../media/image445.png"/><Relationship Id="rId16" Type="http://schemas.openxmlformats.org/officeDocument/2006/relationships/customXml" Target="../ink/ink415.xml"/><Relationship Id="rId107" Type="http://schemas.openxmlformats.org/officeDocument/2006/relationships/image" Target="../media/image454.png"/><Relationship Id="rId11" Type="http://schemas.openxmlformats.org/officeDocument/2006/relationships/image" Target="../media/image409.png"/><Relationship Id="rId32" Type="http://schemas.openxmlformats.org/officeDocument/2006/relationships/image" Target="../media/image417.png"/><Relationship Id="rId37" Type="http://schemas.openxmlformats.org/officeDocument/2006/relationships/customXml" Target="../ink/ink427.xml"/><Relationship Id="rId53" Type="http://schemas.openxmlformats.org/officeDocument/2006/relationships/customXml" Target="../ink/ink435.xml"/><Relationship Id="rId58" Type="http://schemas.openxmlformats.org/officeDocument/2006/relationships/image" Target="../media/image430.png"/><Relationship Id="rId74" Type="http://schemas.openxmlformats.org/officeDocument/2006/relationships/customXml" Target="../ink/ink446.xml"/><Relationship Id="rId79" Type="http://schemas.openxmlformats.org/officeDocument/2006/relationships/image" Target="../media/image440.png"/><Relationship Id="rId102" Type="http://schemas.openxmlformats.org/officeDocument/2006/relationships/customXml" Target="../ink/ink460.xml"/><Relationship Id="rId5" Type="http://schemas.openxmlformats.org/officeDocument/2006/relationships/image" Target="../media/image406.png"/><Relationship Id="rId90" Type="http://schemas.openxmlformats.org/officeDocument/2006/relationships/customXml" Target="../ink/ink454.xml"/><Relationship Id="rId95" Type="http://schemas.openxmlformats.org/officeDocument/2006/relationships/image" Target="../media/image448.png"/><Relationship Id="rId22" Type="http://schemas.openxmlformats.org/officeDocument/2006/relationships/image" Target="../media/image412.png"/><Relationship Id="rId27" Type="http://schemas.openxmlformats.org/officeDocument/2006/relationships/customXml" Target="../ink/ink422.xml"/><Relationship Id="rId43" Type="http://schemas.openxmlformats.org/officeDocument/2006/relationships/customXml" Target="../ink/ink430.xml"/><Relationship Id="rId48" Type="http://schemas.openxmlformats.org/officeDocument/2006/relationships/image" Target="../media/image425.png"/><Relationship Id="rId64" Type="http://schemas.openxmlformats.org/officeDocument/2006/relationships/image" Target="../media/image433.png"/><Relationship Id="rId69" Type="http://schemas.openxmlformats.org/officeDocument/2006/relationships/customXml" Target="../ink/ink443.xml"/><Relationship Id="rId80" Type="http://schemas.openxmlformats.org/officeDocument/2006/relationships/customXml" Target="../ink/ink449.xml"/><Relationship Id="rId85" Type="http://schemas.openxmlformats.org/officeDocument/2006/relationships/image" Target="../media/image443.png"/><Relationship Id="rId12" Type="http://schemas.openxmlformats.org/officeDocument/2006/relationships/customXml" Target="../ink/ink413.xml"/><Relationship Id="rId17" Type="http://schemas.openxmlformats.org/officeDocument/2006/relationships/customXml" Target="../ink/ink416.xml"/><Relationship Id="rId33" Type="http://schemas.openxmlformats.org/officeDocument/2006/relationships/customXml" Target="../ink/ink425.xml"/><Relationship Id="rId38" Type="http://schemas.openxmlformats.org/officeDocument/2006/relationships/image" Target="../media/image420.png"/><Relationship Id="rId59" Type="http://schemas.openxmlformats.org/officeDocument/2006/relationships/customXml" Target="../ink/ink438.xml"/><Relationship Id="rId103" Type="http://schemas.openxmlformats.org/officeDocument/2006/relationships/image" Target="../media/image452.png"/><Relationship Id="rId108" Type="http://schemas.openxmlformats.org/officeDocument/2006/relationships/customXml" Target="../ink/ink463.xml"/><Relationship Id="rId54" Type="http://schemas.openxmlformats.org/officeDocument/2006/relationships/image" Target="../media/image428.png"/><Relationship Id="rId70" Type="http://schemas.openxmlformats.org/officeDocument/2006/relationships/image" Target="../media/image436.png"/><Relationship Id="rId75" Type="http://schemas.openxmlformats.org/officeDocument/2006/relationships/image" Target="../media/image438.png"/><Relationship Id="rId91" Type="http://schemas.openxmlformats.org/officeDocument/2006/relationships/image" Target="../media/image446.png"/><Relationship Id="rId96" Type="http://schemas.openxmlformats.org/officeDocument/2006/relationships/customXml" Target="../ink/ink45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10.xml"/><Relationship Id="rId15" Type="http://schemas.openxmlformats.org/officeDocument/2006/relationships/image" Target="../media/image189.png"/><Relationship Id="rId23" Type="http://schemas.openxmlformats.org/officeDocument/2006/relationships/customXml" Target="../ink/ink420.xml"/><Relationship Id="rId28" Type="http://schemas.openxmlformats.org/officeDocument/2006/relationships/image" Target="../media/image415.png"/><Relationship Id="rId36" Type="http://schemas.openxmlformats.org/officeDocument/2006/relationships/image" Target="../media/image419.png"/><Relationship Id="rId49" Type="http://schemas.openxmlformats.org/officeDocument/2006/relationships/customXml" Target="../ink/ink433.xml"/><Relationship Id="rId57" Type="http://schemas.openxmlformats.org/officeDocument/2006/relationships/customXml" Target="../ink/ink437.xml"/><Relationship Id="rId106" Type="http://schemas.openxmlformats.org/officeDocument/2006/relationships/customXml" Target="../ink/ink462.xml"/><Relationship Id="rId10" Type="http://schemas.openxmlformats.org/officeDocument/2006/relationships/customXml" Target="../ink/ink412.xml"/><Relationship Id="rId31" Type="http://schemas.openxmlformats.org/officeDocument/2006/relationships/customXml" Target="../ink/ink424.xml"/><Relationship Id="rId44" Type="http://schemas.openxmlformats.org/officeDocument/2006/relationships/image" Target="../media/image423.png"/><Relationship Id="rId52" Type="http://schemas.openxmlformats.org/officeDocument/2006/relationships/image" Target="../media/image427.png"/><Relationship Id="rId60" Type="http://schemas.openxmlformats.org/officeDocument/2006/relationships/image" Target="../media/image431.png"/><Relationship Id="rId65" Type="http://schemas.openxmlformats.org/officeDocument/2006/relationships/customXml" Target="../ink/ink441.xml"/><Relationship Id="rId73" Type="http://schemas.openxmlformats.org/officeDocument/2006/relationships/image" Target="../media/image437.png"/><Relationship Id="rId78" Type="http://schemas.openxmlformats.org/officeDocument/2006/relationships/customXml" Target="../ink/ink448.xml"/><Relationship Id="rId81" Type="http://schemas.openxmlformats.org/officeDocument/2006/relationships/image" Target="../media/image441.png"/><Relationship Id="rId86" Type="http://schemas.openxmlformats.org/officeDocument/2006/relationships/customXml" Target="../ink/ink452.xml"/><Relationship Id="rId94" Type="http://schemas.openxmlformats.org/officeDocument/2006/relationships/customXml" Target="../ink/ink456.xml"/><Relationship Id="rId99" Type="http://schemas.openxmlformats.org/officeDocument/2006/relationships/image" Target="../media/image450.png"/><Relationship Id="rId101" Type="http://schemas.openxmlformats.org/officeDocument/2006/relationships/image" Target="../media/image451.png"/><Relationship Id="rId4" Type="http://schemas.openxmlformats.org/officeDocument/2006/relationships/customXml" Target="../ink/ink409.xml"/><Relationship Id="rId9" Type="http://schemas.openxmlformats.org/officeDocument/2006/relationships/image" Target="../media/image408.png"/><Relationship Id="rId13" Type="http://schemas.openxmlformats.org/officeDocument/2006/relationships/image" Target="../media/image410.png"/><Relationship Id="rId18" Type="http://schemas.openxmlformats.org/officeDocument/2006/relationships/image" Target="../media/image411.png"/><Relationship Id="rId39" Type="http://schemas.openxmlformats.org/officeDocument/2006/relationships/customXml" Target="../ink/ink428.xml"/><Relationship Id="rId109" Type="http://schemas.openxmlformats.org/officeDocument/2006/relationships/image" Target="../media/image455.png"/><Relationship Id="rId34" Type="http://schemas.openxmlformats.org/officeDocument/2006/relationships/image" Target="../media/image418.png"/><Relationship Id="rId50" Type="http://schemas.openxmlformats.org/officeDocument/2006/relationships/image" Target="../media/image426.png"/><Relationship Id="rId55" Type="http://schemas.openxmlformats.org/officeDocument/2006/relationships/customXml" Target="../ink/ink436.xml"/><Relationship Id="rId76" Type="http://schemas.openxmlformats.org/officeDocument/2006/relationships/customXml" Target="../ink/ink447.xml"/><Relationship Id="rId97" Type="http://schemas.openxmlformats.org/officeDocument/2006/relationships/image" Target="../media/image449.png"/><Relationship Id="rId104" Type="http://schemas.openxmlformats.org/officeDocument/2006/relationships/customXml" Target="../ink/ink461.xml"/><Relationship Id="rId7" Type="http://schemas.openxmlformats.org/officeDocument/2006/relationships/image" Target="../media/image407.png"/><Relationship Id="rId71" Type="http://schemas.openxmlformats.org/officeDocument/2006/relationships/customXml" Target="../ink/ink444.xml"/><Relationship Id="rId92" Type="http://schemas.openxmlformats.org/officeDocument/2006/relationships/customXml" Target="../ink/ink455.xml"/><Relationship Id="rId2" Type="http://schemas.openxmlformats.org/officeDocument/2006/relationships/customXml" Target="../ink/ink408.xml"/><Relationship Id="rId29" Type="http://schemas.openxmlformats.org/officeDocument/2006/relationships/customXml" Target="../ink/ink423.xml"/><Relationship Id="rId24" Type="http://schemas.openxmlformats.org/officeDocument/2006/relationships/image" Target="../media/image413.png"/><Relationship Id="rId40" Type="http://schemas.openxmlformats.org/officeDocument/2006/relationships/image" Target="../media/image421.png"/><Relationship Id="rId45" Type="http://schemas.openxmlformats.org/officeDocument/2006/relationships/customXml" Target="../ink/ink431.xml"/><Relationship Id="rId66" Type="http://schemas.openxmlformats.org/officeDocument/2006/relationships/image" Target="../media/image434.png"/><Relationship Id="rId87" Type="http://schemas.openxmlformats.org/officeDocument/2006/relationships/image" Target="../media/image444.png"/><Relationship Id="rId110" Type="http://schemas.openxmlformats.org/officeDocument/2006/relationships/customXml" Target="../ink/ink464.xml"/><Relationship Id="rId61" Type="http://schemas.openxmlformats.org/officeDocument/2006/relationships/customXml" Target="../ink/ink439.xml"/><Relationship Id="rId82" Type="http://schemas.openxmlformats.org/officeDocument/2006/relationships/customXml" Target="../ink/ink450.xml"/><Relationship Id="rId19" Type="http://schemas.openxmlformats.org/officeDocument/2006/relationships/customXml" Target="../ink/ink417.xml"/><Relationship Id="rId14" Type="http://schemas.openxmlformats.org/officeDocument/2006/relationships/customXml" Target="../ink/ink414.xml"/><Relationship Id="rId30" Type="http://schemas.openxmlformats.org/officeDocument/2006/relationships/image" Target="../media/image416.png"/><Relationship Id="rId35" Type="http://schemas.openxmlformats.org/officeDocument/2006/relationships/customXml" Target="../ink/ink426.xml"/><Relationship Id="rId56" Type="http://schemas.openxmlformats.org/officeDocument/2006/relationships/image" Target="../media/image429.png"/><Relationship Id="rId77" Type="http://schemas.openxmlformats.org/officeDocument/2006/relationships/image" Target="../media/image439.png"/><Relationship Id="rId100" Type="http://schemas.openxmlformats.org/officeDocument/2006/relationships/customXml" Target="../ink/ink459.xml"/><Relationship Id="rId105" Type="http://schemas.openxmlformats.org/officeDocument/2006/relationships/image" Target="../media/image453.png"/><Relationship Id="rId8" Type="http://schemas.openxmlformats.org/officeDocument/2006/relationships/customXml" Target="../ink/ink411.xml"/><Relationship Id="rId51" Type="http://schemas.openxmlformats.org/officeDocument/2006/relationships/customXml" Target="../ink/ink434.xml"/><Relationship Id="rId72" Type="http://schemas.openxmlformats.org/officeDocument/2006/relationships/customXml" Target="../ink/ink445.xml"/><Relationship Id="rId93" Type="http://schemas.openxmlformats.org/officeDocument/2006/relationships/image" Target="../media/image447.png"/><Relationship Id="rId98" Type="http://schemas.openxmlformats.org/officeDocument/2006/relationships/customXml" Target="../ink/ink458.xml"/><Relationship Id="rId3" Type="http://schemas.openxmlformats.org/officeDocument/2006/relationships/image" Target="../media/image405.png"/><Relationship Id="rId25" Type="http://schemas.openxmlformats.org/officeDocument/2006/relationships/customXml" Target="../ink/ink421.xml"/><Relationship Id="rId46" Type="http://schemas.openxmlformats.org/officeDocument/2006/relationships/image" Target="../media/image424.png"/><Relationship Id="rId67" Type="http://schemas.openxmlformats.org/officeDocument/2006/relationships/customXml" Target="../ink/ink442.xml"/><Relationship Id="rId20" Type="http://schemas.openxmlformats.org/officeDocument/2006/relationships/customXml" Target="../ink/ink418.xml"/><Relationship Id="rId41" Type="http://schemas.openxmlformats.org/officeDocument/2006/relationships/customXml" Target="../ink/ink429.xml"/><Relationship Id="rId62" Type="http://schemas.openxmlformats.org/officeDocument/2006/relationships/image" Target="../media/image432.png"/><Relationship Id="rId83" Type="http://schemas.openxmlformats.org/officeDocument/2006/relationships/image" Target="../media/image442.png"/><Relationship Id="rId88" Type="http://schemas.openxmlformats.org/officeDocument/2006/relationships/customXml" Target="../ink/ink453.xml"/><Relationship Id="rId111" Type="http://schemas.openxmlformats.org/officeDocument/2006/relationships/image" Target="../media/image456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28.xml"/><Relationship Id="rId299" Type="http://schemas.openxmlformats.org/officeDocument/2006/relationships/customXml" Target="../ink/ink621.xml"/><Relationship Id="rId21" Type="http://schemas.openxmlformats.org/officeDocument/2006/relationships/image" Target="../media/image466.png"/><Relationship Id="rId63" Type="http://schemas.openxmlformats.org/officeDocument/2006/relationships/customXml" Target="../ink/ink501.xml"/><Relationship Id="rId159" Type="http://schemas.openxmlformats.org/officeDocument/2006/relationships/customXml" Target="../ink/ink549.xml"/><Relationship Id="rId324" Type="http://schemas.openxmlformats.org/officeDocument/2006/relationships/image" Target="../media/image609.png"/><Relationship Id="rId366" Type="http://schemas.openxmlformats.org/officeDocument/2006/relationships/image" Target="../media/image630.png"/><Relationship Id="rId170" Type="http://schemas.openxmlformats.org/officeDocument/2006/relationships/image" Target="../media/image534.png"/><Relationship Id="rId226" Type="http://schemas.openxmlformats.org/officeDocument/2006/relationships/image" Target="../media/image562.png"/><Relationship Id="rId268" Type="http://schemas.openxmlformats.org/officeDocument/2006/relationships/image" Target="../media/image581.png"/><Relationship Id="rId32" Type="http://schemas.openxmlformats.org/officeDocument/2006/relationships/image" Target="../media/image470.png"/><Relationship Id="rId74" Type="http://schemas.openxmlformats.org/officeDocument/2006/relationships/image" Target="../media/image486.png"/><Relationship Id="rId128" Type="http://schemas.openxmlformats.org/officeDocument/2006/relationships/image" Target="../media/image513.png"/><Relationship Id="rId335" Type="http://schemas.openxmlformats.org/officeDocument/2006/relationships/customXml" Target="../ink/ink639.xml"/><Relationship Id="rId377" Type="http://schemas.openxmlformats.org/officeDocument/2006/relationships/customXml" Target="../ink/ink660.xml"/><Relationship Id="rId5" Type="http://schemas.openxmlformats.org/officeDocument/2006/relationships/image" Target="../media/image458.png"/><Relationship Id="rId181" Type="http://schemas.openxmlformats.org/officeDocument/2006/relationships/customXml" Target="../ink/ink560.xml"/><Relationship Id="rId237" Type="http://schemas.openxmlformats.org/officeDocument/2006/relationships/image" Target="../media/image566.png"/><Relationship Id="rId279" Type="http://schemas.openxmlformats.org/officeDocument/2006/relationships/customXml" Target="../ink/ink611.xml"/><Relationship Id="rId43" Type="http://schemas.openxmlformats.org/officeDocument/2006/relationships/image" Target="../media/image475.png"/><Relationship Id="rId139" Type="http://schemas.openxmlformats.org/officeDocument/2006/relationships/customXml" Target="../ink/ink539.xml"/><Relationship Id="rId290" Type="http://schemas.openxmlformats.org/officeDocument/2006/relationships/image" Target="../media/image592.png"/><Relationship Id="rId304" Type="http://schemas.openxmlformats.org/officeDocument/2006/relationships/image" Target="../media/image599.png"/><Relationship Id="rId346" Type="http://schemas.openxmlformats.org/officeDocument/2006/relationships/image" Target="../media/image620.png"/><Relationship Id="rId388" Type="http://schemas.openxmlformats.org/officeDocument/2006/relationships/image" Target="../media/image641.png"/><Relationship Id="rId85" Type="http://schemas.openxmlformats.org/officeDocument/2006/relationships/customXml" Target="../ink/ink512.xml"/><Relationship Id="rId150" Type="http://schemas.openxmlformats.org/officeDocument/2006/relationships/image" Target="../media/image524.png"/><Relationship Id="rId192" Type="http://schemas.openxmlformats.org/officeDocument/2006/relationships/image" Target="../media/image545.png"/><Relationship Id="rId206" Type="http://schemas.openxmlformats.org/officeDocument/2006/relationships/image" Target="../media/image552.png"/><Relationship Id="rId248" Type="http://schemas.openxmlformats.org/officeDocument/2006/relationships/image" Target="../media/image571.png"/><Relationship Id="rId12" Type="http://schemas.openxmlformats.org/officeDocument/2006/relationships/customXml" Target="../ink/ink470.xml"/><Relationship Id="rId108" Type="http://schemas.openxmlformats.org/officeDocument/2006/relationships/image" Target="../media/image503.png"/><Relationship Id="rId315" Type="http://schemas.openxmlformats.org/officeDocument/2006/relationships/customXml" Target="../ink/ink629.xml"/><Relationship Id="rId357" Type="http://schemas.openxmlformats.org/officeDocument/2006/relationships/customXml" Target="../ink/ink650.xml"/><Relationship Id="rId54" Type="http://schemas.openxmlformats.org/officeDocument/2006/relationships/customXml" Target="../ink/ink495.xml"/><Relationship Id="rId96" Type="http://schemas.openxmlformats.org/officeDocument/2006/relationships/image" Target="../media/image497.png"/><Relationship Id="rId161" Type="http://schemas.openxmlformats.org/officeDocument/2006/relationships/customXml" Target="../ink/ink550.xml"/><Relationship Id="rId217" Type="http://schemas.openxmlformats.org/officeDocument/2006/relationships/customXml" Target="../ink/ink578.xml"/><Relationship Id="rId259" Type="http://schemas.openxmlformats.org/officeDocument/2006/relationships/customXml" Target="../ink/ink601.xml"/><Relationship Id="rId23" Type="http://schemas.openxmlformats.org/officeDocument/2006/relationships/image" Target="../media/image189.png"/><Relationship Id="rId119" Type="http://schemas.openxmlformats.org/officeDocument/2006/relationships/customXml" Target="../ink/ink529.xml"/><Relationship Id="rId270" Type="http://schemas.openxmlformats.org/officeDocument/2006/relationships/image" Target="../media/image582.png"/><Relationship Id="rId326" Type="http://schemas.openxmlformats.org/officeDocument/2006/relationships/image" Target="../media/image610.png"/><Relationship Id="rId65" Type="http://schemas.openxmlformats.org/officeDocument/2006/relationships/customXml" Target="../ink/ink502.xml"/><Relationship Id="rId130" Type="http://schemas.openxmlformats.org/officeDocument/2006/relationships/image" Target="../media/image514.png"/><Relationship Id="rId368" Type="http://schemas.openxmlformats.org/officeDocument/2006/relationships/image" Target="../media/image631.png"/><Relationship Id="rId172" Type="http://schemas.openxmlformats.org/officeDocument/2006/relationships/image" Target="../media/image535.png"/><Relationship Id="rId228" Type="http://schemas.openxmlformats.org/officeDocument/2006/relationships/image" Target="../media/image563.png"/><Relationship Id="rId281" Type="http://schemas.openxmlformats.org/officeDocument/2006/relationships/customXml" Target="../ink/ink612.xml"/><Relationship Id="rId337" Type="http://schemas.openxmlformats.org/officeDocument/2006/relationships/customXml" Target="../ink/ink640.xml"/><Relationship Id="rId34" Type="http://schemas.openxmlformats.org/officeDocument/2006/relationships/image" Target="../media/image471.png"/><Relationship Id="rId76" Type="http://schemas.openxmlformats.org/officeDocument/2006/relationships/image" Target="../media/image487.png"/><Relationship Id="rId141" Type="http://schemas.openxmlformats.org/officeDocument/2006/relationships/customXml" Target="../ink/ink540.xml"/><Relationship Id="rId379" Type="http://schemas.openxmlformats.org/officeDocument/2006/relationships/customXml" Target="../ink/ink661.xml"/><Relationship Id="rId7" Type="http://schemas.openxmlformats.org/officeDocument/2006/relationships/image" Target="../media/image459.png"/><Relationship Id="rId183" Type="http://schemas.openxmlformats.org/officeDocument/2006/relationships/customXml" Target="../ink/ink561.xml"/><Relationship Id="rId239" Type="http://schemas.openxmlformats.org/officeDocument/2006/relationships/image" Target="../media/image567.png"/><Relationship Id="rId390" Type="http://schemas.openxmlformats.org/officeDocument/2006/relationships/image" Target="../media/image642.png"/><Relationship Id="rId250" Type="http://schemas.openxmlformats.org/officeDocument/2006/relationships/image" Target="../media/image572.png"/><Relationship Id="rId292" Type="http://schemas.openxmlformats.org/officeDocument/2006/relationships/image" Target="../media/image593.png"/><Relationship Id="rId306" Type="http://schemas.openxmlformats.org/officeDocument/2006/relationships/image" Target="../media/image600.png"/><Relationship Id="rId45" Type="http://schemas.openxmlformats.org/officeDocument/2006/relationships/customXml" Target="../ink/ink488.xml"/><Relationship Id="rId87" Type="http://schemas.openxmlformats.org/officeDocument/2006/relationships/customXml" Target="../ink/ink513.xml"/><Relationship Id="rId110" Type="http://schemas.openxmlformats.org/officeDocument/2006/relationships/image" Target="../media/image504.png"/><Relationship Id="rId348" Type="http://schemas.openxmlformats.org/officeDocument/2006/relationships/image" Target="../media/image621.png"/><Relationship Id="rId152" Type="http://schemas.openxmlformats.org/officeDocument/2006/relationships/image" Target="../media/image525.png"/><Relationship Id="rId194" Type="http://schemas.openxmlformats.org/officeDocument/2006/relationships/image" Target="../media/image546.png"/><Relationship Id="rId208" Type="http://schemas.openxmlformats.org/officeDocument/2006/relationships/image" Target="../media/image553.png"/><Relationship Id="rId261" Type="http://schemas.openxmlformats.org/officeDocument/2006/relationships/customXml" Target="../ink/ink602.xml"/><Relationship Id="rId14" Type="http://schemas.openxmlformats.org/officeDocument/2006/relationships/customXml" Target="../ink/ink471.xml"/><Relationship Id="rId56" Type="http://schemas.openxmlformats.org/officeDocument/2006/relationships/image" Target="../media/image478.png"/><Relationship Id="rId317" Type="http://schemas.openxmlformats.org/officeDocument/2006/relationships/customXml" Target="../ink/ink630.xml"/><Relationship Id="rId359" Type="http://schemas.openxmlformats.org/officeDocument/2006/relationships/customXml" Target="../ink/ink651.xml"/><Relationship Id="rId98" Type="http://schemas.openxmlformats.org/officeDocument/2006/relationships/image" Target="../media/image498.png"/><Relationship Id="rId121" Type="http://schemas.openxmlformats.org/officeDocument/2006/relationships/customXml" Target="../ink/ink530.xml"/><Relationship Id="rId163" Type="http://schemas.openxmlformats.org/officeDocument/2006/relationships/customXml" Target="../ink/ink551.xml"/><Relationship Id="rId219" Type="http://schemas.openxmlformats.org/officeDocument/2006/relationships/customXml" Target="../ink/ink579.xml"/><Relationship Id="rId370" Type="http://schemas.openxmlformats.org/officeDocument/2006/relationships/image" Target="../media/image632.png"/><Relationship Id="rId230" Type="http://schemas.openxmlformats.org/officeDocument/2006/relationships/customXml" Target="../ink/ink585.xml"/><Relationship Id="rId25" Type="http://schemas.openxmlformats.org/officeDocument/2006/relationships/image" Target="../media/image467.png"/><Relationship Id="rId67" Type="http://schemas.openxmlformats.org/officeDocument/2006/relationships/customXml" Target="../ink/ink503.xml"/><Relationship Id="rId272" Type="http://schemas.openxmlformats.org/officeDocument/2006/relationships/image" Target="../media/image583.png"/><Relationship Id="rId328" Type="http://schemas.openxmlformats.org/officeDocument/2006/relationships/image" Target="../media/image611.png"/><Relationship Id="rId132" Type="http://schemas.openxmlformats.org/officeDocument/2006/relationships/image" Target="../media/image515.png"/><Relationship Id="rId174" Type="http://schemas.openxmlformats.org/officeDocument/2006/relationships/image" Target="../media/image536.png"/><Relationship Id="rId381" Type="http://schemas.openxmlformats.org/officeDocument/2006/relationships/customXml" Target="../ink/ink662.xml"/><Relationship Id="rId241" Type="http://schemas.openxmlformats.org/officeDocument/2006/relationships/image" Target="../media/image568.png"/><Relationship Id="rId36" Type="http://schemas.openxmlformats.org/officeDocument/2006/relationships/image" Target="../media/image472.png"/><Relationship Id="rId283" Type="http://schemas.openxmlformats.org/officeDocument/2006/relationships/customXml" Target="../ink/ink613.xml"/><Relationship Id="rId339" Type="http://schemas.openxmlformats.org/officeDocument/2006/relationships/customXml" Target="../ink/ink641.xml"/><Relationship Id="rId78" Type="http://schemas.openxmlformats.org/officeDocument/2006/relationships/image" Target="../media/image488.png"/><Relationship Id="rId101" Type="http://schemas.openxmlformats.org/officeDocument/2006/relationships/customXml" Target="../ink/ink520.xml"/><Relationship Id="rId143" Type="http://schemas.openxmlformats.org/officeDocument/2006/relationships/customXml" Target="../ink/ink541.xml"/><Relationship Id="rId185" Type="http://schemas.openxmlformats.org/officeDocument/2006/relationships/customXml" Target="../ink/ink562.xml"/><Relationship Id="rId350" Type="http://schemas.openxmlformats.org/officeDocument/2006/relationships/image" Target="../media/image622.png"/><Relationship Id="rId9" Type="http://schemas.openxmlformats.org/officeDocument/2006/relationships/image" Target="../media/image460.png"/><Relationship Id="rId210" Type="http://schemas.openxmlformats.org/officeDocument/2006/relationships/image" Target="../media/image554.png"/><Relationship Id="rId252" Type="http://schemas.openxmlformats.org/officeDocument/2006/relationships/image" Target="../media/image573.png"/><Relationship Id="rId294" Type="http://schemas.openxmlformats.org/officeDocument/2006/relationships/image" Target="../media/image594.png"/><Relationship Id="rId308" Type="http://schemas.openxmlformats.org/officeDocument/2006/relationships/image" Target="../media/image601.png"/><Relationship Id="rId47" Type="http://schemas.openxmlformats.org/officeDocument/2006/relationships/customXml" Target="../ink/ink489.xml"/><Relationship Id="rId89" Type="http://schemas.openxmlformats.org/officeDocument/2006/relationships/customXml" Target="../ink/ink514.xml"/><Relationship Id="rId112" Type="http://schemas.openxmlformats.org/officeDocument/2006/relationships/image" Target="../media/image505.png"/><Relationship Id="rId154" Type="http://schemas.openxmlformats.org/officeDocument/2006/relationships/image" Target="../media/image526.png"/><Relationship Id="rId361" Type="http://schemas.openxmlformats.org/officeDocument/2006/relationships/customXml" Target="../ink/ink652.xml"/><Relationship Id="rId196" Type="http://schemas.openxmlformats.org/officeDocument/2006/relationships/image" Target="../media/image547.png"/><Relationship Id="rId200" Type="http://schemas.openxmlformats.org/officeDocument/2006/relationships/image" Target="../media/image549.png"/><Relationship Id="rId382" Type="http://schemas.openxmlformats.org/officeDocument/2006/relationships/image" Target="../media/image638.png"/><Relationship Id="rId16" Type="http://schemas.openxmlformats.org/officeDocument/2006/relationships/customXml" Target="../ink/ink472.xml"/><Relationship Id="rId221" Type="http://schemas.openxmlformats.org/officeDocument/2006/relationships/customXml" Target="../ink/ink580.xml"/><Relationship Id="rId242" Type="http://schemas.openxmlformats.org/officeDocument/2006/relationships/customXml" Target="../ink/ink592.xml"/><Relationship Id="rId263" Type="http://schemas.openxmlformats.org/officeDocument/2006/relationships/customXml" Target="../ink/ink603.xml"/><Relationship Id="rId284" Type="http://schemas.openxmlformats.org/officeDocument/2006/relationships/image" Target="../media/image589.png"/><Relationship Id="rId319" Type="http://schemas.openxmlformats.org/officeDocument/2006/relationships/customXml" Target="../ink/ink631.xml"/><Relationship Id="rId37" Type="http://schemas.openxmlformats.org/officeDocument/2006/relationships/customXml" Target="../ink/ink483.xml"/><Relationship Id="rId58" Type="http://schemas.openxmlformats.org/officeDocument/2006/relationships/image" Target="../media/image479.png"/><Relationship Id="rId79" Type="http://schemas.openxmlformats.org/officeDocument/2006/relationships/customXml" Target="../ink/ink509.xml"/><Relationship Id="rId102" Type="http://schemas.openxmlformats.org/officeDocument/2006/relationships/image" Target="../media/image500.png"/><Relationship Id="rId123" Type="http://schemas.openxmlformats.org/officeDocument/2006/relationships/customXml" Target="../ink/ink531.xml"/><Relationship Id="rId144" Type="http://schemas.openxmlformats.org/officeDocument/2006/relationships/image" Target="../media/image521.png"/><Relationship Id="rId330" Type="http://schemas.openxmlformats.org/officeDocument/2006/relationships/image" Target="../media/image612.png"/><Relationship Id="rId90" Type="http://schemas.openxmlformats.org/officeDocument/2006/relationships/image" Target="../media/image494.png"/><Relationship Id="rId165" Type="http://schemas.openxmlformats.org/officeDocument/2006/relationships/customXml" Target="../ink/ink552.xml"/><Relationship Id="rId186" Type="http://schemas.openxmlformats.org/officeDocument/2006/relationships/image" Target="../media/image542.png"/><Relationship Id="rId351" Type="http://schemas.openxmlformats.org/officeDocument/2006/relationships/customXml" Target="../ink/ink647.xml"/><Relationship Id="rId372" Type="http://schemas.openxmlformats.org/officeDocument/2006/relationships/image" Target="../media/image633.png"/><Relationship Id="rId211" Type="http://schemas.openxmlformats.org/officeDocument/2006/relationships/customXml" Target="../ink/ink575.xml"/><Relationship Id="rId232" Type="http://schemas.openxmlformats.org/officeDocument/2006/relationships/customXml" Target="../ink/ink587.xml"/><Relationship Id="rId253" Type="http://schemas.openxmlformats.org/officeDocument/2006/relationships/customXml" Target="../ink/ink598.xml"/><Relationship Id="rId274" Type="http://schemas.openxmlformats.org/officeDocument/2006/relationships/image" Target="../media/image584.png"/><Relationship Id="rId295" Type="http://schemas.openxmlformats.org/officeDocument/2006/relationships/customXml" Target="../ink/ink619.xml"/><Relationship Id="rId309" Type="http://schemas.openxmlformats.org/officeDocument/2006/relationships/customXml" Target="../ink/ink626.xml"/><Relationship Id="rId27" Type="http://schemas.openxmlformats.org/officeDocument/2006/relationships/image" Target="../media/image468.png"/><Relationship Id="rId48" Type="http://schemas.openxmlformats.org/officeDocument/2006/relationships/customXml" Target="../ink/ink490.xml"/><Relationship Id="rId69" Type="http://schemas.openxmlformats.org/officeDocument/2006/relationships/customXml" Target="../ink/ink504.xml"/><Relationship Id="rId113" Type="http://schemas.openxmlformats.org/officeDocument/2006/relationships/customXml" Target="../ink/ink526.xml"/><Relationship Id="rId134" Type="http://schemas.openxmlformats.org/officeDocument/2006/relationships/image" Target="../media/image516.png"/><Relationship Id="rId320" Type="http://schemas.openxmlformats.org/officeDocument/2006/relationships/image" Target="../media/image607.png"/><Relationship Id="rId80" Type="http://schemas.openxmlformats.org/officeDocument/2006/relationships/image" Target="../media/image489.png"/><Relationship Id="rId155" Type="http://schemas.openxmlformats.org/officeDocument/2006/relationships/customXml" Target="../ink/ink547.xml"/><Relationship Id="rId176" Type="http://schemas.openxmlformats.org/officeDocument/2006/relationships/image" Target="../media/image537.png"/><Relationship Id="rId197" Type="http://schemas.openxmlformats.org/officeDocument/2006/relationships/customXml" Target="../ink/ink568.xml"/><Relationship Id="rId341" Type="http://schemas.openxmlformats.org/officeDocument/2006/relationships/customXml" Target="../ink/ink642.xml"/><Relationship Id="rId362" Type="http://schemas.openxmlformats.org/officeDocument/2006/relationships/image" Target="../media/image628.png"/><Relationship Id="rId383" Type="http://schemas.openxmlformats.org/officeDocument/2006/relationships/customXml" Target="../ink/ink663.xml"/><Relationship Id="rId201" Type="http://schemas.openxmlformats.org/officeDocument/2006/relationships/customXml" Target="../ink/ink570.xml"/><Relationship Id="rId222" Type="http://schemas.openxmlformats.org/officeDocument/2006/relationships/image" Target="../media/image560.png"/><Relationship Id="rId243" Type="http://schemas.openxmlformats.org/officeDocument/2006/relationships/customXml" Target="../ink/ink593.xml"/><Relationship Id="rId264" Type="http://schemas.openxmlformats.org/officeDocument/2006/relationships/image" Target="../media/image579.png"/><Relationship Id="rId285" Type="http://schemas.openxmlformats.org/officeDocument/2006/relationships/customXml" Target="../ink/ink614.xml"/><Relationship Id="rId17" Type="http://schemas.openxmlformats.org/officeDocument/2006/relationships/image" Target="../media/image464.png"/><Relationship Id="rId38" Type="http://schemas.openxmlformats.org/officeDocument/2006/relationships/customXml" Target="../ink/ink484.xml"/><Relationship Id="rId59" Type="http://schemas.openxmlformats.org/officeDocument/2006/relationships/customXml" Target="../ink/ink498.xml"/><Relationship Id="rId103" Type="http://schemas.openxmlformats.org/officeDocument/2006/relationships/customXml" Target="../ink/ink521.xml"/><Relationship Id="rId124" Type="http://schemas.openxmlformats.org/officeDocument/2006/relationships/image" Target="../media/image511.png"/><Relationship Id="rId310" Type="http://schemas.openxmlformats.org/officeDocument/2006/relationships/image" Target="../media/image602.png"/><Relationship Id="rId70" Type="http://schemas.openxmlformats.org/officeDocument/2006/relationships/image" Target="../media/image484.png"/><Relationship Id="rId91" Type="http://schemas.openxmlformats.org/officeDocument/2006/relationships/customXml" Target="../ink/ink515.xml"/><Relationship Id="rId145" Type="http://schemas.openxmlformats.org/officeDocument/2006/relationships/customXml" Target="../ink/ink542.xml"/><Relationship Id="rId166" Type="http://schemas.openxmlformats.org/officeDocument/2006/relationships/image" Target="../media/image532.png"/><Relationship Id="rId187" Type="http://schemas.openxmlformats.org/officeDocument/2006/relationships/customXml" Target="../ink/ink563.xml"/><Relationship Id="rId331" Type="http://schemas.openxmlformats.org/officeDocument/2006/relationships/customXml" Target="../ink/ink637.xml"/><Relationship Id="rId352" Type="http://schemas.openxmlformats.org/officeDocument/2006/relationships/image" Target="../media/image623.png"/><Relationship Id="rId373" Type="http://schemas.openxmlformats.org/officeDocument/2006/relationships/customXml" Target="../ink/ink658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555.png"/><Relationship Id="rId233" Type="http://schemas.openxmlformats.org/officeDocument/2006/relationships/image" Target="../media/image564.png"/><Relationship Id="rId254" Type="http://schemas.openxmlformats.org/officeDocument/2006/relationships/image" Target="../media/image574.png"/><Relationship Id="rId28" Type="http://schemas.openxmlformats.org/officeDocument/2006/relationships/customXml" Target="../ink/ink478.xml"/><Relationship Id="rId49" Type="http://schemas.openxmlformats.org/officeDocument/2006/relationships/customXml" Target="../ink/ink491.xml"/><Relationship Id="rId114" Type="http://schemas.openxmlformats.org/officeDocument/2006/relationships/image" Target="../media/image506.png"/><Relationship Id="rId275" Type="http://schemas.openxmlformats.org/officeDocument/2006/relationships/customXml" Target="../ink/ink609.xml"/><Relationship Id="rId296" Type="http://schemas.openxmlformats.org/officeDocument/2006/relationships/image" Target="../media/image595.png"/><Relationship Id="rId300" Type="http://schemas.openxmlformats.org/officeDocument/2006/relationships/image" Target="../media/image597.png"/><Relationship Id="rId60" Type="http://schemas.openxmlformats.org/officeDocument/2006/relationships/image" Target="../media/image480.png"/><Relationship Id="rId81" Type="http://schemas.openxmlformats.org/officeDocument/2006/relationships/customXml" Target="../ink/ink510.xml"/><Relationship Id="rId135" Type="http://schemas.openxmlformats.org/officeDocument/2006/relationships/customXml" Target="../ink/ink537.xml"/><Relationship Id="rId156" Type="http://schemas.openxmlformats.org/officeDocument/2006/relationships/image" Target="../media/image527.png"/><Relationship Id="rId177" Type="http://schemas.openxmlformats.org/officeDocument/2006/relationships/customXml" Target="../ink/ink558.xml"/><Relationship Id="rId198" Type="http://schemas.openxmlformats.org/officeDocument/2006/relationships/image" Target="../media/image548.png"/><Relationship Id="rId321" Type="http://schemas.openxmlformats.org/officeDocument/2006/relationships/customXml" Target="../ink/ink632.xml"/><Relationship Id="rId342" Type="http://schemas.openxmlformats.org/officeDocument/2006/relationships/image" Target="../media/image618.png"/><Relationship Id="rId363" Type="http://schemas.openxmlformats.org/officeDocument/2006/relationships/customXml" Target="../ink/ink653.xml"/><Relationship Id="rId384" Type="http://schemas.openxmlformats.org/officeDocument/2006/relationships/image" Target="../media/image639.png"/><Relationship Id="rId202" Type="http://schemas.openxmlformats.org/officeDocument/2006/relationships/image" Target="../media/image550.png"/><Relationship Id="rId223" Type="http://schemas.openxmlformats.org/officeDocument/2006/relationships/customXml" Target="../ink/ink581.xml"/><Relationship Id="rId244" Type="http://schemas.openxmlformats.org/officeDocument/2006/relationships/image" Target="../media/image569.png"/><Relationship Id="rId18" Type="http://schemas.openxmlformats.org/officeDocument/2006/relationships/customXml" Target="../ink/ink473.xml"/><Relationship Id="rId39" Type="http://schemas.openxmlformats.org/officeDocument/2006/relationships/image" Target="../media/image473.png"/><Relationship Id="rId265" Type="http://schemas.openxmlformats.org/officeDocument/2006/relationships/customXml" Target="../ink/ink604.xml"/><Relationship Id="rId286" Type="http://schemas.openxmlformats.org/officeDocument/2006/relationships/image" Target="../media/image590.png"/><Relationship Id="rId50" Type="http://schemas.openxmlformats.org/officeDocument/2006/relationships/image" Target="../media/image477.png"/><Relationship Id="rId104" Type="http://schemas.openxmlformats.org/officeDocument/2006/relationships/image" Target="../media/image501.png"/><Relationship Id="rId125" Type="http://schemas.openxmlformats.org/officeDocument/2006/relationships/customXml" Target="../ink/ink532.xml"/><Relationship Id="rId146" Type="http://schemas.openxmlformats.org/officeDocument/2006/relationships/image" Target="../media/image522.png"/><Relationship Id="rId167" Type="http://schemas.openxmlformats.org/officeDocument/2006/relationships/customXml" Target="../ink/ink553.xml"/><Relationship Id="rId188" Type="http://schemas.openxmlformats.org/officeDocument/2006/relationships/image" Target="../media/image543.png"/><Relationship Id="rId311" Type="http://schemas.openxmlformats.org/officeDocument/2006/relationships/customXml" Target="../ink/ink627.xml"/><Relationship Id="rId332" Type="http://schemas.openxmlformats.org/officeDocument/2006/relationships/image" Target="../media/image613.png"/><Relationship Id="rId353" Type="http://schemas.openxmlformats.org/officeDocument/2006/relationships/customXml" Target="../ink/ink648.xml"/><Relationship Id="rId374" Type="http://schemas.openxmlformats.org/officeDocument/2006/relationships/image" Target="../media/image634.png"/><Relationship Id="rId71" Type="http://schemas.openxmlformats.org/officeDocument/2006/relationships/customXml" Target="../ink/ink505.xml"/><Relationship Id="rId92" Type="http://schemas.openxmlformats.org/officeDocument/2006/relationships/image" Target="../media/image495.png"/><Relationship Id="rId213" Type="http://schemas.openxmlformats.org/officeDocument/2006/relationships/customXml" Target="../ink/ink576.xml"/><Relationship Id="rId234" Type="http://schemas.openxmlformats.org/officeDocument/2006/relationships/customXml" Target="../ink/ink588.xml"/><Relationship Id="rId2" Type="http://schemas.openxmlformats.org/officeDocument/2006/relationships/customXml" Target="../ink/ink465.xml"/><Relationship Id="rId29" Type="http://schemas.openxmlformats.org/officeDocument/2006/relationships/customXml" Target="../ink/ink479.xml"/><Relationship Id="rId255" Type="http://schemas.openxmlformats.org/officeDocument/2006/relationships/customXml" Target="../ink/ink599.xml"/><Relationship Id="rId276" Type="http://schemas.openxmlformats.org/officeDocument/2006/relationships/image" Target="../media/image585.png"/><Relationship Id="rId297" Type="http://schemas.openxmlformats.org/officeDocument/2006/relationships/customXml" Target="../ink/ink620.xml"/><Relationship Id="rId40" Type="http://schemas.openxmlformats.org/officeDocument/2006/relationships/customXml" Target="../ink/ink485.xml"/><Relationship Id="rId115" Type="http://schemas.openxmlformats.org/officeDocument/2006/relationships/customXml" Target="../ink/ink527.xml"/><Relationship Id="rId136" Type="http://schemas.openxmlformats.org/officeDocument/2006/relationships/image" Target="../media/image517.png"/><Relationship Id="rId157" Type="http://schemas.openxmlformats.org/officeDocument/2006/relationships/customXml" Target="../ink/ink548.xml"/><Relationship Id="rId178" Type="http://schemas.openxmlformats.org/officeDocument/2006/relationships/image" Target="../media/image538.png"/><Relationship Id="rId301" Type="http://schemas.openxmlformats.org/officeDocument/2006/relationships/customXml" Target="../ink/ink622.xml"/><Relationship Id="rId322" Type="http://schemas.openxmlformats.org/officeDocument/2006/relationships/image" Target="../media/image608.png"/><Relationship Id="rId343" Type="http://schemas.openxmlformats.org/officeDocument/2006/relationships/customXml" Target="../ink/ink643.xml"/><Relationship Id="rId364" Type="http://schemas.openxmlformats.org/officeDocument/2006/relationships/image" Target="../media/image629.png"/><Relationship Id="rId61" Type="http://schemas.openxmlformats.org/officeDocument/2006/relationships/customXml" Target="../ink/ink499.xml"/><Relationship Id="rId82" Type="http://schemas.openxmlformats.org/officeDocument/2006/relationships/image" Target="../media/image490.png"/><Relationship Id="rId199" Type="http://schemas.openxmlformats.org/officeDocument/2006/relationships/customXml" Target="../ink/ink569.xml"/><Relationship Id="rId203" Type="http://schemas.openxmlformats.org/officeDocument/2006/relationships/customXml" Target="../ink/ink571.xml"/><Relationship Id="rId385" Type="http://schemas.openxmlformats.org/officeDocument/2006/relationships/customXml" Target="../ink/ink664.xml"/><Relationship Id="rId19" Type="http://schemas.openxmlformats.org/officeDocument/2006/relationships/image" Target="../media/image465.png"/><Relationship Id="rId224" Type="http://schemas.openxmlformats.org/officeDocument/2006/relationships/image" Target="../media/image561.png"/><Relationship Id="rId245" Type="http://schemas.openxmlformats.org/officeDocument/2006/relationships/customXml" Target="../ink/ink594.xml"/><Relationship Id="rId266" Type="http://schemas.openxmlformats.org/officeDocument/2006/relationships/image" Target="../media/image580.png"/><Relationship Id="rId287" Type="http://schemas.openxmlformats.org/officeDocument/2006/relationships/customXml" Target="../ink/ink615.xml"/><Relationship Id="rId30" Type="http://schemas.openxmlformats.org/officeDocument/2006/relationships/image" Target="../media/image469.png"/><Relationship Id="rId105" Type="http://schemas.openxmlformats.org/officeDocument/2006/relationships/customXml" Target="../ink/ink522.xml"/><Relationship Id="rId126" Type="http://schemas.openxmlformats.org/officeDocument/2006/relationships/image" Target="../media/image512.png"/><Relationship Id="rId147" Type="http://schemas.openxmlformats.org/officeDocument/2006/relationships/customXml" Target="../ink/ink543.xml"/><Relationship Id="rId168" Type="http://schemas.openxmlformats.org/officeDocument/2006/relationships/image" Target="../media/image533.png"/><Relationship Id="rId312" Type="http://schemas.openxmlformats.org/officeDocument/2006/relationships/image" Target="../media/image603.png"/><Relationship Id="rId333" Type="http://schemas.openxmlformats.org/officeDocument/2006/relationships/customXml" Target="../ink/ink638.xml"/><Relationship Id="rId354" Type="http://schemas.openxmlformats.org/officeDocument/2006/relationships/image" Target="../media/image624.png"/><Relationship Id="rId51" Type="http://schemas.openxmlformats.org/officeDocument/2006/relationships/customXml" Target="../ink/ink492.xml"/><Relationship Id="rId72" Type="http://schemas.openxmlformats.org/officeDocument/2006/relationships/image" Target="../media/image485.png"/><Relationship Id="rId93" Type="http://schemas.openxmlformats.org/officeDocument/2006/relationships/customXml" Target="../ink/ink516.xml"/><Relationship Id="rId189" Type="http://schemas.openxmlformats.org/officeDocument/2006/relationships/customXml" Target="../ink/ink564.xml"/><Relationship Id="rId375" Type="http://schemas.openxmlformats.org/officeDocument/2006/relationships/customXml" Target="../ink/ink659.xml"/><Relationship Id="rId3" Type="http://schemas.openxmlformats.org/officeDocument/2006/relationships/image" Target="../media/image457.png"/><Relationship Id="rId214" Type="http://schemas.openxmlformats.org/officeDocument/2006/relationships/image" Target="../media/image556.png"/><Relationship Id="rId235" Type="http://schemas.openxmlformats.org/officeDocument/2006/relationships/image" Target="../media/image565.png"/><Relationship Id="rId256" Type="http://schemas.openxmlformats.org/officeDocument/2006/relationships/image" Target="../media/image575.png"/><Relationship Id="rId277" Type="http://schemas.openxmlformats.org/officeDocument/2006/relationships/customXml" Target="../ink/ink610.xml"/><Relationship Id="rId298" Type="http://schemas.openxmlformats.org/officeDocument/2006/relationships/image" Target="../media/image596.png"/><Relationship Id="rId116" Type="http://schemas.openxmlformats.org/officeDocument/2006/relationships/image" Target="../media/image507.png"/><Relationship Id="rId137" Type="http://schemas.openxmlformats.org/officeDocument/2006/relationships/customXml" Target="../ink/ink538.xml"/><Relationship Id="rId158" Type="http://schemas.openxmlformats.org/officeDocument/2006/relationships/image" Target="../media/image528.png"/><Relationship Id="rId302" Type="http://schemas.openxmlformats.org/officeDocument/2006/relationships/image" Target="../media/image598.png"/><Relationship Id="rId323" Type="http://schemas.openxmlformats.org/officeDocument/2006/relationships/customXml" Target="../ink/ink633.xml"/><Relationship Id="rId344" Type="http://schemas.openxmlformats.org/officeDocument/2006/relationships/image" Target="../media/image619.png"/><Relationship Id="rId20" Type="http://schemas.openxmlformats.org/officeDocument/2006/relationships/customXml" Target="../ink/ink474.xml"/><Relationship Id="rId41" Type="http://schemas.openxmlformats.org/officeDocument/2006/relationships/image" Target="../media/image474.png"/><Relationship Id="rId62" Type="http://schemas.openxmlformats.org/officeDocument/2006/relationships/customXml" Target="../ink/ink500.xml"/><Relationship Id="rId83" Type="http://schemas.openxmlformats.org/officeDocument/2006/relationships/customXml" Target="../ink/ink511.xml"/><Relationship Id="rId179" Type="http://schemas.openxmlformats.org/officeDocument/2006/relationships/customXml" Target="../ink/ink559.xml"/><Relationship Id="rId365" Type="http://schemas.openxmlformats.org/officeDocument/2006/relationships/customXml" Target="../ink/ink654.xml"/><Relationship Id="rId386" Type="http://schemas.openxmlformats.org/officeDocument/2006/relationships/image" Target="../media/image640.png"/><Relationship Id="rId190" Type="http://schemas.openxmlformats.org/officeDocument/2006/relationships/image" Target="../media/image544.png"/><Relationship Id="rId204" Type="http://schemas.openxmlformats.org/officeDocument/2006/relationships/image" Target="../media/image551.png"/><Relationship Id="rId225" Type="http://schemas.openxmlformats.org/officeDocument/2006/relationships/customXml" Target="../ink/ink582.xml"/><Relationship Id="rId246" Type="http://schemas.openxmlformats.org/officeDocument/2006/relationships/image" Target="../media/image570.png"/><Relationship Id="rId267" Type="http://schemas.openxmlformats.org/officeDocument/2006/relationships/customXml" Target="../ink/ink605.xml"/><Relationship Id="rId288" Type="http://schemas.openxmlformats.org/officeDocument/2006/relationships/image" Target="../media/image591.png"/><Relationship Id="rId106" Type="http://schemas.openxmlformats.org/officeDocument/2006/relationships/image" Target="../media/image502.png"/><Relationship Id="rId127" Type="http://schemas.openxmlformats.org/officeDocument/2006/relationships/customXml" Target="../ink/ink533.xml"/><Relationship Id="rId313" Type="http://schemas.openxmlformats.org/officeDocument/2006/relationships/customXml" Target="../ink/ink628.xml"/><Relationship Id="rId10" Type="http://schemas.openxmlformats.org/officeDocument/2006/relationships/customXml" Target="../ink/ink469.xml"/><Relationship Id="rId31" Type="http://schemas.openxmlformats.org/officeDocument/2006/relationships/customXml" Target="../ink/ink480.xml"/><Relationship Id="rId52" Type="http://schemas.openxmlformats.org/officeDocument/2006/relationships/customXml" Target="../ink/ink493.xml"/><Relationship Id="rId73" Type="http://schemas.openxmlformats.org/officeDocument/2006/relationships/customXml" Target="../ink/ink506.xml"/><Relationship Id="rId94" Type="http://schemas.openxmlformats.org/officeDocument/2006/relationships/image" Target="../media/image496.png"/><Relationship Id="rId148" Type="http://schemas.openxmlformats.org/officeDocument/2006/relationships/image" Target="../media/image523.png"/><Relationship Id="rId169" Type="http://schemas.openxmlformats.org/officeDocument/2006/relationships/customXml" Target="../ink/ink554.xml"/><Relationship Id="rId334" Type="http://schemas.openxmlformats.org/officeDocument/2006/relationships/image" Target="../media/image614.png"/><Relationship Id="rId355" Type="http://schemas.openxmlformats.org/officeDocument/2006/relationships/customXml" Target="../ink/ink649.xml"/><Relationship Id="rId376" Type="http://schemas.openxmlformats.org/officeDocument/2006/relationships/image" Target="../media/image635.png"/><Relationship Id="rId4" Type="http://schemas.openxmlformats.org/officeDocument/2006/relationships/customXml" Target="../ink/ink466.xml"/><Relationship Id="rId180" Type="http://schemas.openxmlformats.org/officeDocument/2006/relationships/image" Target="../media/image539.png"/><Relationship Id="rId215" Type="http://schemas.openxmlformats.org/officeDocument/2006/relationships/customXml" Target="../ink/ink577.xml"/><Relationship Id="rId236" Type="http://schemas.openxmlformats.org/officeDocument/2006/relationships/customXml" Target="../ink/ink589.xml"/><Relationship Id="rId257" Type="http://schemas.openxmlformats.org/officeDocument/2006/relationships/customXml" Target="../ink/ink600.xml"/><Relationship Id="rId278" Type="http://schemas.openxmlformats.org/officeDocument/2006/relationships/image" Target="../media/image586.png"/><Relationship Id="rId303" Type="http://schemas.openxmlformats.org/officeDocument/2006/relationships/customXml" Target="../ink/ink623.xml"/><Relationship Id="rId42" Type="http://schemas.openxmlformats.org/officeDocument/2006/relationships/customXml" Target="../ink/ink486.xml"/><Relationship Id="rId84" Type="http://schemas.openxmlformats.org/officeDocument/2006/relationships/image" Target="../media/image491.png"/><Relationship Id="rId138" Type="http://schemas.openxmlformats.org/officeDocument/2006/relationships/image" Target="../media/image518.png"/><Relationship Id="rId345" Type="http://schemas.openxmlformats.org/officeDocument/2006/relationships/customXml" Target="../ink/ink644.xml"/><Relationship Id="rId387" Type="http://schemas.openxmlformats.org/officeDocument/2006/relationships/customXml" Target="../ink/ink665.xml"/><Relationship Id="rId191" Type="http://schemas.openxmlformats.org/officeDocument/2006/relationships/customXml" Target="../ink/ink565.xml"/><Relationship Id="rId205" Type="http://schemas.openxmlformats.org/officeDocument/2006/relationships/customXml" Target="../ink/ink572.xml"/><Relationship Id="rId247" Type="http://schemas.openxmlformats.org/officeDocument/2006/relationships/customXml" Target="../ink/ink595.xml"/><Relationship Id="rId107" Type="http://schemas.openxmlformats.org/officeDocument/2006/relationships/customXml" Target="../ink/ink523.xml"/><Relationship Id="rId289" Type="http://schemas.openxmlformats.org/officeDocument/2006/relationships/customXml" Target="../ink/ink616.xml"/><Relationship Id="rId11" Type="http://schemas.openxmlformats.org/officeDocument/2006/relationships/image" Target="../media/image461.png"/><Relationship Id="rId53" Type="http://schemas.openxmlformats.org/officeDocument/2006/relationships/customXml" Target="../ink/ink494.xml"/><Relationship Id="rId149" Type="http://schemas.openxmlformats.org/officeDocument/2006/relationships/customXml" Target="../ink/ink544.xml"/><Relationship Id="rId314" Type="http://schemas.openxmlformats.org/officeDocument/2006/relationships/image" Target="../media/image604.png"/><Relationship Id="rId356" Type="http://schemas.openxmlformats.org/officeDocument/2006/relationships/image" Target="../media/image625.png"/><Relationship Id="rId95" Type="http://schemas.openxmlformats.org/officeDocument/2006/relationships/customXml" Target="../ink/ink517.xml"/><Relationship Id="rId160" Type="http://schemas.openxmlformats.org/officeDocument/2006/relationships/image" Target="../media/image529.png"/><Relationship Id="rId216" Type="http://schemas.openxmlformats.org/officeDocument/2006/relationships/image" Target="../media/image557.png"/><Relationship Id="rId258" Type="http://schemas.openxmlformats.org/officeDocument/2006/relationships/image" Target="../media/image576.png"/><Relationship Id="rId22" Type="http://schemas.openxmlformats.org/officeDocument/2006/relationships/customXml" Target="../ink/ink475.xml"/><Relationship Id="rId64" Type="http://schemas.openxmlformats.org/officeDocument/2006/relationships/image" Target="../media/image481.png"/><Relationship Id="rId118" Type="http://schemas.openxmlformats.org/officeDocument/2006/relationships/image" Target="../media/image508.png"/><Relationship Id="rId325" Type="http://schemas.openxmlformats.org/officeDocument/2006/relationships/customXml" Target="../ink/ink634.xml"/><Relationship Id="rId367" Type="http://schemas.openxmlformats.org/officeDocument/2006/relationships/customXml" Target="../ink/ink655.xml"/><Relationship Id="rId171" Type="http://schemas.openxmlformats.org/officeDocument/2006/relationships/customXml" Target="../ink/ink555.xml"/><Relationship Id="rId227" Type="http://schemas.openxmlformats.org/officeDocument/2006/relationships/customXml" Target="../ink/ink583.xml"/><Relationship Id="rId269" Type="http://schemas.openxmlformats.org/officeDocument/2006/relationships/customXml" Target="../ink/ink606.xml"/><Relationship Id="rId33" Type="http://schemas.openxmlformats.org/officeDocument/2006/relationships/customXml" Target="../ink/ink481.xml"/><Relationship Id="rId129" Type="http://schemas.openxmlformats.org/officeDocument/2006/relationships/customXml" Target="../ink/ink534.xml"/><Relationship Id="rId280" Type="http://schemas.openxmlformats.org/officeDocument/2006/relationships/image" Target="../media/image587.png"/><Relationship Id="rId336" Type="http://schemas.openxmlformats.org/officeDocument/2006/relationships/image" Target="../media/image615.png"/><Relationship Id="rId75" Type="http://schemas.openxmlformats.org/officeDocument/2006/relationships/customXml" Target="../ink/ink507.xml"/><Relationship Id="rId140" Type="http://schemas.openxmlformats.org/officeDocument/2006/relationships/image" Target="../media/image519.png"/><Relationship Id="rId182" Type="http://schemas.openxmlformats.org/officeDocument/2006/relationships/image" Target="../media/image540.png"/><Relationship Id="rId378" Type="http://schemas.openxmlformats.org/officeDocument/2006/relationships/image" Target="../media/image636.png"/><Relationship Id="rId6" Type="http://schemas.openxmlformats.org/officeDocument/2006/relationships/customXml" Target="../ink/ink467.xml"/><Relationship Id="rId238" Type="http://schemas.openxmlformats.org/officeDocument/2006/relationships/customXml" Target="../ink/ink590.xml"/><Relationship Id="rId291" Type="http://schemas.openxmlformats.org/officeDocument/2006/relationships/customXml" Target="../ink/ink617.xml"/><Relationship Id="rId305" Type="http://schemas.openxmlformats.org/officeDocument/2006/relationships/customXml" Target="../ink/ink624.xml"/><Relationship Id="rId347" Type="http://schemas.openxmlformats.org/officeDocument/2006/relationships/customXml" Target="../ink/ink645.xml"/><Relationship Id="rId44" Type="http://schemas.openxmlformats.org/officeDocument/2006/relationships/customXml" Target="../ink/ink487.xml"/><Relationship Id="rId86" Type="http://schemas.openxmlformats.org/officeDocument/2006/relationships/image" Target="../media/image492.png"/><Relationship Id="rId151" Type="http://schemas.openxmlformats.org/officeDocument/2006/relationships/customXml" Target="../ink/ink545.xml"/><Relationship Id="rId389" Type="http://schemas.openxmlformats.org/officeDocument/2006/relationships/customXml" Target="../ink/ink666.xml"/><Relationship Id="rId193" Type="http://schemas.openxmlformats.org/officeDocument/2006/relationships/customXml" Target="../ink/ink566.xml"/><Relationship Id="rId207" Type="http://schemas.openxmlformats.org/officeDocument/2006/relationships/customXml" Target="../ink/ink573.xml"/><Relationship Id="rId249" Type="http://schemas.openxmlformats.org/officeDocument/2006/relationships/customXml" Target="../ink/ink596.xml"/><Relationship Id="rId13" Type="http://schemas.openxmlformats.org/officeDocument/2006/relationships/image" Target="../media/image462.png"/><Relationship Id="rId109" Type="http://schemas.openxmlformats.org/officeDocument/2006/relationships/customXml" Target="../ink/ink524.xml"/><Relationship Id="rId260" Type="http://schemas.openxmlformats.org/officeDocument/2006/relationships/image" Target="../media/image577.png"/><Relationship Id="rId316" Type="http://schemas.openxmlformats.org/officeDocument/2006/relationships/image" Target="../media/image605.png"/><Relationship Id="rId55" Type="http://schemas.openxmlformats.org/officeDocument/2006/relationships/customXml" Target="../ink/ink496.xml"/><Relationship Id="rId97" Type="http://schemas.openxmlformats.org/officeDocument/2006/relationships/customXml" Target="../ink/ink518.xml"/><Relationship Id="rId120" Type="http://schemas.openxmlformats.org/officeDocument/2006/relationships/image" Target="../media/image509.png"/><Relationship Id="rId358" Type="http://schemas.openxmlformats.org/officeDocument/2006/relationships/image" Target="../media/image626.png"/><Relationship Id="rId162" Type="http://schemas.openxmlformats.org/officeDocument/2006/relationships/image" Target="../media/image530.png"/><Relationship Id="rId218" Type="http://schemas.openxmlformats.org/officeDocument/2006/relationships/image" Target="../media/image558.png"/><Relationship Id="rId271" Type="http://schemas.openxmlformats.org/officeDocument/2006/relationships/customXml" Target="../ink/ink607.xml"/><Relationship Id="rId24" Type="http://schemas.openxmlformats.org/officeDocument/2006/relationships/customXml" Target="../ink/ink476.xml"/><Relationship Id="rId66" Type="http://schemas.openxmlformats.org/officeDocument/2006/relationships/image" Target="../media/image482.png"/><Relationship Id="rId131" Type="http://schemas.openxmlformats.org/officeDocument/2006/relationships/customXml" Target="../ink/ink535.xml"/><Relationship Id="rId327" Type="http://schemas.openxmlformats.org/officeDocument/2006/relationships/customXml" Target="../ink/ink635.xml"/><Relationship Id="rId369" Type="http://schemas.openxmlformats.org/officeDocument/2006/relationships/customXml" Target="../ink/ink656.xml"/><Relationship Id="rId173" Type="http://schemas.openxmlformats.org/officeDocument/2006/relationships/customXml" Target="../ink/ink556.xml"/><Relationship Id="rId229" Type="http://schemas.openxmlformats.org/officeDocument/2006/relationships/customXml" Target="../ink/ink584.xml"/><Relationship Id="rId380" Type="http://schemas.openxmlformats.org/officeDocument/2006/relationships/image" Target="../media/image637.png"/><Relationship Id="rId240" Type="http://schemas.openxmlformats.org/officeDocument/2006/relationships/customXml" Target="../ink/ink591.xml"/><Relationship Id="rId35" Type="http://schemas.openxmlformats.org/officeDocument/2006/relationships/customXml" Target="../ink/ink482.xml"/><Relationship Id="rId77" Type="http://schemas.openxmlformats.org/officeDocument/2006/relationships/customXml" Target="../ink/ink508.xml"/><Relationship Id="rId100" Type="http://schemas.openxmlformats.org/officeDocument/2006/relationships/image" Target="../media/image499.png"/><Relationship Id="rId282" Type="http://schemas.openxmlformats.org/officeDocument/2006/relationships/image" Target="../media/image588.png"/><Relationship Id="rId338" Type="http://schemas.openxmlformats.org/officeDocument/2006/relationships/image" Target="../media/image616.png"/><Relationship Id="rId8" Type="http://schemas.openxmlformats.org/officeDocument/2006/relationships/customXml" Target="../ink/ink468.xml"/><Relationship Id="rId142" Type="http://schemas.openxmlformats.org/officeDocument/2006/relationships/image" Target="../media/image520.png"/><Relationship Id="rId184" Type="http://schemas.openxmlformats.org/officeDocument/2006/relationships/image" Target="../media/image541.png"/><Relationship Id="rId251" Type="http://schemas.openxmlformats.org/officeDocument/2006/relationships/customXml" Target="../ink/ink597.xml"/><Relationship Id="rId46" Type="http://schemas.openxmlformats.org/officeDocument/2006/relationships/image" Target="../media/image476.png"/><Relationship Id="rId293" Type="http://schemas.openxmlformats.org/officeDocument/2006/relationships/customXml" Target="../ink/ink618.xml"/><Relationship Id="rId307" Type="http://schemas.openxmlformats.org/officeDocument/2006/relationships/customXml" Target="../ink/ink625.xml"/><Relationship Id="rId349" Type="http://schemas.openxmlformats.org/officeDocument/2006/relationships/customXml" Target="../ink/ink646.xml"/><Relationship Id="rId88" Type="http://schemas.openxmlformats.org/officeDocument/2006/relationships/image" Target="../media/image493.png"/><Relationship Id="rId111" Type="http://schemas.openxmlformats.org/officeDocument/2006/relationships/customXml" Target="../ink/ink525.xml"/><Relationship Id="rId153" Type="http://schemas.openxmlformats.org/officeDocument/2006/relationships/customXml" Target="../ink/ink546.xml"/><Relationship Id="rId195" Type="http://schemas.openxmlformats.org/officeDocument/2006/relationships/customXml" Target="../ink/ink567.xml"/><Relationship Id="rId209" Type="http://schemas.openxmlformats.org/officeDocument/2006/relationships/customXml" Target="../ink/ink574.xml"/><Relationship Id="rId360" Type="http://schemas.openxmlformats.org/officeDocument/2006/relationships/image" Target="../media/image627.png"/><Relationship Id="rId220" Type="http://schemas.openxmlformats.org/officeDocument/2006/relationships/image" Target="../media/image559.png"/><Relationship Id="rId15" Type="http://schemas.openxmlformats.org/officeDocument/2006/relationships/image" Target="../media/image463.png"/><Relationship Id="rId57" Type="http://schemas.openxmlformats.org/officeDocument/2006/relationships/customXml" Target="../ink/ink497.xml"/><Relationship Id="rId262" Type="http://schemas.openxmlformats.org/officeDocument/2006/relationships/image" Target="../media/image578.png"/><Relationship Id="rId318" Type="http://schemas.openxmlformats.org/officeDocument/2006/relationships/image" Target="../media/image606.png"/><Relationship Id="rId99" Type="http://schemas.openxmlformats.org/officeDocument/2006/relationships/customXml" Target="../ink/ink519.xml"/><Relationship Id="rId122" Type="http://schemas.openxmlformats.org/officeDocument/2006/relationships/image" Target="../media/image510.png"/><Relationship Id="rId164" Type="http://schemas.openxmlformats.org/officeDocument/2006/relationships/image" Target="../media/image531.png"/><Relationship Id="rId371" Type="http://schemas.openxmlformats.org/officeDocument/2006/relationships/customXml" Target="../ink/ink657.xml"/><Relationship Id="rId26" Type="http://schemas.openxmlformats.org/officeDocument/2006/relationships/customXml" Target="../ink/ink477.xml"/><Relationship Id="rId231" Type="http://schemas.openxmlformats.org/officeDocument/2006/relationships/customXml" Target="../ink/ink586.xml"/><Relationship Id="rId273" Type="http://schemas.openxmlformats.org/officeDocument/2006/relationships/customXml" Target="../ink/ink608.xml"/><Relationship Id="rId329" Type="http://schemas.openxmlformats.org/officeDocument/2006/relationships/customXml" Target="../ink/ink636.xml"/><Relationship Id="rId68" Type="http://schemas.openxmlformats.org/officeDocument/2006/relationships/image" Target="../media/image483.png"/><Relationship Id="rId133" Type="http://schemas.openxmlformats.org/officeDocument/2006/relationships/customXml" Target="../ink/ink536.xml"/><Relationship Id="rId175" Type="http://schemas.openxmlformats.org/officeDocument/2006/relationships/customXml" Target="../ink/ink557.xml"/><Relationship Id="rId340" Type="http://schemas.openxmlformats.org/officeDocument/2006/relationships/image" Target="../media/image6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image" Target="../media/image3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510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3794" y="643467"/>
            <a:ext cx="9600217" cy="3585834"/>
          </a:xfrm>
        </p:spPr>
        <p:txBody>
          <a:bodyPr>
            <a:normAutofit/>
          </a:bodyPr>
          <a:lstStyle/>
          <a:p>
            <a:pPr algn="l"/>
            <a:r>
              <a:rPr lang="ko-KR" altLang="en-US" sz="7200" dirty="0" err="1"/>
              <a:t>셰이더</a:t>
            </a:r>
            <a:r>
              <a:rPr lang="ko-KR" altLang="en-US" sz="7200" dirty="0"/>
              <a:t> 프로그래밍</a:t>
            </a:r>
            <a:br>
              <a:rPr lang="en-US" altLang="ko-KR" sz="7200" dirty="0"/>
            </a:br>
            <a:r>
              <a:rPr lang="en-US" altLang="ko-KR" sz="7200" dirty="0"/>
              <a:t>Lecture8</a:t>
            </a:r>
            <a:endParaRPr lang="ko-KR" altLang="en-US" sz="72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13794" y="4872767"/>
            <a:ext cx="9600217" cy="1424165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/>
              <a:t>2026</a:t>
            </a:r>
            <a:r>
              <a:rPr lang="ko-KR" altLang="en-US" sz="3200" dirty="0"/>
              <a:t>년 </a:t>
            </a:r>
            <a:r>
              <a:rPr lang="en-US" altLang="ko-KR" sz="3200" dirty="0"/>
              <a:t>1</a:t>
            </a:r>
            <a:r>
              <a:rPr lang="ko-KR" altLang="en-US" sz="3200" dirty="0"/>
              <a:t>학기</a:t>
            </a:r>
            <a:endParaRPr lang="en-US" altLang="ko-KR" sz="3200" dirty="0"/>
          </a:p>
          <a:p>
            <a:pPr algn="l"/>
            <a:r>
              <a:rPr lang="ko-KR" altLang="en-US" sz="3200" dirty="0"/>
              <a:t>담당교수 </a:t>
            </a:r>
            <a:r>
              <a:rPr lang="en-US" altLang="ko-KR" sz="3200" dirty="0"/>
              <a:t>: </a:t>
            </a:r>
            <a:r>
              <a:rPr lang="ko-KR" altLang="en-US" sz="3200" dirty="0"/>
              <a:t>게임공학과 이택희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8E9918E-C1BF-EC38-1794-6FB3BCFC95D3}"/>
              </a:ext>
            </a:extLst>
          </p:cNvPr>
          <p:cNvGrpSpPr/>
          <p:nvPr/>
        </p:nvGrpSpPr>
        <p:grpSpPr>
          <a:xfrm>
            <a:off x="8627922" y="455797"/>
            <a:ext cx="583560" cy="388800"/>
            <a:chOff x="8627922" y="455797"/>
            <a:chExt cx="583560" cy="38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9D486B4E-8111-B084-7F3F-2C211B13352A}"/>
                    </a:ext>
                  </a:extLst>
                </p14:cNvPr>
                <p14:cNvContentPartPr/>
                <p14:nvPr/>
              </p14:nvContentPartPr>
              <p14:xfrm>
                <a:off x="8627922" y="479197"/>
                <a:ext cx="174960" cy="22968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9D486B4E-8111-B084-7F3F-2C211B13352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609922" y="461197"/>
                  <a:ext cx="2106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872C0D84-F363-E483-B566-43E5C82A9965}"/>
                    </a:ext>
                  </a:extLst>
                </p14:cNvPr>
                <p14:cNvContentPartPr/>
                <p14:nvPr/>
              </p14:nvContentPartPr>
              <p14:xfrm>
                <a:off x="8826642" y="455797"/>
                <a:ext cx="30240" cy="3445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872C0D84-F363-E483-B566-43E5C82A996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809002" y="437797"/>
                  <a:ext cx="6588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6FBAEB9E-58C5-3A90-11A8-875341BDF6FF}"/>
                    </a:ext>
                  </a:extLst>
                </p14:cNvPr>
                <p14:cNvContentPartPr/>
                <p14:nvPr/>
              </p14:nvContentPartPr>
              <p14:xfrm>
                <a:off x="8949042" y="487477"/>
                <a:ext cx="7920" cy="1580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6FBAEB9E-58C5-3A90-11A8-875341BDF6F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931042" y="469837"/>
                  <a:ext cx="435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287526A9-493F-5E6C-0DB4-7BB933253152}"/>
                    </a:ext>
                  </a:extLst>
                </p14:cNvPr>
                <p14:cNvContentPartPr/>
                <p14:nvPr/>
              </p14:nvContentPartPr>
              <p14:xfrm>
                <a:off x="8932482" y="488557"/>
                <a:ext cx="110160" cy="1317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287526A9-493F-5E6C-0DB4-7BB93325315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914842" y="470557"/>
                  <a:ext cx="1458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1619FC8B-FC69-A8A5-3605-17CE0945A7AF}"/>
                    </a:ext>
                  </a:extLst>
                </p14:cNvPr>
                <p14:cNvContentPartPr/>
                <p14:nvPr/>
              </p14:nvContentPartPr>
              <p14:xfrm>
                <a:off x="9102402" y="463717"/>
                <a:ext cx="35640" cy="2185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1619FC8B-FC69-A8A5-3605-17CE0945A7A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84402" y="446077"/>
                  <a:ext cx="712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6973AFBA-C95C-8B57-56E7-6750586A7540}"/>
                    </a:ext>
                  </a:extLst>
                </p14:cNvPr>
                <p14:cNvContentPartPr/>
                <p14:nvPr/>
              </p14:nvContentPartPr>
              <p14:xfrm>
                <a:off x="9122562" y="598357"/>
                <a:ext cx="80280" cy="262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6973AFBA-C95C-8B57-56E7-6750586A754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104922" y="580717"/>
                  <a:ext cx="1159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6F30FA80-3550-2128-529D-0C2DD9E653DC}"/>
                    </a:ext>
                  </a:extLst>
                </p14:cNvPr>
                <p14:cNvContentPartPr/>
                <p14:nvPr/>
              </p14:nvContentPartPr>
              <p14:xfrm>
                <a:off x="9044082" y="724357"/>
                <a:ext cx="167400" cy="1202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6F30FA80-3550-2128-529D-0C2DD9E653D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26082" y="706717"/>
                  <a:ext cx="20304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D07F06B-8D2B-DDF3-27FC-9FB5198F31F6}"/>
              </a:ext>
            </a:extLst>
          </p:cNvPr>
          <p:cNvGrpSpPr/>
          <p:nvPr/>
        </p:nvGrpSpPr>
        <p:grpSpPr>
          <a:xfrm>
            <a:off x="9794322" y="428077"/>
            <a:ext cx="761760" cy="460080"/>
            <a:chOff x="9794322" y="428077"/>
            <a:chExt cx="761760" cy="46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EDAE5396-9FE6-8A36-A18C-2C18FD6BA172}"/>
                    </a:ext>
                  </a:extLst>
                </p14:cNvPr>
                <p14:cNvContentPartPr/>
                <p14:nvPr/>
              </p14:nvContentPartPr>
              <p14:xfrm>
                <a:off x="9794322" y="428077"/>
                <a:ext cx="13680" cy="3520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EDAE5396-9FE6-8A36-A18C-2C18FD6BA17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776682" y="410077"/>
                  <a:ext cx="493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7105E534-3AC1-FCC6-1A77-786F176896AD}"/>
                    </a:ext>
                  </a:extLst>
                </p14:cNvPr>
                <p14:cNvContentPartPr/>
                <p14:nvPr/>
              </p14:nvContentPartPr>
              <p14:xfrm>
                <a:off x="9998082" y="465517"/>
                <a:ext cx="100800" cy="3326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7105E534-3AC1-FCC6-1A77-786F176896A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980442" y="447877"/>
                  <a:ext cx="1364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0757D526-5912-52AB-1365-C2BA28752C7A}"/>
                    </a:ext>
                  </a:extLst>
                </p14:cNvPr>
                <p14:cNvContentPartPr/>
                <p14:nvPr/>
              </p14:nvContentPartPr>
              <p14:xfrm>
                <a:off x="9987282" y="593677"/>
                <a:ext cx="206640" cy="154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0757D526-5912-52AB-1365-C2BA28752C7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969282" y="576037"/>
                  <a:ext cx="242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03640B64-BDBF-3E70-4592-3E3BB5FE648E}"/>
                    </a:ext>
                  </a:extLst>
                </p14:cNvPr>
                <p14:cNvContentPartPr/>
                <p14:nvPr/>
              </p14:nvContentPartPr>
              <p14:xfrm>
                <a:off x="10264842" y="485677"/>
                <a:ext cx="200520" cy="25380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03640B64-BDBF-3E70-4592-3E3BB5FE648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247202" y="468037"/>
                  <a:ext cx="2361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60DA6BAA-133B-B844-528C-FEC86887B8CE}"/>
                    </a:ext>
                  </a:extLst>
                </p14:cNvPr>
                <p14:cNvContentPartPr/>
                <p14:nvPr/>
              </p14:nvContentPartPr>
              <p14:xfrm>
                <a:off x="10305882" y="776197"/>
                <a:ext cx="250200" cy="1119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60DA6BAA-133B-B844-528C-FEC86887B8C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288242" y="758557"/>
                  <a:ext cx="28584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B630278-CC9F-10E1-2687-68496F11E5F4}"/>
              </a:ext>
            </a:extLst>
          </p:cNvPr>
          <p:cNvGrpSpPr/>
          <p:nvPr/>
        </p:nvGrpSpPr>
        <p:grpSpPr>
          <a:xfrm>
            <a:off x="8332722" y="343117"/>
            <a:ext cx="77760" cy="136440"/>
            <a:chOff x="8332722" y="343117"/>
            <a:chExt cx="77760" cy="13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BB09EDCE-07AB-5472-6D21-2B51A61C5FB5}"/>
                    </a:ext>
                  </a:extLst>
                </p14:cNvPr>
                <p14:cNvContentPartPr/>
                <p14:nvPr/>
              </p14:nvContentPartPr>
              <p14:xfrm>
                <a:off x="8332722" y="343117"/>
                <a:ext cx="54720" cy="896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BB09EDCE-07AB-5472-6D21-2B51A61C5FB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315082" y="325477"/>
                  <a:ext cx="903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C424A5B1-0BE3-A5A4-7D12-758DB23AE224}"/>
                    </a:ext>
                  </a:extLst>
                </p14:cNvPr>
                <p14:cNvContentPartPr/>
                <p14:nvPr/>
              </p14:nvContentPartPr>
              <p14:xfrm>
                <a:off x="8378802" y="384877"/>
                <a:ext cx="31680" cy="946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C424A5B1-0BE3-A5A4-7D12-758DB23AE22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361162" y="366877"/>
                  <a:ext cx="6732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7ECA49F-B345-136C-4E2E-33BDC5260EE0}"/>
              </a:ext>
            </a:extLst>
          </p:cNvPr>
          <p:cNvGrpSpPr/>
          <p:nvPr/>
        </p:nvGrpSpPr>
        <p:grpSpPr>
          <a:xfrm>
            <a:off x="10675242" y="404317"/>
            <a:ext cx="83160" cy="90360"/>
            <a:chOff x="10675242" y="404317"/>
            <a:chExt cx="83160" cy="9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5B160115-38D6-8881-9D6B-2D6AB8CAA68A}"/>
                    </a:ext>
                  </a:extLst>
                </p14:cNvPr>
                <p14:cNvContentPartPr/>
                <p14:nvPr/>
              </p14:nvContentPartPr>
              <p14:xfrm>
                <a:off x="10675242" y="404317"/>
                <a:ext cx="31680" cy="615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5B160115-38D6-8881-9D6B-2D6AB8CAA68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657242" y="386677"/>
                  <a:ext cx="673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7B3B2288-FB69-35DA-CDE5-32CD3827EEBD}"/>
                    </a:ext>
                  </a:extLst>
                </p14:cNvPr>
                <p14:cNvContentPartPr/>
                <p14:nvPr/>
              </p14:nvContentPartPr>
              <p14:xfrm>
                <a:off x="10737522" y="417637"/>
                <a:ext cx="20880" cy="770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7B3B2288-FB69-35DA-CDE5-32CD3827EEB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719882" y="399997"/>
                  <a:ext cx="5652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9300842-DA82-E6CD-4F2D-656601144A70}"/>
              </a:ext>
            </a:extLst>
          </p:cNvPr>
          <p:cNvGrpSpPr/>
          <p:nvPr/>
        </p:nvGrpSpPr>
        <p:grpSpPr>
          <a:xfrm>
            <a:off x="9097362" y="1262917"/>
            <a:ext cx="501840" cy="386640"/>
            <a:chOff x="9097362" y="1262917"/>
            <a:chExt cx="501840" cy="38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3FFC1BE8-18BA-3621-00DF-7FABDBF8C68A}"/>
                    </a:ext>
                  </a:extLst>
                </p14:cNvPr>
                <p14:cNvContentPartPr/>
                <p14:nvPr/>
              </p14:nvContentPartPr>
              <p14:xfrm>
                <a:off x="9130842" y="1262917"/>
                <a:ext cx="171720" cy="1170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3FFC1BE8-18BA-3621-00DF-7FABDBF8C68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112842" y="1245277"/>
                  <a:ext cx="2073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0F582BBA-35FF-EB10-8434-2B3934C8DA78}"/>
                    </a:ext>
                  </a:extLst>
                </p14:cNvPr>
                <p14:cNvContentPartPr/>
                <p14:nvPr/>
              </p14:nvContentPartPr>
              <p14:xfrm>
                <a:off x="9175482" y="1378477"/>
                <a:ext cx="32760" cy="1101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0F582BBA-35FF-EB10-8434-2B3934C8DA7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57842" y="1360477"/>
                  <a:ext cx="684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6E38BDC4-3AEB-CF8F-8BF7-480BBE9287DA}"/>
                    </a:ext>
                  </a:extLst>
                </p14:cNvPr>
                <p14:cNvContentPartPr/>
                <p14:nvPr/>
              </p14:nvContentPartPr>
              <p14:xfrm>
                <a:off x="9097362" y="1481077"/>
                <a:ext cx="227880" cy="86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6E38BDC4-3AEB-CF8F-8BF7-480BBE9287D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079722" y="1463437"/>
                  <a:ext cx="263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610BF980-0608-BA75-09B6-BE927BC96FE2}"/>
                    </a:ext>
                  </a:extLst>
                </p14:cNvPr>
                <p14:cNvContentPartPr/>
                <p14:nvPr/>
              </p14:nvContentPartPr>
              <p14:xfrm>
                <a:off x="9228402" y="1517437"/>
                <a:ext cx="114840" cy="13212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610BF980-0608-BA75-09B6-BE927BC96FE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210762" y="1499797"/>
                  <a:ext cx="1504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8D4EB4F3-07EC-165C-09CA-601E1D7036FD}"/>
                    </a:ext>
                  </a:extLst>
                </p14:cNvPr>
                <p14:cNvContentPartPr/>
                <p14:nvPr/>
              </p14:nvContentPartPr>
              <p14:xfrm>
                <a:off x="9368442" y="1319797"/>
                <a:ext cx="109440" cy="15588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8D4EB4F3-07EC-165C-09CA-601E1D7036F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350442" y="1302157"/>
                  <a:ext cx="1450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E8D0B4A2-59DC-234E-526C-AF1E2DDE8BD4}"/>
                    </a:ext>
                  </a:extLst>
                </p14:cNvPr>
                <p14:cNvContentPartPr/>
                <p14:nvPr/>
              </p14:nvContentPartPr>
              <p14:xfrm>
                <a:off x="9417042" y="1422757"/>
                <a:ext cx="87120" cy="7092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E8D0B4A2-59DC-234E-526C-AF1E2DDE8BD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399402" y="1405117"/>
                  <a:ext cx="1227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7CDFA7A6-10B3-3441-BEC9-D9640A0FFADC}"/>
                    </a:ext>
                  </a:extLst>
                </p14:cNvPr>
                <p14:cNvContentPartPr/>
                <p14:nvPr/>
              </p14:nvContentPartPr>
              <p14:xfrm>
                <a:off x="9552762" y="1290997"/>
                <a:ext cx="46440" cy="34056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7CDFA7A6-10B3-3441-BEC9-D9640A0FFAD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535122" y="1273357"/>
                  <a:ext cx="82080" cy="37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1913EF5-B295-A7E8-8121-CC651012305B}"/>
              </a:ext>
            </a:extLst>
          </p:cNvPr>
          <p:cNvGrpSpPr/>
          <p:nvPr/>
        </p:nvGrpSpPr>
        <p:grpSpPr>
          <a:xfrm>
            <a:off x="10175922" y="1261477"/>
            <a:ext cx="1488960" cy="513360"/>
            <a:chOff x="10175922" y="1261477"/>
            <a:chExt cx="1488960" cy="51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15293D3C-B8F0-CD34-22BC-21DBBBAABECC}"/>
                    </a:ext>
                  </a:extLst>
                </p14:cNvPr>
                <p14:cNvContentPartPr/>
                <p14:nvPr/>
              </p14:nvContentPartPr>
              <p14:xfrm>
                <a:off x="10175922" y="1415917"/>
                <a:ext cx="160560" cy="19116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15293D3C-B8F0-CD34-22BC-21DBBBAABEC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157922" y="1398277"/>
                  <a:ext cx="1962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77F70DAA-DF5C-E990-E0B6-73194F9BCBA6}"/>
                    </a:ext>
                  </a:extLst>
                </p14:cNvPr>
                <p14:cNvContentPartPr/>
                <p14:nvPr/>
              </p14:nvContentPartPr>
              <p14:xfrm>
                <a:off x="10431162" y="1431037"/>
                <a:ext cx="192960" cy="15948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77F70DAA-DF5C-E990-E0B6-73194F9BCBA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413162" y="1413037"/>
                  <a:ext cx="2286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0CAB3C2B-3A2C-7093-183A-82C75B090D70}"/>
                    </a:ext>
                  </a:extLst>
                </p14:cNvPr>
                <p14:cNvContentPartPr/>
                <p14:nvPr/>
              </p14:nvContentPartPr>
              <p14:xfrm>
                <a:off x="10642842" y="1261477"/>
                <a:ext cx="32760" cy="28980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0CAB3C2B-3A2C-7093-183A-82C75B090D7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625202" y="1243837"/>
                  <a:ext cx="684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1B19B560-A5C2-3F00-7C13-511A073F79BF}"/>
                    </a:ext>
                  </a:extLst>
                </p14:cNvPr>
                <p14:cNvContentPartPr/>
                <p14:nvPr/>
              </p14:nvContentPartPr>
              <p14:xfrm>
                <a:off x="10740042" y="1402597"/>
                <a:ext cx="207000" cy="12204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1B19B560-A5C2-3F00-7C13-511A073F79B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722402" y="1384957"/>
                  <a:ext cx="242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7844BBCF-480A-BA21-C1DC-8E1226ACEAE9}"/>
                    </a:ext>
                  </a:extLst>
                </p14:cNvPr>
                <p14:cNvContentPartPr/>
                <p14:nvPr/>
              </p14:nvContentPartPr>
              <p14:xfrm>
                <a:off x="10459962" y="1451917"/>
                <a:ext cx="96120" cy="2520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7844BBCF-480A-BA21-C1DC-8E1226ACEAE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441962" y="1433917"/>
                  <a:ext cx="1317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77E964D9-B785-0270-096A-25C913298B53}"/>
                    </a:ext>
                  </a:extLst>
                </p14:cNvPr>
                <p14:cNvContentPartPr/>
                <p14:nvPr/>
              </p14:nvContentPartPr>
              <p14:xfrm>
                <a:off x="10930482" y="1455157"/>
                <a:ext cx="96120" cy="12708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77E964D9-B785-0270-096A-25C913298B5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912842" y="1437157"/>
                  <a:ext cx="1317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0B35FB34-1686-B5C1-2F46-4F0AE753ED59}"/>
                    </a:ext>
                  </a:extLst>
                </p14:cNvPr>
                <p14:cNvContentPartPr/>
                <p14:nvPr/>
              </p14:nvContentPartPr>
              <p14:xfrm>
                <a:off x="11065482" y="1457317"/>
                <a:ext cx="78480" cy="16848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0B35FB34-1686-B5C1-2F46-4F0AE753ED5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047482" y="1439677"/>
                  <a:ext cx="1141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DF6C7F6D-2FF2-E2ED-B20B-8A5E0A703640}"/>
                    </a:ext>
                  </a:extLst>
                </p14:cNvPr>
                <p14:cNvContentPartPr/>
                <p14:nvPr/>
              </p14:nvContentPartPr>
              <p14:xfrm>
                <a:off x="11281842" y="1633717"/>
                <a:ext cx="26280" cy="540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DF6C7F6D-2FF2-E2ED-B20B-8A5E0A70364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263842" y="1615717"/>
                  <a:ext cx="619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03010875-584F-979C-4F1D-AE386CBAD258}"/>
                    </a:ext>
                  </a:extLst>
                </p14:cNvPr>
                <p14:cNvContentPartPr/>
                <p14:nvPr/>
              </p14:nvContentPartPr>
              <p14:xfrm>
                <a:off x="11394522" y="1653157"/>
                <a:ext cx="7200" cy="36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03010875-584F-979C-4F1D-AE386CBAD25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376522" y="1635517"/>
                  <a:ext cx="42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200019D7-5F60-4F52-3313-776A9DC2D739}"/>
                    </a:ext>
                  </a:extLst>
                </p14:cNvPr>
                <p14:cNvContentPartPr/>
                <p14:nvPr/>
              </p14:nvContentPartPr>
              <p14:xfrm>
                <a:off x="11475882" y="1653877"/>
                <a:ext cx="360" cy="36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200019D7-5F60-4F52-3313-776A9DC2D73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458242" y="163587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2A0C87C6-6468-8571-16FC-260525AE7AB0}"/>
                    </a:ext>
                  </a:extLst>
                </p14:cNvPr>
                <p14:cNvContentPartPr/>
                <p14:nvPr/>
              </p14:nvContentPartPr>
              <p14:xfrm>
                <a:off x="11558682" y="1695637"/>
                <a:ext cx="84600" cy="7920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2A0C87C6-6468-8571-16FC-260525AE7AB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540682" y="1677637"/>
                  <a:ext cx="1202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72A3689E-0322-5159-EF41-CCD8F8D5437F}"/>
                    </a:ext>
                  </a:extLst>
                </p14:cNvPr>
                <p14:cNvContentPartPr/>
                <p14:nvPr/>
              </p14:nvContentPartPr>
              <p14:xfrm>
                <a:off x="11603322" y="1702477"/>
                <a:ext cx="61560" cy="6552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72A3689E-0322-5159-EF41-CCD8F8D5437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585682" y="1684477"/>
                  <a:ext cx="9720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50" name="잉크 49">
                <a:extLst>
                  <a:ext uri="{FF2B5EF4-FFF2-40B4-BE49-F238E27FC236}">
                    <a16:creationId xmlns:a16="http://schemas.microsoft.com/office/drawing/2014/main" id="{5E70B11C-E5B9-9DCC-9808-1C0020BEC753}"/>
                  </a:ext>
                </a:extLst>
              </p14:cNvPr>
              <p14:cNvContentPartPr/>
              <p14:nvPr/>
            </p14:nvContentPartPr>
            <p14:xfrm>
              <a:off x="8306802" y="667477"/>
              <a:ext cx="224640" cy="750960"/>
            </p14:xfrm>
          </p:contentPart>
        </mc:Choice>
        <mc:Fallback>
          <p:pic>
            <p:nvPicPr>
              <p:cNvPr id="50" name="잉크 49">
                <a:extLst>
                  <a:ext uri="{FF2B5EF4-FFF2-40B4-BE49-F238E27FC236}">
                    <a16:creationId xmlns:a16="http://schemas.microsoft.com/office/drawing/2014/main" id="{5E70B11C-E5B9-9DCC-9808-1C0020BEC753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289162" y="649837"/>
                <a:ext cx="260280" cy="78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A56BBA0C-0325-0C42-85A4-3C275ABA28F2}"/>
                  </a:ext>
                </a:extLst>
              </p14:cNvPr>
              <p14:cNvContentPartPr/>
              <p14:nvPr/>
            </p14:nvContentPartPr>
            <p14:xfrm>
              <a:off x="11717442" y="622837"/>
              <a:ext cx="227520" cy="795240"/>
            </p14:xfrm>
          </p:contentPart>
        </mc:Choice>
        <mc:Fallback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A56BBA0C-0325-0C42-85A4-3C275ABA28F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1699802" y="604837"/>
                <a:ext cx="263160" cy="83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52" name="잉크 51">
                <a:extLst>
                  <a:ext uri="{FF2B5EF4-FFF2-40B4-BE49-F238E27FC236}">
                    <a16:creationId xmlns:a16="http://schemas.microsoft.com/office/drawing/2014/main" id="{06962C7C-72B6-9BE2-B38F-6E221FAA0175}"/>
                  </a:ext>
                </a:extLst>
              </p14:cNvPr>
              <p14:cNvContentPartPr/>
              <p14:nvPr/>
            </p14:nvContentPartPr>
            <p14:xfrm>
              <a:off x="9553122" y="2196037"/>
              <a:ext cx="239040" cy="335160"/>
            </p14:xfrm>
          </p:contentPart>
        </mc:Choice>
        <mc:Fallback>
          <p:pic>
            <p:nvPicPr>
              <p:cNvPr id="52" name="잉크 51">
                <a:extLst>
                  <a:ext uri="{FF2B5EF4-FFF2-40B4-BE49-F238E27FC236}">
                    <a16:creationId xmlns:a16="http://schemas.microsoft.com/office/drawing/2014/main" id="{06962C7C-72B6-9BE2-B38F-6E221FAA017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535122" y="2178397"/>
                <a:ext cx="274680" cy="37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그룹 60">
            <a:extLst>
              <a:ext uri="{FF2B5EF4-FFF2-40B4-BE49-F238E27FC236}">
                <a16:creationId xmlns:a16="http://schemas.microsoft.com/office/drawing/2014/main" id="{9415C43E-395E-49D0-CBD3-163DD3446AC8}"/>
              </a:ext>
            </a:extLst>
          </p:cNvPr>
          <p:cNvGrpSpPr/>
          <p:nvPr/>
        </p:nvGrpSpPr>
        <p:grpSpPr>
          <a:xfrm>
            <a:off x="10003482" y="2224477"/>
            <a:ext cx="312480" cy="284400"/>
            <a:chOff x="10003482" y="2224477"/>
            <a:chExt cx="312480" cy="28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57A5239D-5727-F896-4E50-F2F0AF026C60}"/>
                    </a:ext>
                  </a:extLst>
                </p14:cNvPr>
                <p14:cNvContentPartPr/>
                <p14:nvPr/>
              </p14:nvContentPartPr>
              <p14:xfrm>
                <a:off x="10003482" y="2226637"/>
                <a:ext cx="126360" cy="16416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57A5239D-5727-F896-4E50-F2F0AF026C6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985482" y="2208637"/>
                  <a:ext cx="1620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B43411C7-A7CA-16DF-4BA8-8172F07F526F}"/>
                    </a:ext>
                  </a:extLst>
                </p14:cNvPr>
                <p14:cNvContentPartPr/>
                <p14:nvPr/>
              </p14:nvContentPartPr>
              <p14:xfrm>
                <a:off x="10097082" y="2313757"/>
                <a:ext cx="46440" cy="5976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B43411C7-A7CA-16DF-4BA8-8172F07F526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079082" y="2295757"/>
                  <a:ext cx="820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9E7F0D5A-B45D-7488-75C5-F8D729A28890}"/>
                    </a:ext>
                  </a:extLst>
                </p14:cNvPr>
                <p14:cNvContentPartPr/>
                <p14:nvPr/>
              </p14:nvContentPartPr>
              <p14:xfrm>
                <a:off x="10162242" y="2288197"/>
                <a:ext cx="81720" cy="4428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9E7F0D5A-B45D-7488-75C5-F8D729A2889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144242" y="2270197"/>
                  <a:ext cx="117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7B730368-7327-0962-3128-C9F2469BC522}"/>
                    </a:ext>
                  </a:extLst>
                </p14:cNvPr>
                <p14:cNvContentPartPr/>
                <p14:nvPr/>
              </p14:nvContentPartPr>
              <p14:xfrm>
                <a:off x="10251882" y="2224477"/>
                <a:ext cx="11160" cy="12852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7B730368-7327-0962-3128-C9F2469BC52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233882" y="2206837"/>
                  <a:ext cx="468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CC96098A-9E88-66DE-AF05-2122BFD6BAC8}"/>
                    </a:ext>
                  </a:extLst>
                </p14:cNvPr>
                <p14:cNvContentPartPr/>
                <p14:nvPr/>
              </p14:nvContentPartPr>
              <p14:xfrm>
                <a:off x="10186722" y="2453077"/>
                <a:ext cx="129240" cy="5580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CC96098A-9E88-66DE-AF05-2122BFD6BAC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168722" y="2435437"/>
                  <a:ext cx="16488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6C2D53E-52CB-3E70-5C47-EED17804C746}"/>
              </a:ext>
            </a:extLst>
          </p:cNvPr>
          <p:cNvGrpSpPr/>
          <p:nvPr/>
        </p:nvGrpSpPr>
        <p:grpSpPr>
          <a:xfrm>
            <a:off x="9916722" y="2797237"/>
            <a:ext cx="150840" cy="228240"/>
            <a:chOff x="9916722" y="2797237"/>
            <a:chExt cx="15084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93F6161A-2805-EEEF-1DE5-A519EC84CC50}"/>
                    </a:ext>
                  </a:extLst>
                </p14:cNvPr>
                <p14:cNvContentPartPr/>
                <p14:nvPr/>
              </p14:nvContentPartPr>
              <p14:xfrm>
                <a:off x="9957402" y="2797237"/>
                <a:ext cx="11160" cy="18360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93F6161A-2805-EEEF-1DE5-A519EC84CC5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939402" y="2779237"/>
                  <a:ext cx="46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C8BB105A-4BE0-CA73-629F-E70CBB027F61}"/>
                    </a:ext>
                  </a:extLst>
                </p14:cNvPr>
                <p14:cNvContentPartPr/>
                <p14:nvPr/>
              </p14:nvContentPartPr>
              <p14:xfrm>
                <a:off x="9916722" y="2950597"/>
                <a:ext cx="150840" cy="7488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C8BB105A-4BE0-CA73-629F-E70CBB027F6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898722" y="2932957"/>
                  <a:ext cx="18648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37CA349A-4D90-8945-14D3-B4CC276D8CA5}"/>
              </a:ext>
            </a:extLst>
          </p:cNvPr>
          <p:cNvGrpSpPr/>
          <p:nvPr/>
        </p:nvGrpSpPr>
        <p:grpSpPr>
          <a:xfrm>
            <a:off x="9478242" y="3258757"/>
            <a:ext cx="336960" cy="480240"/>
            <a:chOff x="9478242" y="3258757"/>
            <a:chExt cx="336960" cy="48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94146FAE-A3A0-B89D-ACE8-A48FC0211F58}"/>
                    </a:ext>
                  </a:extLst>
                </p14:cNvPr>
                <p14:cNvContentPartPr/>
                <p14:nvPr/>
              </p14:nvContentPartPr>
              <p14:xfrm>
                <a:off x="9478242" y="3258757"/>
                <a:ext cx="165960" cy="45900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94146FAE-A3A0-B89D-ACE8-A48FC0211F5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460242" y="3240757"/>
                  <a:ext cx="20160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607B0D51-6476-3263-4ADB-155C31D3E8C0}"/>
                    </a:ext>
                  </a:extLst>
                </p14:cNvPr>
                <p14:cNvContentPartPr/>
                <p14:nvPr/>
              </p14:nvContentPartPr>
              <p14:xfrm>
                <a:off x="9639882" y="3260917"/>
                <a:ext cx="175320" cy="47808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607B0D51-6476-3263-4ADB-155C31D3E8C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621882" y="3243277"/>
                  <a:ext cx="21096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F1E2899A-3207-D1D5-3DB2-1BEE36E5BEA9}"/>
                    </a:ext>
                  </a:extLst>
                </p14:cNvPr>
                <p14:cNvContentPartPr/>
                <p14:nvPr/>
              </p14:nvContentPartPr>
              <p14:xfrm>
                <a:off x="9557082" y="3533797"/>
                <a:ext cx="227160" cy="4536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F1E2899A-3207-D1D5-3DB2-1BEE36E5BEA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539082" y="3515797"/>
                  <a:ext cx="26280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EE64B189-B2EA-34C9-E739-44FFAB4B3BBC}"/>
              </a:ext>
            </a:extLst>
          </p:cNvPr>
          <p:cNvGrpSpPr/>
          <p:nvPr/>
        </p:nvGrpSpPr>
        <p:grpSpPr>
          <a:xfrm>
            <a:off x="9277362" y="3155437"/>
            <a:ext cx="107640" cy="66240"/>
            <a:chOff x="9277362" y="3155437"/>
            <a:chExt cx="107640" cy="6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E91CC79B-312A-0D3B-803C-37AF60A35A45}"/>
                    </a:ext>
                  </a:extLst>
                </p14:cNvPr>
                <p14:cNvContentPartPr/>
                <p14:nvPr/>
              </p14:nvContentPartPr>
              <p14:xfrm>
                <a:off x="9277362" y="3157597"/>
                <a:ext cx="20880" cy="59400"/>
              </p14:xfrm>
            </p:contentPart>
          </mc:Choice>
          <mc:Fallback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E91CC79B-312A-0D3B-803C-37AF60A35A4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259362" y="3139597"/>
                  <a:ext cx="56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0E0674CE-48BC-1EC4-5693-0F0647696175}"/>
                    </a:ext>
                  </a:extLst>
                </p14:cNvPr>
                <p14:cNvContentPartPr/>
                <p14:nvPr/>
              </p14:nvContentPartPr>
              <p14:xfrm>
                <a:off x="9361602" y="3155437"/>
                <a:ext cx="23400" cy="66240"/>
              </p14:xfrm>
            </p:contentPart>
          </mc:Choice>
          <mc:Fallback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0E0674CE-48BC-1EC4-5693-0F064769617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343602" y="3137437"/>
                  <a:ext cx="5904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21DDEBF-A952-1B5E-26A9-6BD7B11F98C1}"/>
              </a:ext>
            </a:extLst>
          </p:cNvPr>
          <p:cNvGrpSpPr/>
          <p:nvPr/>
        </p:nvGrpSpPr>
        <p:grpSpPr>
          <a:xfrm>
            <a:off x="10084122" y="3147877"/>
            <a:ext cx="864000" cy="522000"/>
            <a:chOff x="10084122" y="3147877"/>
            <a:chExt cx="864000" cy="52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606100E3-8D4A-E3EE-F480-6ADED50572E8}"/>
                    </a:ext>
                  </a:extLst>
                </p14:cNvPr>
                <p14:cNvContentPartPr/>
                <p14:nvPr/>
              </p14:nvContentPartPr>
              <p14:xfrm>
                <a:off x="10128042" y="3269197"/>
                <a:ext cx="41400" cy="10188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606100E3-8D4A-E3EE-F480-6ADED50572E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10402" y="3251197"/>
                  <a:ext cx="77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D6E0CDED-324E-48FF-E03A-A13DB7C8ECCB}"/>
                    </a:ext>
                  </a:extLst>
                </p14:cNvPr>
                <p14:cNvContentPartPr/>
                <p14:nvPr/>
              </p14:nvContentPartPr>
              <p14:xfrm>
                <a:off x="10084122" y="3387997"/>
                <a:ext cx="97920" cy="10008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D6E0CDED-324E-48FF-E03A-A13DB7C8ECC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066482" y="3370357"/>
                  <a:ext cx="1335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E34C0D9D-8CB5-3F19-EC73-BDE75ABB37FF}"/>
                    </a:ext>
                  </a:extLst>
                </p14:cNvPr>
                <p14:cNvContentPartPr/>
                <p14:nvPr/>
              </p14:nvContentPartPr>
              <p14:xfrm>
                <a:off x="10274922" y="3362077"/>
                <a:ext cx="72000" cy="11088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E34C0D9D-8CB5-3F19-EC73-BDE75ABB37F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256922" y="3344077"/>
                  <a:ext cx="1076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7466AA55-4090-04A8-F1B5-8DA8395B4CF1}"/>
                    </a:ext>
                  </a:extLst>
                </p14:cNvPr>
                <p14:cNvContentPartPr/>
                <p14:nvPr/>
              </p14:nvContentPartPr>
              <p14:xfrm>
                <a:off x="10252962" y="3559717"/>
                <a:ext cx="99360" cy="110160"/>
              </p14:xfrm>
            </p:contentPart>
          </mc:Choice>
          <mc:Fallback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7466AA55-4090-04A8-F1B5-8DA8395B4CF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235322" y="3541717"/>
                  <a:ext cx="1350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0CE6D3A7-3E97-4012-F121-C37583968BF3}"/>
                    </a:ext>
                  </a:extLst>
                </p14:cNvPr>
                <p14:cNvContentPartPr/>
                <p14:nvPr/>
              </p14:nvContentPartPr>
              <p14:xfrm>
                <a:off x="10393002" y="3330397"/>
                <a:ext cx="78480" cy="20052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0CE6D3A7-3E97-4012-F121-C37583968BF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375002" y="3312397"/>
                  <a:ext cx="1141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E5156D09-C7A1-FFF9-DACA-3599D2F17A52}"/>
                    </a:ext>
                  </a:extLst>
                </p14:cNvPr>
                <p14:cNvContentPartPr/>
                <p14:nvPr/>
              </p14:nvContentPartPr>
              <p14:xfrm>
                <a:off x="10460682" y="3466477"/>
                <a:ext cx="38520" cy="3852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E5156D09-C7A1-FFF9-DACA-3599D2F17A5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443042" y="3448837"/>
                  <a:ext cx="741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B7965F9D-F259-34EF-ADB7-CA500CD0FD8E}"/>
                    </a:ext>
                  </a:extLst>
                </p14:cNvPr>
                <p14:cNvContentPartPr/>
                <p14:nvPr/>
              </p14:nvContentPartPr>
              <p14:xfrm>
                <a:off x="10534122" y="3328237"/>
                <a:ext cx="76680" cy="14868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B7965F9D-F259-34EF-ADB7-CA500CD0FD8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516122" y="3310237"/>
                  <a:ext cx="1123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06750C67-125B-9817-43B7-1B3032A61B1F}"/>
                    </a:ext>
                  </a:extLst>
                </p14:cNvPr>
                <p14:cNvContentPartPr/>
                <p14:nvPr/>
              </p14:nvContentPartPr>
              <p14:xfrm>
                <a:off x="10531242" y="3588877"/>
                <a:ext cx="155160" cy="7164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06750C67-125B-9817-43B7-1B3032A61B1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513602" y="3571237"/>
                  <a:ext cx="1908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7B3F79CD-9202-2539-27D0-DE24C9AFAE2F}"/>
                    </a:ext>
                  </a:extLst>
                </p14:cNvPr>
                <p14:cNvContentPartPr/>
                <p14:nvPr/>
              </p14:nvContentPartPr>
              <p14:xfrm>
                <a:off x="10824642" y="3623077"/>
                <a:ext cx="14040" cy="828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7B3F79CD-9202-2539-27D0-DE24C9AFAE2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806642" y="3605437"/>
                  <a:ext cx="49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44A5CE7E-0CE4-EB5A-3576-0118A2B4EDB6}"/>
                    </a:ext>
                  </a:extLst>
                </p14:cNvPr>
                <p14:cNvContentPartPr/>
                <p14:nvPr/>
              </p14:nvContentPartPr>
              <p14:xfrm>
                <a:off x="10858482" y="3147877"/>
                <a:ext cx="6480" cy="43560"/>
              </p14:xfrm>
            </p:contentPart>
          </mc:Choice>
          <mc:Fallback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44A5CE7E-0CE4-EB5A-3576-0118A2B4EDB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840482" y="3129877"/>
                  <a:ext cx="421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24FF850D-00ED-A8FF-5032-6112BC47D0AD}"/>
                    </a:ext>
                  </a:extLst>
                </p14:cNvPr>
                <p14:cNvContentPartPr/>
                <p14:nvPr/>
              </p14:nvContentPartPr>
              <p14:xfrm>
                <a:off x="10884042" y="3148957"/>
                <a:ext cx="64080" cy="65520"/>
              </p14:xfrm>
            </p:contentPart>
          </mc:Choice>
          <mc:Fallback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24FF850D-00ED-A8FF-5032-6112BC47D0A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866402" y="3130957"/>
                  <a:ext cx="99720" cy="10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3691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C5EF8DA-2BA5-B29F-1D30-F4FFC814A24B}"/>
              </a:ext>
            </a:extLst>
          </p:cNvPr>
          <p:cNvGrpSpPr/>
          <p:nvPr/>
        </p:nvGrpSpPr>
        <p:grpSpPr>
          <a:xfrm>
            <a:off x="6146442" y="221797"/>
            <a:ext cx="1133280" cy="745560"/>
            <a:chOff x="6146442" y="221797"/>
            <a:chExt cx="1133280" cy="74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C01A5089-AF35-08D0-1AC9-58FA3B8860DF}"/>
                    </a:ext>
                  </a:extLst>
                </p14:cNvPr>
                <p14:cNvContentPartPr/>
                <p14:nvPr/>
              </p14:nvContentPartPr>
              <p14:xfrm>
                <a:off x="6146442" y="221797"/>
                <a:ext cx="42480" cy="58140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C01A5089-AF35-08D0-1AC9-58FA3B8860D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28802" y="204157"/>
                  <a:ext cx="7812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38B5909F-F4BB-C06C-7361-1878D747F2CA}"/>
                    </a:ext>
                  </a:extLst>
                </p14:cNvPr>
                <p14:cNvContentPartPr/>
                <p14:nvPr/>
              </p14:nvContentPartPr>
              <p14:xfrm>
                <a:off x="6146442" y="334837"/>
                <a:ext cx="439920" cy="51552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38B5909F-F4BB-C06C-7361-1878D747F2C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28802" y="316837"/>
                  <a:ext cx="47556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D65DD83B-E8E8-AC77-1D81-4AD85B40CC5C}"/>
                    </a:ext>
                  </a:extLst>
                </p14:cNvPr>
                <p14:cNvContentPartPr/>
                <p14:nvPr/>
              </p14:nvContentPartPr>
              <p14:xfrm>
                <a:off x="6714882" y="348157"/>
                <a:ext cx="23760" cy="50796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D65DD83B-E8E8-AC77-1D81-4AD85B40CC5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96882" y="330517"/>
                  <a:ext cx="5940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7D8AE6CD-0553-C2EB-589C-0314C7E11EBE}"/>
                    </a:ext>
                  </a:extLst>
                </p14:cNvPr>
                <p14:cNvContentPartPr/>
                <p14:nvPr/>
              </p14:nvContentPartPr>
              <p14:xfrm>
                <a:off x="6713802" y="377317"/>
                <a:ext cx="356040" cy="46692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7D8AE6CD-0553-C2EB-589C-0314C7E11EB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695802" y="359317"/>
                  <a:ext cx="39168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47A4DBD0-F884-921B-578C-5BF0486B9ACD}"/>
                    </a:ext>
                  </a:extLst>
                </p14:cNvPr>
                <p14:cNvContentPartPr/>
                <p14:nvPr/>
              </p14:nvContentPartPr>
              <p14:xfrm>
                <a:off x="6996042" y="474877"/>
                <a:ext cx="283680" cy="2880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47A4DBD0-F884-921B-578C-5BF0486B9AC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978042" y="456877"/>
                  <a:ext cx="319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E0745885-B72C-061F-9661-57A9CE9DE6B4}"/>
                    </a:ext>
                  </a:extLst>
                </p14:cNvPr>
                <p14:cNvContentPartPr/>
                <p14:nvPr/>
              </p14:nvContentPartPr>
              <p14:xfrm>
                <a:off x="7156962" y="510517"/>
                <a:ext cx="36360" cy="4568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E0745885-B72C-061F-9661-57A9CE9DE6B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139322" y="492877"/>
                  <a:ext cx="72000" cy="49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7C539F1-84BF-B328-22E1-30F9FF6515B3}"/>
              </a:ext>
            </a:extLst>
          </p:cNvPr>
          <p:cNvGrpSpPr/>
          <p:nvPr/>
        </p:nvGrpSpPr>
        <p:grpSpPr>
          <a:xfrm>
            <a:off x="7662402" y="558757"/>
            <a:ext cx="27360" cy="158400"/>
            <a:chOff x="7662402" y="558757"/>
            <a:chExt cx="27360" cy="15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04DE5FAD-4EA1-D01A-9070-79AEAA037F9A}"/>
                    </a:ext>
                  </a:extLst>
                </p14:cNvPr>
                <p14:cNvContentPartPr/>
                <p14:nvPr/>
              </p14:nvContentPartPr>
              <p14:xfrm>
                <a:off x="7662402" y="558757"/>
                <a:ext cx="7920" cy="165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04DE5FAD-4EA1-D01A-9070-79AEAA037F9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44402" y="540757"/>
                  <a:ext cx="435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6110AB14-835B-CBC3-D1FB-A9A7B82E8184}"/>
                    </a:ext>
                  </a:extLst>
                </p14:cNvPr>
                <p14:cNvContentPartPr/>
                <p14:nvPr/>
              </p14:nvContentPartPr>
              <p14:xfrm>
                <a:off x="7678602" y="711037"/>
                <a:ext cx="11160" cy="61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6110AB14-835B-CBC3-D1FB-A9A7B82E818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60962" y="693397"/>
                  <a:ext cx="4680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11D9CDF-BADD-6184-7F87-F81DB35BEC30}"/>
              </a:ext>
            </a:extLst>
          </p:cNvPr>
          <p:cNvGrpSpPr/>
          <p:nvPr/>
        </p:nvGrpSpPr>
        <p:grpSpPr>
          <a:xfrm>
            <a:off x="8655642" y="349237"/>
            <a:ext cx="632880" cy="515520"/>
            <a:chOff x="8655642" y="349237"/>
            <a:chExt cx="632880" cy="51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102A71C5-E299-DFFB-2587-9066AB0A90EE}"/>
                    </a:ext>
                  </a:extLst>
                </p14:cNvPr>
                <p14:cNvContentPartPr/>
                <p14:nvPr/>
              </p14:nvContentPartPr>
              <p14:xfrm>
                <a:off x="8729082" y="349237"/>
                <a:ext cx="168120" cy="1393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102A71C5-E299-DFFB-2587-9066AB0A90E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711082" y="331597"/>
                  <a:ext cx="2037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59D4372D-125D-42D6-C308-8FA7534662B6}"/>
                    </a:ext>
                  </a:extLst>
                </p14:cNvPr>
                <p14:cNvContentPartPr/>
                <p14:nvPr/>
              </p14:nvContentPartPr>
              <p14:xfrm>
                <a:off x="8655642" y="622117"/>
                <a:ext cx="343800" cy="205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59D4372D-125D-42D6-C308-8FA7534662B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38002" y="604477"/>
                  <a:ext cx="379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E4CCDEAF-8C56-1C77-BC6F-FEB5672F7796}"/>
                    </a:ext>
                  </a:extLst>
                </p14:cNvPr>
                <p14:cNvContentPartPr/>
                <p14:nvPr/>
              </p14:nvContentPartPr>
              <p14:xfrm>
                <a:off x="8753202" y="707437"/>
                <a:ext cx="226440" cy="1573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E4CCDEAF-8C56-1C77-BC6F-FEB5672F779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735202" y="689797"/>
                  <a:ext cx="2620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A7EA558C-9FE7-26B4-3E40-FE1C2198092A}"/>
                    </a:ext>
                  </a:extLst>
                </p14:cNvPr>
                <p14:cNvContentPartPr/>
                <p14:nvPr/>
              </p14:nvContentPartPr>
              <p14:xfrm>
                <a:off x="9049122" y="449317"/>
                <a:ext cx="147240" cy="1191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A7EA558C-9FE7-26B4-3E40-FE1C2198092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31122" y="431677"/>
                  <a:ext cx="1828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433A590E-6F8C-A8AF-CA4E-5288A440372E}"/>
                    </a:ext>
                  </a:extLst>
                </p14:cNvPr>
                <p14:cNvContentPartPr/>
                <p14:nvPr/>
              </p14:nvContentPartPr>
              <p14:xfrm>
                <a:off x="9091602" y="559117"/>
                <a:ext cx="34200" cy="1627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433A590E-6F8C-A8AF-CA4E-5288A440372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073602" y="541477"/>
                  <a:ext cx="698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2F4DC060-A1B8-925F-365E-28BA25F8F608}"/>
                    </a:ext>
                  </a:extLst>
                </p14:cNvPr>
                <p14:cNvContentPartPr/>
                <p14:nvPr/>
              </p14:nvContentPartPr>
              <p14:xfrm>
                <a:off x="9044082" y="596557"/>
                <a:ext cx="191520" cy="14004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2F4DC060-A1B8-925F-365E-28BA25F8F60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026442" y="578917"/>
                  <a:ext cx="2271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366AB79-3A35-D289-2567-586177350BE0}"/>
                    </a:ext>
                  </a:extLst>
                </p14:cNvPr>
                <p14:cNvContentPartPr/>
                <p14:nvPr/>
              </p14:nvContentPartPr>
              <p14:xfrm>
                <a:off x="9137322" y="752077"/>
                <a:ext cx="151200" cy="1044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366AB79-3A35-D289-2567-586177350BE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19682" y="734077"/>
                  <a:ext cx="18684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847AA97-A9B5-8759-A957-97A3DF96E59F}"/>
              </a:ext>
            </a:extLst>
          </p:cNvPr>
          <p:cNvGrpSpPr/>
          <p:nvPr/>
        </p:nvGrpSpPr>
        <p:grpSpPr>
          <a:xfrm>
            <a:off x="7250922" y="3203317"/>
            <a:ext cx="181440" cy="136800"/>
            <a:chOff x="7250922" y="3203317"/>
            <a:chExt cx="181440" cy="13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B9A3A2EE-644C-AE9B-3E37-3C7B040B7F6C}"/>
                    </a:ext>
                  </a:extLst>
                </p14:cNvPr>
                <p14:cNvContentPartPr/>
                <p14:nvPr/>
              </p14:nvContentPartPr>
              <p14:xfrm>
                <a:off x="7250922" y="3244357"/>
                <a:ext cx="125280" cy="129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B9A3A2EE-644C-AE9B-3E37-3C7B040B7F6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33282" y="3226357"/>
                  <a:ext cx="1609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73F8B02E-FA89-2CF3-7946-3443E837847E}"/>
                    </a:ext>
                  </a:extLst>
                </p14:cNvPr>
                <p14:cNvContentPartPr/>
                <p14:nvPr/>
              </p14:nvContentPartPr>
              <p14:xfrm>
                <a:off x="7358562" y="3203317"/>
                <a:ext cx="73800" cy="1368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73F8B02E-FA89-2CF3-7946-3443E837847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40562" y="3185317"/>
                  <a:ext cx="10944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B3DFE3B-D035-CA8F-F347-313510F75FE7}"/>
              </a:ext>
            </a:extLst>
          </p:cNvPr>
          <p:cNvGrpSpPr/>
          <p:nvPr/>
        </p:nvGrpSpPr>
        <p:grpSpPr>
          <a:xfrm>
            <a:off x="7952922" y="3021877"/>
            <a:ext cx="1014840" cy="421560"/>
            <a:chOff x="7952922" y="3021877"/>
            <a:chExt cx="1014840" cy="42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D572029D-2903-1F3D-ECFD-6E35C19D2602}"/>
                    </a:ext>
                  </a:extLst>
                </p14:cNvPr>
                <p14:cNvContentPartPr/>
                <p14:nvPr/>
              </p14:nvContentPartPr>
              <p14:xfrm>
                <a:off x="7952922" y="3047077"/>
                <a:ext cx="191520" cy="2354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D572029D-2903-1F3D-ECFD-6E35C19D260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35282" y="3029437"/>
                  <a:ext cx="2271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5203FB91-5D74-C5BF-32E4-779A7A96866E}"/>
                    </a:ext>
                  </a:extLst>
                </p14:cNvPr>
                <p14:cNvContentPartPr/>
                <p14:nvPr/>
              </p14:nvContentPartPr>
              <p14:xfrm>
                <a:off x="8009802" y="3164077"/>
                <a:ext cx="141480" cy="248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5203FB91-5D74-C5BF-32E4-779A7A96866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92162" y="3146077"/>
                  <a:ext cx="1771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E1A78164-B392-1FDF-DC64-0A94150ECC56}"/>
                    </a:ext>
                  </a:extLst>
                </p14:cNvPr>
                <p14:cNvContentPartPr/>
                <p14:nvPr/>
              </p14:nvContentPartPr>
              <p14:xfrm>
                <a:off x="8230842" y="3021877"/>
                <a:ext cx="34200" cy="1764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E1A78164-B392-1FDF-DC64-0A94150ECC5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13202" y="3003877"/>
                  <a:ext cx="698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5FD7E4A9-617F-345D-B72E-1FCD9BB3C2BF}"/>
                    </a:ext>
                  </a:extLst>
                </p14:cNvPr>
                <p14:cNvContentPartPr/>
                <p14:nvPr/>
              </p14:nvContentPartPr>
              <p14:xfrm>
                <a:off x="8195562" y="3269197"/>
                <a:ext cx="8640" cy="489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5FD7E4A9-617F-345D-B72E-1FCD9BB3C2B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177922" y="3251197"/>
                  <a:ext cx="44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F73E560B-26FF-E9AD-A2FF-98D641EAAFD3}"/>
                    </a:ext>
                  </a:extLst>
                </p14:cNvPr>
                <p14:cNvContentPartPr/>
                <p14:nvPr/>
              </p14:nvContentPartPr>
              <p14:xfrm>
                <a:off x="8166042" y="3315637"/>
                <a:ext cx="105480" cy="9864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F73E560B-26FF-E9AD-A2FF-98D641EAAFD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48042" y="3297997"/>
                  <a:ext cx="1411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1737D33F-115E-C7BF-D4E9-542F220E6D5E}"/>
                    </a:ext>
                  </a:extLst>
                </p14:cNvPr>
                <p14:cNvContentPartPr/>
                <p14:nvPr/>
              </p14:nvContentPartPr>
              <p14:xfrm>
                <a:off x="8245962" y="3375397"/>
                <a:ext cx="81720" cy="626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1737D33F-115E-C7BF-D4E9-542F220E6D5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27962" y="3357397"/>
                  <a:ext cx="117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4D068F6E-F22F-F0A0-7D28-BC0387474EFF}"/>
                    </a:ext>
                  </a:extLst>
                </p14:cNvPr>
                <p14:cNvContentPartPr/>
                <p14:nvPr/>
              </p14:nvContentPartPr>
              <p14:xfrm>
                <a:off x="8346402" y="3096757"/>
                <a:ext cx="141480" cy="2124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4D068F6E-F22F-F0A0-7D28-BC0387474EF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28402" y="3079117"/>
                  <a:ext cx="1771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3764EAFF-1A41-0002-AADA-B4DB66353F71}"/>
                    </a:ext>
                  </a:extLst>
                </p14:cNvPr>
                <p14:cNvContentPartPr/>
                <p14:nvPr/>
              </p14:nvContentPartPr>
              <p14:xfrm>
                <a:off x="8426322" y="3107197"/>
                <a:ext cx="11160" cy="15876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3764EAFF-1A41-0002-AADA-B4DB66353F7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08682" y="3089557"/>
                  <a:ext cx="468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A6CFF828-F557-6903-C25C-A493C26ED609}"/>
                    </a:ext>
                  </a:extLst>
                </p14:cNvPr>
                <p14:cNvContentPartPr/>
                <p14:nvPr/>
              </p14:nvContentPartPr>
              <p14:xfrm>
                <a:off x="8415882" y="3177757"/>
                <a:ext cx="114120" cy="12456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A6CFF828-F557-6903-C25C-A493C26ED60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397882" y="3160117"/>
                  <a:ext cx="1497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90FEBCC9-9FDF-4D27-FD55-FAE62C61217B}"/>
                    </a:ext>
                  </a:extLst>
                </p14:cNvPr>
                <p14:cNvContentPartPr/>
                <p14:nvPr/>
              </p14:nvContentPartPr>
              <p14:xfrm>
                <a:off x="8547282" y="3206197"/>
                <a:ext cx="96840" cy="972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90FEBCC9-9FDF-4D27-FD55-FAE62C61217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29282" y="3188197"/>
                  <a:ext cx="1324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B8B8610A-DDDA-8208-DE34-2D3B2CD1B54B}"/>
                    </a:ext>
                  </a:extLst>
                </p14:cNvPr>
                <p14:cNvContentPartPr/>
                <p14:nvPr/>
              </p14:nvContentPartPr>
              <p14:xfrm>
                <a:off x="8627202" y="3087037"/>
                <a:ext cx="31680" cy="22104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B8B8610A-DDDA-8208-DE34-2D3B2CD1B54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09202" y="3069397"/>
                  <a:ext cx="673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04FEA6F8-BDBA-4618-5C4B-31519CF7F9F6}"/>
                    </a:ext>
                  </a:extLst>
                </p14:cNvPr>
                <p14:cNvContentPartPr/>
                <p14:nvPr/>
              </p14:nvContentPartPr>
              <p14:xfrm>
                <a:off x="8683002" y="3104317"/>
                <a:ext cx="112320" cy="14076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04FEA6F8-BDBA-4618-5C4B-31519CF7F9F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665002" y="3086677"/>
                  <a:ext cx="1479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224AC30F-236D-A7D7-079C-884685D2DEF0}"/>
                    </a:ext>
                  </a:extLst>
                </p14:cNvPr>
                <p14:cNvContentPartPr/>
                <p14:nvPr/>
              </p14:nvContentPartPr>
              <p14:xfrm>
                <a:off x="8788842" y="3196837"/>
                <a:ext cx="47880" cy="1368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224AC30F-236D-A7D7-079C-884685D2DEF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70842" y="3179197"/>
                  <a:ext cx="835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2B6EA300-7A4A-2019-65AF-58353A7F1EEA}"/>
                    </a:ext>
                  </a:extLst>
                </p14:cNvPr>
                <p14:cNvContentPartPr/>
                <p14:nvPr/>
              </p14:nvContentPartPr>
              <p14:xfrm>
                <a:off x="8877042" y="3032677"/>
                <a:ext cx="47880" cy="26388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2B6EA300-7A4A-2019-65AF-58353A7F1EE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859042" y="3015037"/>
                  <a:ext cx="835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6134E3F8-DC8F-DC13-F728-ECC6BFF7399C}"/>
                    </a:ext>
                  </a:extLst>
                </p14:cNvPr>
                <p14:cNvContentPartPr/>
                <p14:nvPr/>
              </p14:nvContentPartPr>
              <p14:xfrm>
                <a:off x="8814402" y="3305917"/>
                <a:ext cx="153360" cy="13752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6134E3F8-DC8F-DC13-F728-ECC6BFF7399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96762" y="3288277"/>
                  <a:ext cx="189000" cy="17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D392E7F3-FD7C-6C45-5919-885CC89C046C}"/>
                  </a:ext>
                </a:extLst>
              </p14:cNvPr>
              <p14:cNvContentPartPr/>
              <p14:nvPr/>
            </p14:nvContentPartPr>
            <p14:xfrm>
              <a:off x="9185202" y="3391957"/>
              <a:ext cx="360" cy="360"/>
            </p14:xfrm>
          </p:contentPart>
        </mc:Choice>
        <mc:Fallback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D392E7F3-FD7C-6C45-5919-885CC89C046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167202" y="3374317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2705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ko-KR" altLang="en-US" dirty="0" err="1"/>
              <a:t>빛샘효과</a:t>
            </a:r>
            <a:endParaRPr lang="en-US" altLang="ko-KR" dirty="0"/>
          </a:p>
          <a:p>
            <a:pPr lvl="1"/>
            <a:r>
              <a:rPr lang="ko-KR" altLang="en-US" dirty="0"/>
              <a:t>강한 빛은 실제로 빛이 발생하고 있는 영역 보다 넓은 영역을 차지함</a:t>
            </a:r>
            <a:endParaRPr lang="en-US" altLang="ko-KR" dirty="0"/>
          </a:p>
        </p:txBody>
      </p:sp>
      <p:pic>
        <p:nvPicPr>
          <p:cNvPr id="1026" name="Picture 2" descr="https://learnopengl.com/img/advanced-lighting/bloom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058" y="3717032"/>
            <a:ext cx="7653418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43F175C9-23A5-AD3E-1874-BDC415D4838E}"/>
              </a:ext>
            </a:extLst>
          </p:cNvPr>
          <p:cNvGrpSpPr/>
          <p:nvPr/>
        </p:nvGrpSpPr>
        <p:grpSpPr>
          <a:xfrm>
            <a:off x="7846722" y="3801637"/>
            <a:ext cx="1832400" cy="916920"/>
            <a:chOff x="7846722" y="3801637"/>
            <a:chExt cx="1832400" cy="91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5A1CF7B1-9E4E-5728-9304-6389269EA8D0}"/>
                    </a:ext>
                  </a:extLst>
                </p14:cNvPr>
                <p14:cNvContentPartPr/>
                <p14:nvPr/>
              </p14:nvContentPartPr>
              <p14:xfrm>
                <a:off x="7846722" y="3801637"/>
                <a:ext cx="986760" cy="84816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5A1CF7B1-9E4E-5728-9304-6389269EA8D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29082" y="3783637"/>
                  <a:ext cx="1022400" cy="88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28B63D8F-0E6F-3085-9122-57571BD6BF94}"/>
                    </a:ext>
                  </a:extLst>
                </p14:cNvPr>
                <p14:cNvContentPartPr/>
                <p14:nvPr/>
              </p14:nvContentPartPr>
              <p14:xfrm>
                <a:off x="8855082" y="4022317"/>
                <a:ext cx="824040" cy="69624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28B63D8F-0E6F-3085-9122-57571BD6BF9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837442" y="4004677"/>
                  <a:ext cx="859680" cy="73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0" name="그룹 1049">
            <a:extLst>
              <a:ext uri="{FF2B5EF4-FFF2-40B4-BE49-F238E27FC236}">
                <a16:creationId xmlns:a16="http://schemas.microsoft.com/office/drawing/2014/main" id="{0833C78D-D478-75D3-7DC2-83DE6A4EBEC8}"/>
              </a:ext>
            </a:extLst>
          </p:cNvPr>
          <p:cNvGrpSpPr/>
          <p:nvPr/>
        </p:nvGrpSpPr>
        <p:grpSpPr>
          <a:xfrm>
            <a:off x="10356282" y="3535957"/>
            <a:ext cx="1265040" cy="382320"/>
            <a:chOff x="10356282" y="3535957"/>
            <a:chExt cx="126504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43" name="잉크 1042">
                  <a:extLst>
                    <a:ext uri="{FF2B5EF4-FFF2-40B4-BE49-F238E27FC236}">
                      <a16:creationId xmlns:a16="http://schemas.microsoft.com/office/drawing/2014/main" id="{52787EF6-6FEE-E21C-45BB-348B9DA02F37}"/>
                    </a:ext>
                  </a:extLst>
                </p14:cNvPr>
                <p14:cNvContentPartPr/>
                <p14:nvPr/>
              </p14:nvContentPartPr>
              <p14:xfrm>
                <a:off x="10356282" y="3628117"/>
                <a:ext cx="322200" cy="290160"/>
              </p14:xfrm>
            </p:contentPart>
          </mc:Choice>
          <mc:Fallback>
            <p:pic>
              <p:nvPicPr>
                <p:cNvPr id="1043" name="잉크 1042">
                  <a:extLst>
                    <a:ext uri="{FF2B5EF4-FFF2-40B4-BE49-F238E27FC236}">
                      <a16:creationId xmlns:a16="http://schemas.microsoft.com/office/drawing/2014/main" id="{52787EF6-6FEE-E21C-45BB-348B9DA02F3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38282" y="3610477"/>
                  <a:ext cx="3578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44" name="잉크 1043">
                  <a:extLst>
                    <a:ext uri="{FF2B5EF4-FFF2-40B4-BE49-F238E27FC236}">
                      <a16:creationId xmlns:a16="http://schemas.microsoft.com/office/drawing/2014/main" id="{9BF0D7E1-65E9-B1AB-B2BE-B983058B8CE0}"/>
                    </a:ext>
                  </a:extLst>
                </p14:cNvPr>
                <p14:cNvContentPartPr/>
                <p14:nvPr/>
              </p14:nvContentPartPr>
              <p14:xfrm>
                <a:off x="10722762" y="3717397"/>
                <a:ext cx="112680" cy="153360"/>
              </p14:xfrm>
            </p:contentPart>
          </mc:Choice>
          <mc:Fallback>
            <p:pic>
              <p:nvPicPr>
                <p:cNvPr id="1044" name="잉크 1043">
                  <a:extLst>
                    <a:ext uri="{FF2B5EF4-FFF2-40B4-BE49-F238E27FC236}">
                      <a16:creationId xmlns:a16="http://schemas.microsoft.com/office/drawing/2014/main" id="{9BF0D7E1-65E9-B1AB-B2BE-B983058B8CE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04762" y="3699397"/>
                  <a:ext cx="1483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45" name="잉크 1044">
                  <a:extLst>
                    <a:ext uri="{FF2B5EF4-FFF2-40B4-BE49-F238E27FC236}">
                      <a16:creationId xmlns:a16="http://schemas.microsoft.com/office/drawing/2014/main" id="{20D1372C-D9C0-31B9-C495-9A2522E67DC5}"/>
                    </a:ext>
                  </a:extLst>
                </p14:cNvPr>
                <p14:cNvContentPartPr/>
                <p14:nvPr/>
              </p14:nvContentPartPr>
              <p14:xfrm>
                <a:off x="10891962" y="3679957"/>
                <a:ext cx="163800" cy="141120"/>
              </p14:xfrm>
            </p:contentPart>
          </mc:Choice>
          <mc:Fallback>
            <p:pic>
              <p:nvPicPr>
                <p:cNvPr id="1045" name="잉크 1044">
                  <a:extLst>
                    <a:ext uri="{FF2B5EF4-FFF2-40B4-BE49-F238E27FC236}">
                      <a16:creationId xmlns:a16="http://schemas.microsoft.com/office/drawing/2014/main" id="{20D1372C-D9C0-31B9-C495-9A2522E67DC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873962" y="3662317"/>
                  <a:ext cx="199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46" name="잉크 1045">
                  <a:extLst>
                    <a:ext uri="{FF2B5EF4-FFF2-40B4-BE49-F238E27FC236}">
                      <a16:creationId xmlns:a16="http://schemas.microsoft.com/office/drawing/2014/main" id="{E91CE4C6-192F-ADDA-939A-78E47F2E048C}"/>
                    </a:ext>
                  </a:extLst>
                </p14:cNvPr>
                <p14:cNvContentPartPr/>
                <p14:nvPr/>
              </p14:nvContentPartPr>
              <p14:xfrm>
                <a:off x="11002122" y="3614077"/>
                <a:ext cx="144360" cy="255240"/>
              </p14:xfrm>
            </p:contentPart>
          </mc:Choice>
          <mc:Fallback>
            <p:pic>
              <p:nvPicPr>
                <p:cNvPr id="1046" name="잉크 1045">
                  <a:extLst>
                    <a:ext uri="{FF2B5EF4-FFF2-40B4-BE49-F238E27FC236}">
                      <a16:creationId xmlns:a16="http://schemas.microsoft.com/office/drawing/2014/main" id="{E91CE4C6-192F-ADDA-939A-78E47F2E048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984482" y="3596077"/>
                  <a:ext cx="1800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47" name="잉크 1046">
                  <a:extLst>
                    <a:ext uri="{FF2B5EF4-FFF2-40B4-BE49-F238E27FC236}">
                      <a16:creationId xmlns:a16="http://schemas.microsoft.com/office/drawing/2014/main" id="{08622AB7-6788-717B-1B65-5FA8C6D5F619}"/>
                    </a:ext>
                  </a:extLst>
                </p14:cNvPr>
                <p14:cNvContentPartPr/>
                <p14:nvPr/>
              </p14:nvContentPartPr>
              <p14:xfrm>
                <a:off x="11165202" y="3708037"/>
                <a:ext cx="145440" cy="34560"/>
              </p14:xfrm>
            </p:contentPart>
          </mc:Choice>
          <mc:Fallback>
            <p:pic>
              <p:nvPicPr>
                <p:cNvPr id="1047" name="잉크 1046">
                  <a:extLst>
                    <a:ext uri="{FF2B5EF4-FFF2-40B4-BE49-F238E27FC236}">
                      <a16:creationId xmlns:a16="http://schemas.microsoft.com/office/drawing/2014/main" id="{08622AB7-6788-717B-1B65-5FA8C6D5F61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147202" y="3690397"/>
                  <a:ext cx="181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48" name="잉크 1047">
                  <a:extLst>
                    <a:ext uri="{FF2B5EF4-FFF2-40B4-BE49-F238E27FC236}">
                      <a16:creationId xmlns:a16="http://schemas.microsoft.com/office/drawing/2014/main" id="{2712DF00-4824-399F-4985-EE49F2296391}"/>
                    </a:ext>
                  </a:extLst>
                </p14:cNvPr>
                <p14:cNvContentPartPr/>
                <p14:nvPr/>
              </p14:nvContentPartPr>
              <p14:xfrm>
                <a:off x="11234322" y="3535957"/>
                <a:ext cx="53280" cy="321480"/>
              </p14:xfrm>
            </p:contentPart>
          </mc:Choice>
          <mc:Fallback>
            <p:pic>
              <p:nvPicPr>
                <p:cNvPr id="1048" name="잉크 1047">
                  <a:extLst>
                    <a:ext uri="{FF2B5EF4-FFF2-40B4-BE49-F238E27FC236}">
                      <a16:creationId xmlns:a16="http://schemas.microsoft.com/office/drawing/2014/main" id="{2712DF00-4824-399F-4985-EE49F229639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216322" y="3517957"/>
                  <a:ext cx="889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49" name="잉크 1048">
                  <a:extLst>
                    <a:ext uri="{FF2B5EF4-FFF2-40B4-BE49-F238E27FC236}">
                      <a16:creationId xmlns:a16="http://schemas.microsoft.com/office/drawing/2014/main" id="{20A5FEFB-7731-CA30-AE5A-E7366B8EEB89}"/>
                    </a:ext>
                  </a:extLst>
                </p14:cNvPr>
                <p14:cNvContentPartPr/>
                <p14:nvPr/>
              </p14:nvContentPartPr>
              <p14:xfrm>
                <a:off x="11316402" y="3638917"/>
                <a:ext cx="304920" cy="183960"/>
              </p14:xfrm>
            </p:contentPart>
          </mc:Choice>
          <mc:Fallback>
            <p:pic>
              <p:nvPicPr>
                <p:cNvPr id="1049" name="잉크 1048">
                  <a:extLst>
                    <a:ext uri="{FF2B5EF4-FFF2-40B4-BE49-F238E27FC236}">
                      <a16:creationId xmlns:a16="http://schemas.microsoft.com/office/drawing/2014/main" id="{20A5FEFB-7731-CA30-AE5A-E7366B8EEB8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298402" y="3621277"/>
                  <a:ext cx="340560" cy="21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051" name="잉크 1050">
                <a:extLst>
                  <a:ext uri="{FF2B5EF4-FFF2-40B4-BE49-F238E27FC236}">
                    <a16:creationId xmlns:a16="http://schemas.microsoft.com/office/drawing/2014/main" id="{D937ADA5-A476-B75A-A374-D560E9F563DF}"/>
                  </a:ext>
                </a:extLst>
              </p14:cNvPr>
              <p14:cNvContentPartPr/>
              <p14:nvPr/>
            </p14:nvContentPartPr>
            <p14:xfrm>
              <a:off x="10527282" y="4118437"/>
              <a:ext cx="154800" cy="301320"/>
            </p14:xfrm>
          </p:contentPart>
        </mc:Choice>
        <mc:Fallback>
          <p:pic>
            <p:nvPicPr>
              <p:cNvPr id="1051" name="잉크 1050">
                <a:extLst>
                  <a:ext uri="{FF2B5EF4-FFF2-40B4-BE49-F238E27FC236}">
                    <a16:creationId xmlns:a16="http://schemas.microsoft.com/office/drawing/2014/main" id="{D937ADA5-A476-B75A-A374-D560E9F563D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509282" y="4100437"/>
                <a:ext cx="19044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052" name="잉크 1051">
                <a:extLst>
                  <a:ext uri="{FF2B5EF4-FFF2-40B4-BE49-F238E27FC236}">
                    <a16:creationId xmlns:a16="http://schemas.microsoft.com/office/drawing/2014/main" id="{13CBEAFA-781D-66A3-C045-F74FB364794F}"/>
                  </a:ext>
                </a:extLst>
              </p14:cNvPr>
              <p14:cNvContentPartPr/>
              <p14:nvPr/>
            </p14:nvContentPartPr>
            <p14:xfrm>
              <a:off x="10764882" y="4164517"/>
              <a:ext cx="110160" cy="241200"/>
            </p14:xfrm>
          </p:contentPart>
        </mc:Choice>
        <mc:Fallback>
          <p:pic>
            <p:nvPicPr>
              <p:cNvPr id="1052" name="잉크 1051">
                <a:extLst>
                  <a:ext uri="{FF2B5EF4-FFF2-40B4-BE49-F238E27FC236}">
                    <a16:creationId xmlns:a16="http://schemas.microsoft.com/office/drawing/2014/main" id="{13CBEAFA-781D-66A3-C045-F74FB364794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746882" y="4146517"/>
                <a:ext cx="14580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053" name="잉크 1052">
                <a:extLst>
                  <a:ext uri="{FF2B5EF4-FFF2-40B4-BE49-F238E27FC236}">
                    <a16:creationId xmlns:a16="http://schemas.microsoft.com/office/drawing/2014/main" id="{F453DA9C-7C5D-3D47-1792-FDF860AD8EF3}"/>
                  </a:ext>
                </a:extLst>
              </p14:cNvPr>
              <p14:cNvContentPartPr/>
              <p14:nvPr/>
            </p14:nvContentPartPr>
            <p14:xfrm>
              <a:off x="10867842" y="4224997"/>
              <a:ext cx="76320" cy="33840"/>
            </p14:xfrm>
          </p:contentPart>
        </mc:Choice>
        <mc:Fallback>
          <p:pic>
            <p:nvPicPr>
              <p:cNvPr id="1053" name="잉크 1052">
                <a:extLst>
                  <a:ext uri="{FF2B5EF4-FFF2-40B4-BE49-F238E27FC236}">
                    <a16:creationId xmlns:a16="http://schemas.microsoft.com/office/drawing/2014/main" id="{F453DA9C-7C5D-3D47-1792-FDF860AD8EF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850202" y="4207357"/>
                <a:ext cx="11196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054" name="잉크 1053">
                <a:extLst>
                  <a:ext uri="{FF2B5EF4-FFF2-40B4-BE49-F238E27FC236}">
                    <a16:creationId xmlns:a16="http://schemas.microsoft.com/office/drawing/2014/main" id="{0A16956A-47B8-B6E6-A7FB-0C42D826B7AF}"/>
                  </a:ext>
                </a:extLst>
              </p14:cNvPr>
              <p14:cNvContentPartPr/>
              <p14:nvPr/>
            </p14:nvContentPartPr>
            <p14:xfrm>
              <a:off x="10934802" y="4273237"/>
              <a:ext cx="21960" cy="136080"/>
            </p14:xfrm>
          </p:contentPart>
        </mc:Choice>
        <mc:Fallback>
          <p:pic>
            <p:nvPicPr>
              <p:cNvPr id="1054" name="잉크 1053">
                <a:extLst>
                  <a:ext uri="{FF2B5EF4-FFF2-40B4-BE49-F238E27FC236}">
                    <a16:creationId xmlns:a16="http://schemas.microsoft.com/office/drawing/2014/main" id="{0A16956A-47B8-B6E6-A7FB-0C42D826B7A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916802" y="4255237"/>
                <a:ext cx="576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055" name="잉크 1054">
                <a:extLst>
                  <a:ext uri="{FF2B5EF4-FFF2-40B4-BE49-F238E27FC236}">
                    <a16:creationId xmlns:a16="http://schemas.microsoft.com/office/drawing/2014/main" id="{B37EAE60-9C3D-0D14-45AD-185BA23DDE94}"/>
                  </a:ext>
                </a:extLst>
              </p14:cNvPr>
              <p14:cNvContentPartPr/>
              <p14:nvPr/>
            </p14:nvContentPartPr>
            <p14:xfrm>
              <a:off x="10999602" y="4304197"/>
              <a:ext cx="106200" cy="28800"/>
            </p14:xfrm>
          </p:contentPart>
        </mc:Choice>
        <mc:Fallback>
          <p:pic>
            <p:nvPicPr>
              <p:cNvPr id="1055" name="잉크 1054">
                <a:extLst>
                  <a:ext uri="{FF2B5EF4-FFF2-40B4-BE49-F238E27FC236}">
                    <a16:creationId xmlns:a16="http://schemas.microsoft.com/office/drawing/2014/main" id="{B37EAE60-9C3D-0D14-45AD-185BA23DDE9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981602" y="4286557"/>
                <a:ext cx="14184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056" name="잉크 1055">
                <a:extLst>
                  <a:ext uri="{FF2B5EF4-FFF2-40B4-BE49-F238E27FC236}">
                    <a16:creationId xmlns:a16="http://schemas.microsoft.com/office/drawing/2014/main" id="{7FC11EEA-55EB-429B-0D40-620E58231842}"/>
                  </a:ext>
                </a:extLst>
              </p14:cNvPr>
              <p14:cNvContentPartPr/>
              <p14:nvPr/>
            </p14:nvContentPartPr>
            <p14:xfrm>
              <a:off x="11029482" y="4210597"/>
              <a:ext cx="76320" cy="249840"/>
            </p14:xfrm>
          </p:contentPart>
        </mc:Choice>
        <mc:Fallback>
          <p:pic>
            <p:nvPicPr>
              <p:cNvPr id="1056" name="잉크 1055">
                <a:extLst>
                  <a:ext uri="{FF2B5EF4-FFF2-40B4-BE49-F238E27FC236}">
                    <a16:creationId xmlns:a16="http://schemas.microsoft.com/office/drawing/2014/main" id="{7FC11EEA-55EB-429B-0D40-620E5823184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1011482" y="4192957"/>
                <a:ext cx="11196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067" name="잉크 1066">
                <a:extLst>
                  <a:ext uri="{FF2B5EF4-FFF2-40B4-BE49-F238E27FC236}">
                    <a16:creationId xmlns:a16="http://schemas.microsoft.com/office/drawing/2014/main" id="{311B9DC8-0E6C-9295-01A7-75DFB9DDAFAB}"/>
                  </a:ext>
                </a:extLst>
              </p14:cNvPr>
              <p14:cNvContentPartPr/>
              <p14:nvPr/>
            </p14:nvContentPartPr>
            <p14:xfrm>
              <a:off x="10460682" y="4497877"/>
              <a:ext cx="714240" cy="68400"/>
            </p14:xfrm>
          </p:contentPart>
        </mc:Choice>
        <mc:Fallback>
          <p:pic>
            <p:nvPicPr>
              <p:cNvPr id="1067" name="잉크 1066">
                <a:extLst>
                  <a:ext uri="{FF2B5EF4-FFF2-40B4-BE49-F238E27FC236}">
                    <a16:creationId xmlns:a16="http://schemas.microsoft.com/office/drawing/2014/main" id="{311B9DC8-0E6C-9295-01A7-75DFB9DDAFA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443042" y="4479877"/>
                <a:ext cx="749880" cy="10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5" name="그룹 1074">
            <a:extLst>
              <a:ext uri="{FF2B5EF4-FFF2-40B4-BE49-F238E27FC236}">
                <a16:creationId xmlns:a16="http://schemas.microsoft.com/office/drawing/2014/main" id="{FEB923F1-7B80-F037-9EBB-982753713119}"/>
              </a:ext>
            </a:extLst>
          </p:cNvPr>
          <p:cNvGrpSpPr/>
          <p:nvPr/>
        </p:nvGrpSpPr>
        <p:grpSpPr>
          <a:xfrm>
            <a:off x="10174482" y="4658797"/>
            <a:ext cx="1409040" cy="507960"/>
            <a:chOff x="10174482" y="4658797"/>
            <a:chExt cx="1409040" cy="50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058" name="잉크 1057">
                  <a:extLst>
                    <a:ext uri="{FF2B5EF4-FFF2-40B4-BE49-F238E27FC236}">
                      <a16:creationId xmlns:a16="http://schemas.microsoft.com/office/drawing/2014/main" id="{FA17F530-E3B1-A629-6772-C8652BD3BEC5}"/>
                    </a:ext>
                  </a:extLst>
                </p14:cNvPr>
                <p14:cNvContentPartPr/>
                <p14:nvPr/>
              </p14:nvContentPartPr>
              <p14:xfrm>
                <a:off x="10224882" y="4658797"/>
                <a:ext cx="16560" cy="298800"/>
              </p14:xfrm>
            </p:contentPart>
          </mc:Choice>
          <mc:Fallback>
            <p:pic>
              <p:nvPicPr>
                <p:cNvPr id="1058" name="잉크 1057">
                  <a:extLst>
                    <a:ext uri="{FF2B5EF4-FFF2-40B4-BE49-F238E27FC236}">
                      <a16:creationId xmlns:a16="http://schemas.microsoft.com/office/drawing/2014/main" id="{FA17F530-E3B1-A629-6772-C8652BD3BEC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206882" y="4641157"/>
                  <a:ext cx="522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059" name="잉크 1058">
                  <a:extLst>
                    <a:ext uri="{FF2B5EF4-FFF2-40B4-BE49-F238E27FC236}">
                      <a16:creationId xmlns:a16="http://schemas.microsoft.com/office/drawing/2014/main" id="{71531D9E-492D-A40E-FFA1-5B2EFD8F8BD0}"/>
                    </a:ext>
                  </a:extLst>
                </p14:cNvPr>
                <p14:cNvContentPartPr/>
                <p14:nvPr/>
              </p14:nvContentPartPr>
              <p14:xfrm>
                <a:off x="10227402" y="4823677"/>
                <a:ext cx="159120" cy="15840"/>
              </p14:xfrm>
            </p:contentPart>
          </mc:Choice>
          <mc:Fallback>
            <p:pic>
              <p:nvPicPr>
                <p:cNvPr id="1059" name="잉크 1058">
                  <a:extLst>
                    <a:ext uri="{FF2B5EF4-FFF2-40B4-BE49-F238E27FC236}">
                      <a16:creationId xmlns:a16="http://schemas.microsoft.com/office/drawing/2014/main" id="{71531D9E-492D-A40E-FFA1-5B2EFD8F8BD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209402" y="4805677"/>
                  <a:ext cx="1947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060" name="잉크 1059">
                  <a:extLst>
                    <a:ext uri="{FF2B5EF4-FFF2-40B4-BE49-F238E27FC236}">
                      <a16:creationId xmlns:a16="http://schemas.microsoft.com/office/drawing/2014/main" id="{EEE865AE-2838-8D60-85E6-27F29C0C0EC0}"/>
                    </a:ext>
                  </a:extLst>
                </p14:cNvPr>
                <p14:cNvContentPartPr/>
                <p14:nvPr/>
              </p14:nvContentPartPr>
              <p14:xfrm>
                <a:off x="10393002" y="4689037"/>
                <a:ext cx="46440" cy="344880"/>
              </p14:xfrm>
            </p:contentPart>
          </mc:Choice>
          <mc:Fallback>
            <p:pic>
              <p:nvPicPr>
                <p:cNvPr id="1060" name="잉크 1059">
                  <a:extLst>
                    <a:ext uri="{FF2B5EF4-FFF2-40B4-BE49-F238E27FC236}">
                      <a16:creationId xmlns:a16="http://schemas.microsoft.com/office/drawing/2014/main" id="{EEE865AE-2838-8D60-85E6-27F29C0C0EC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375002" y="4671397"/>
                  <a:ext cx="8208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061" name="잉크 1060">
                  <a:extLst>
                    <a:ext uri="{FF2B5EF4-FFF2-40B4-BE49-F238E27FC236}">
                      <a16:creationId xmlns:a16="http://schemas.microsoft.com/office/drawing/2014/main" id="{79A2135A-67BC-A507-286E-5301C5B85930}"/>
                    </a:ext>
                  </a:extLst>
                </p14:cNvPr>
                <p14:cNvContentPartPr/>
                <p14:nvPr/>
              </p14:nvContentPartPr>
              <p14:xfrm>
                <a:off x="10529802" y="4667797"/>
                <a:ext cx="24840" cy="277920"/>
              </p14:xfrm>
            </p:contentPart>
          </mc:Choice>
          <mc:Fallback>
            <p:pic>
              <p:nvPicPr>
                <p:cNvPr id="1061" name="잉크 1060">
                  <a:extLst>
                    <a:ext uri="{FF2B5EF4-FFF2-40B4-BE49-F238E27FC236}">
                      <a16:creationId xmlns:a16="http://schemas.microsoft.com/office/drawing/2014/main" id="{79A2135A-67BC-A507-286E-5301C5B8593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512162" y="4649797"/>
                  <a:ext cx="604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062" name="잉크 1061">
                  <a:extLst>
                    <a:ext uri="{FF2B5EF4-FFF2-40B4-BE49-F238E27FC236}">
                      <a16:creationId xmlns:a16="http://schemas.microsoft.com/office/drawing/2014/main" id="{20C2B93F-34AD-E4FC-F8ED-3268AF9326F9}"/>
                    </a:ext>
                  </a:extLst>
                </p14:cNvPr>
                <p14:cNvContentPartPr/>
                <p14:nvPr/>
              </p14:nvContentPartPr>
              <p14:xfrm>
                <a:off x="10540962" y="4664557"/>
                <a:ext cx="142200" cy="269280"/>
              </p14:xfrm>
            </p:contentPart>
          </mc:Choice>
          <mc:Fallback>
            <p:pic>
              <p:nvPicPr>
                <p:cNvPr id="1062" name="잉크 1061">
                  <a:extLst>
                    <a:ext uri="{FF2B5EF4-FFF2-40B4-BE49-F238E27FC236}">
                      <a16:creationId xmlns:a16="http://schemas.microsoft.com/office/drawing/2014/main" id="{20C2B93F-34AD-E4FC-F8ED-3268AF9326F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522962" y="4646557"/>
                  <a:ext cx="1778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063" name="잉크 1062">
                  <a:extLst>
                    <a:ext uri="{FF2B5EF4-FFF2-40B4-BE49-F238E27FC236}">
                      <a16:creationId xmlns:a16="http://schemas.microsoft.com/office/drawing/2014/main" id="{036041DA-7011-A4A8-A28D-34D121F0DB58}"/>
                    </a:ext>
                  </a:extLst>
                </p14:cNvPr>
                <p14:cNvContentPartPr/>
                <p14:nvPr/>
              </p14:nvContentPartPr>
              <p14:xfrm>
                <a:off x="10718442" y="4710277"/>
                <a:ext cx="33480" cy="252720"/>
              </p14:xfrm>
            </p:contentPart>
          </mc:Choice>
          <mc:Fallback>
            <p:pic>
              <p:nvPicPr>
                <p:cNvPr id="1063" name="잉크 1062">
                  <a:extLst>
                    <a:ext uri="{FF2B5EF4-FFF2-40B4-BE49-F238E27FC236}">
                      <a16:creationId xmlns:a16="http://schemas.microsoft.com/office/drawing/2014/main" id="{036041DA-7011-A4A8-A28D-34D121F0DB5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700802" y="4692637"/>
                  <a:ext cx="691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064" name="잉크 1063">
                  <a:extLst>
                    <a:ext uri="{FF2B5EF4-FFF2-40B4-BE49-F238E27FC236}">
                      <a16:creationId xmlns:a16="http://schemas.microsoft.com/office/drawing/2014/main" id="{4C5CA401-9B12-A6B8-4E10-30A33E80A421}"/>
                    </a:ext>
                  </a:extLst>
                </p14:cNvPr>
                <p14:cNvContentPartPr/>
                <p14:nvPr/>
              </p14:nvContentPartPr>
              <p14:xfrm>
                <a:off x="10748322" y="4707397"/>
                <a:ext cx="191880" cy="242280"/>
              </p14:xfrm>
            </p:contentPart>
          </mc:Choice>
          <mc:Fallback>
            <p:pic>
              <p:nvPicPr>
                <p:cNvPr id="1064" name="잉크 1063">
                  <a:extLst>
                    <a:ext uri="{FF2B5EF4-FFF2-40B4-BE49-F238E27FC236}">
                      <a16:creationId xmlns:a16="http://schemas.microsoft.com/office/drawing/2014/main" id="{4C5CA401-9B12-A6B8-4E10-30A33E80A42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730682" y="4689757"/>
                  <a:ext cx="2275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065" name="잉크 1064">
                  <a:extLst>
                    <a:ext uri="{FF2B5EF4-FFF2-40B4-BE49-F238E27FC236}">
                      <a16:creationId xmlns:a16="http://schemas.microsoft.com/office/drawing/2014/main" id="{7DF3725B-FD06-BF37-7DC7-BADEF13ECF0E}"/>
                    </a:ext>
                  </a:extLst>
                </p14:cNvPr>
                <p14:cNvContentPartPr/>
                <p14:nvPr/>
              </p14:nvContentPartPr>
              <p14:xfrm>
                <a:off x="10174482" y="5047597"/>
                <a:ext cx="836280" cy="119160"/>
              </p14:xfrm>
            </p:contentPart>
          </mc:Choice>
          <mc:Fallback>
            <p:pic>
              <p:nvPicPr>
                <p:cNvPr id="1065" name="잉크 1064">
                  <a:extLst>
                    <a:ext uri="{FF2B5EF4-FFF2-40B4-BE49-F238E27FC236}">
                      <a16:creationId xmlns:a16="http://schemas.microsoft.com/office/drawing/2014/main" id="{7DF3725B-FD06-BF37-7DC7-BADEF13ECF0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156482" y="5029597"/>
                  <a:ext cx="8719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069" name="잉크 1068">
                  <a:extLst>
                    <a:ext uri="{FF2B5EF4-FFF2-40B4-BE49-F238E27FC236}">
                      <a16:creationId xmlns:a16="http://schemas.microsoft.com/office/drawing/2014/main" id="{5784B0AC-9297-579D-821F-66829984DCB7}"/>
                    </a:ext>
                  </a:extLst>
                </p14:cNvPr>
                <p14:cNvContentPartPr/>
                <p14:nvPr/>
              </p14:nvContentPartPr>
              <p14:xfrm>
                <a:off x="11142162" y="4925917"/>
                <a:ext cx="118080" cy="130320"/>
              </p14:xfrm>
            </p:contentPart>
          </mc:Choice>
          <mc:Fallback>
            <p:pic>
              <p:nvPicPr>
                <p:cNvPr id="1069" name="잉크 1068">
                  <a:extLst>
                    <a:ext uri="{FF2B5EF4-FFF2-40B4-BE49-F238E27FC236}">
                      <a16:creationId xmlns:a16="http://schemas.microsoft.com/office/drawing/2014/main" id="{5784B0AC-9297-579D-821F-66829984DCB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124162" y="4907917"/>
                  <a:ext cx="1537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070" name="잉크 1069">
                  <a:extLst>
                    <a:ext uri="{FF2B5EF4-FFF2-40B4-BE49-F238E27FC236}">
                      <a16:creationId xmlns:a16="http://schemas.microsoft.com/office/drawing/2014/main" id="{76C0265E-8438-D6FD-4366-532E38711204}"/>
                    </a:ext>
                  </a:extLst>
                </p14:cNvPr>
                <p14:cNvContentPartPr/>
                <p14:nvPr/>
              </p14:nvContentPartPr>
              <p14:xfrm>
                <a:off x="11192202" y="5028157"/>
                <a:ext cx="34200" cy="28080"/>
              </p14:xfrm>
            </p:contentPart>
          </mc:Choice>
          <mc:Fallback>
            <p:pic>
              <p:nvPicPr>
                <p:cNvPr id="1070" name="잉크 1069">
                  <a:extLst>
                    <a:ext uri="{FF2B5EF4-FFF2-40B4-BE49-F238E27FC236}">
                      <a16:creationId xmlns:a16="http://schemas.microsoft.com/office/drawing/2014/main" id="{76C0265E-8438-D6FD-4366-532E3871120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174562" y="5010157"/>
                  <a:ext cx="698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071" name="잉크 1070">
                  <a:extLst>
                    <a:ext uri="{FF2B5EF4-FFF2-40B4-BE49-F238E27FC236}">
                      <a16:creationId xmlns:a16="http://schemas.microsoft.com/office/drawing/2014/main" id="{DE47A3B6-2E2A-108D-69B9-40C781CF57C9}"/>
                    </a:ext>
                  </a:extLst>
                </p14:cNvPr>
                <p14:cNvContentPartPr/>
                <p14:nvPr/>
              </p14:nvContentPartPr>
              <p14:xfrm>
                <a:off x="11317122" y="4865797"/>
                <a:ext cx="15480" cy="227880"/>
              </p14:xfrm>
            </p:contentPart>
          </mc:Choice>
          <mc:Fallback>
            <p:pic>
              <p:nvPicPr>
                <p:cNvPr id="1071" name="잉크 1070">
                  <a:extLst>
                    <a:ext uri="{FF2B5EF4-FFF2-40B4-BE49-F238E27FC236}">
                      <a16:creationId xmlns:a16="http://schemas.microsoft.com/office/drawing/2014/main" id="{DE47A3B6-2E2A-108D-69B9-40C781CF57C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299122" y="4847797"/>
                  <a:ext cx="511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072" name="잉크 1071">
                  <a:extLst>
                    <a:ext uri="{FF2B5EF4-FFF2-40B4-BE49-F238E27FC236}">
                      <a16:creationId xmlns:a16="http://schemas.microsoft.com/office/drawing/2014/main" id="{EF6B425B-EE17-EC22-34CD-99E628BC2C0A}"/>
                    </a:ext>
                  </a:extLst>
                </p14:cNvPr>
                <p14:cNvContentPartPr/>
                <p14:nvPr/>
              </p14:nvContentPartPr>
              <p14:xfrm>
                <a:off x="11369682" y="4867957"/>
                <a:ext cx="66600" cy="123840"/>
              </p14:xfrm>
            </p:contentPart>
          </mc:Choice>
          <mc:Fallback>
            <p:pic>
              <p:nvPicPr>
                <p:cNvPr id="1072" name="잉크 1071">
                  <a:extLst>
                    <a:ext uri="{FF2B5EF4-FFF2-40B4-BE49-F238E27FC236}">
                      <a16:creationId xmlns:a16="http://schemas.microsoft.com/office/drawing/2014/main" id="{EF6B425B-EE17-EC22-34CD-99E628BC2C0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352042" y="4849957"/>
                  <a:ext cx="1022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073" name="잉크 1072">
                  <a:extLst>
                    <a:ext uri="{FF2B5EF4-FFF2-40B4-BE49-F238E27FC236}">
                      <a16:creationId xmlns:a16="http://schemas.microsoft.com/office/drawing/2014/main" id="{7A7D57D9-CE6A-3BA6-B4A5-2C8454C47EAD}"/>
                    </a:ext>
                  </a:extLst>
                </p14:cNvPr>
                <p14:cNvContentPartPr/>
                <p14:nvPr/>
              </p14:nvContentPartPr>
              <p14:xfrm>
                <a:off x="11318562" y="4944637"/>
                <a:ext cx="219960" cy="138240"/>
              </p14:xfrm>
            </p:contentPart>
          </mc:Choice>
          <mc:Fallback>
            <p:pic>
              <p:nvPicPr>
                <p:cNvPr id="1073" name="잉크 1072">
                  <a:extLst>
                    <a:ext uri="{FF2B5EF4-FFF2-40B4-BE49-F238E27FC236}">
                      <a16:creationId xmlns:a16="http://schemas.microsoft.com/office/drawing/2014/main" id="{7A7D57D9-CE6A-3BA6-B4A5-2C8454C47EA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300562" y="4926637"/>
                  <a:ext cx="2556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074" name="잉크 1073">
                  <a:extLst>
                    <a:ext uri="{FF2B5EF4-FFF2-40B4-BE49-F238E27FC236}">
                      <a16:creationId xmlns:a16="http://schemas.microsoft.com/office/drawing/2014/main" id="{56CA841B-7FB3-0BB6-6FAF-255C50D2DBCD}"/>
                    </a:ext>
                  </a:extLst>
                </p14:cNvPr>
                <p14:cNvContentPartPr/>
                <p14:nvPr/>
              </p14:nvContentPartPr>
              <p14:xfrm>
                <a:off x="11454282" y="5108797"/>
                <a:ext cx="129240" cy="41400"/>
              </p14:xfrm>
            </p:contentPart>
          </mc:Choice>
          <mc:Fallback>
            <p:pic>
              <p:nvPicPr>
                <p:cNvPr id="1074" name="잉크 1073">
                  <a:extLst>
                    <a:ext uri="{FF2B5EF4-FFF2-40B4-BE49-F238E27FC236}">
                      <a16:creationId xmlns:a16="http://schemas.microsoft.com/office/drawing/2014/main" id="{56CA841B-7FB3-0BB6-6FAF-255C50D2DBC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436282" y="5091157"/>
                  <a:ext cx="16488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5" name="그룹 1214">
            <a:extLst>
              <a:ext uri="{FF2B5EF4-FFF2-40B4-BE49-F238E27FC236}">
                <a16:creationId xmlns:a16="http://schemas.microsoft.com/office/drawing/2014/main" id="{0E70B03F-3240-A6E8-404F-9375939CF965}"/>
              </a:ext>
            </a:extLst>
          </p:cNvPr>
          <p:cNvGrpSpPr/>
          <p:nvPr/>
        </p:nvGrpSpPr>
        <p:grpSpPr>
          <a:xfrm>
            <a:off x="6599682" y="360757"/>
            <a:ext cx="5175000" cy="2098080"/>
            <a:chOff x="6599682" y="360757"/>
            <a:chExt cx="5175000" cy="209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159" name="잉크 1158">
                  <a:extLst>
                    <a:ext uri="{FF2B5EF4-FFF2-40B4-BE49-F238E27FC236}">
                      <a16:creationId xmlns:a16="http://schemas.microsoft.com/office/drawing/2014/main" id="{7460334C-981A-5E0E-236E-B4C9A7473BA6}"/>
                    </a:ext>
                  </a:extLst>
                </p14:cNvPr>
                <p14:cNvContentPartPr/>
                <p14:nvPr/>
              </p14:nvContentPartPr>
              <p14:xfrm>
                <a:off x="7927362" y="360757"/>
                <a:ext cx="2053800" cy="2098080"/>
              </p14:xfrm>
            </p:contentPart>
          </mc:Choice>
          <mc:Fallback>
            <p:pic>
              <p:nvPicPr>
                <p:cNvPr id="1159" name="잉크 1158">
                  <a:extLst>
                    <a:ext uri="{FF2B5EF4-FFF2-40B4-BE49-F238E27FC236}">
                      <a16:creationId xmlns:a16="http://schemas.microsoft.com/office/drawing/2014/main" id="{7460334C-981A-5E0E-236E-B4C9A7473BA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909362" y="343117"/>
                  <a:ext cx="2089440" cy="21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160" name="잉크 1159">
                  <a:extLst>
                    <a:ext uri="{FF2B5EF4-FFF2-40B4-BE49-F238E27FC236}">
                      <a16:creationId xmlns:a16="http://schemas.microsoft.com/office/drawing/2014/main" id="{471F5A8C-8301-16E6-665E-AFFD92EDD9C0}"/>
                    </a:ext>
                  </a:extLst>
                </p14:cNvPr>
                <p14:cNvContentPartPr/>
                <p14:nvPr/>
              </p14:nvContentPartPr>
              <p14:xfrm>
                <a:off x="6599682" y="792397"/>
                <a:ext cx="3425400" cy="1034640"/>
              </p14:xfrm>
            </p:contentPart>
          </mc:Choice>
          <mc:Fallback>
            <p:pic>
              <p:nvPicPr>
                <p:cNvPr id="1160" name="잉크 1159">
                  <a:extLst>
                    <a:ext uri="{FF2B5EF4-FFF2-40B4-BE49-F238E27FC236}">
                      <a16:creationId xmlns:a16="http://schemas.microsoft.com/office/drawing/2014/main" id="{471F5A8C-8301-16E6-665E-AFFD92EDD9C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582042" y="774757"/>
                  <a:ext cx="3461040" cy="10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162" name="잉크 1161">
                  <a:extLst>
                    <a:ext uri="{FF2B5EF4-FFF2-40B4-BE49-F238E27FC236}">
                      <a16:creationId xmlns:a16="http://schemas.microsoft.com/office/drawing/2014/main" id="{0CB75BE6-55E7-6490-A8F6-6DF2AE469883}"/>
                    </a:ext>
                  </a:extLst>
                </p14:cNvPr>
                <p14:cNvContentPartPr/>
                <p14:nvPr/>
              </p14:nvContentPartPr>
              <p14:xfrm>
                <a:off x="6749082" y="1499797"/>
                <a:ext cx="3197520" cy="447480"/>
              </p14:xfrm>
            </p:contentPart>
          </mc:Choice>
          <mc:Fallback>
            <p:pic>
              <p:nvPicPr>
                <p:cNvPr id="1162" name="잉크 1161">
                  <a:extLst>
                    <a:ext uri="{FF2B5EF4-FFF2-40B4-BE49-F238E27FC236}">
                      <a16:creationId xmlns:a16="http://schemas.microsoft.com/office/drawing/2014/main" id="{0CB75BE6-55E7-6490-A8F6-6DF2AE46988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731082" y="1481797"/>
                  <a:ext cx="323316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163" name="잉크 1162">
                  <a:extLst>
                    <a:ext uri="{FF2B5EF4-FFF2-40B4-BE49-F238E27FC236}">
                      <a16:creationId xmlns:a16="http://schemas.microsoft.com/office/drawing/2014/main" id="{094AD273-5A18-A404-CD92-D6CCFAAB24CD}"/>
                    </a:ext>
                  </a:extLst>
                </p14:cNvPr>
                <p14:cNvContentPartPr/>
                <p14:nvPr/>
              </p14:nvContentPartPr>
              <p14:xfrm>
                <a:off x="9839322" y="1451197"/>
                <a:ext cx="162000" cy="294120"/>
              </p14:xfrm>
            </p:contentPart>
          </mc:Choice>
          <mc:Fallback>
            <p:pic>
              <p:nvPicPr>
                <p:cNvPr id="1163" name="잉크 1162">
                  <a:extLst>
                    <a:ext uri="{FF2B5EF4-FFF2-40B4-BE49-F238E27FC236}">
                      <a16:creationId xmlns:a16="http://schemas.microsoft.com/office/drawing/2014/main" id="{094AD273-5A18-A404-CD92-D6CCFAAB24C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821322" y="1433197"/>
                  <a:ext cx="1976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164" name="잉크 1163">
                  <a:extLst>
                    <a:ext uri="{FF2B5EF4-FFF2-40B4-BE49-F238E27FC236}">
                      <a16:creationId xmlns:a16="http://schemas.microsoft.com/office/drawing/2014/main" id="{4679E97F-EA76-7BC4-5005-63AEBA467B93}"/>
                    </a:ext>
                  </a:extLst>
                </p14:cNvPr>
                <p14:cNvContentPartPr/>
                <p14:nvPr/>
              </p14:nvContentPartPr>
              <p14:xfrm>
                <a:off x="9734922" y="1020277"/>
                <a:ext cx="418680" cy="1137960"/>
              </p14:xfrm>
            </p:contentPart>
          </mc:Choice>
          <mc:Fallback>
            <p:pic>
              <p:nvPicPr>
                <p:cNvPr id="1164" name="잉크 1163">
                  <a:extLst>
                    <a:ext uri="{FF2B5EF4-FFF2-40B4-BE49-F238E27FC236}">
                      <a16:creationId xmlns:a16="http://schemas.microsoft.com/office/drawing/2014/main" id="{4679E97F-EA76-7BC4-5005-63AEBA467B9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717282" y="1002277"/>
                  <a:ext cx="454320" cy="11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165" name="잉크 1164">
                  <a:extLst>
                    <a:ext uri="{FF2B5EF4-FFF2-40B4-BE49-F238E27FC236}">
                      <a16:creationId xmlns:a16="http://schemas.microsoft.com/office/drawing/2014/main" id="{31366B4B-82C5-2299-BEB0-529EBB19B136}"/>
                    </a:ext>
                  </a:extLst>
                </p14:cNvPr>
                <p14:cNvContentPartPr/>
                <p14:nvPr/>
              </p14:nvContentPartPr>
              <p14:xfrm>
                <a:off x="10279962" y="1334917"/>
                <a:ext cx="143280" cy="183960"/>
              </p14:xfrm>
            </p:contentPart>
          </mc:Choice>
          <mc:Fallback>
            <p:pic>
              <p:nvPicPr>
                <p:cNvPr id="1165" name="잉크 1164">
                  <a:extLst>
                    <a:ext uri="{FF2B5EF4-FFF2-40B4-BE49-F238E27FC236}">
                      <a16:creationId xmlns:a16="http://schemas.microsoft.com/office/drawing/2014/main" id="{31366B4B-82C5-2299-BEB0-529EBB19B13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261962" y="1317277"/>
                  <a:ext cx="178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166" name="잉크 1165">
                  <a:extLst>
                    <a:ext uri="{FF2B5EF4-FFF2-40B4-BE49-F238E27FC236}">
                      <a16:creationId xmlns:a16="http://schemas.microsoft.com/office/drawing/2014/main" id="{541F552A-EB28-2E99-0618-AB7FBB0CF465}"/>
                    </a:ext>
                  </a:extLst>
                </p14:cNvPr>
                <p14:cNvContentPartPr/>
                <p14:nvPr/>
              </p14:nvContentPartPr>
              <p14:xfrm>
                <a:off x="10448442" y="1341757"/>
                <a:ext cx="27360" cy="312840"/>
              </p14:xfrm>
            </p:contentPart>
          </mc:Choice>
          <mc:Fallback>
            <p:pic>
              <p:nvPicPr>
                <p:cNvPr id="1166" name="잉크 1165">
                  <a:extLst>
                    <a:ext uri="{FF2B5EF4-FFF2-40B4-BE49-F238E27FC236}">
                      <a16:creationId xmlns:a16="http://schemas.microsoft.com/office/drawing/2014/main" id="{541F552A-EB28-2E99-0618-AB7FBB0CF46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430802" y="1324117"/>
                  <a:ext cx="630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167" name="잉크 1166">
                  <a:extLst>
                    <a:ext uri="{FF2B5EF4-FFF2-40B4-BE49-F238E27FC236}">
                      <a16:creationId xmlns:a16="http://schemas.microsoft.com/office/drawing/2014/main" id="{2FA2D4F8-835B-FD00-2557-1874F696C43A}"/>
                    </a:ext>
                  </a:extLst>
                </p14:cNvPr>
                <p14:cNvContentPartPr/>
                <p14:nvPr/>
              </p14:nvContentPartPr>
              <p14:xfrm>
                <a:off x="10545282" y="1347877"/>
                <a:ext cx="116640" cy="142560"/>
              </p14:xfrm>
            </p:contentPart>
          </mc:Choice>
          <mc:Fallback>
            <p:pic>
              <p:nvPicPr>
                <p:cNvPr id="1167" name="잉크 1166">
                  <a:extLst>
                    <a:ext uri="{FF2B5EF4-FFF2-40B4-BE49-F238E27FC236}">
                      <a16:creationId xmlns:a16="http://schemas.microsoft.com/office/drawing/2014/main" id="{2FA2D4F8-835B-FD00-2557-1874F696C43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527642" y="1329877"/>
                  <a:ext cx="1522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168" name="잉크 1167">
                  <a:extLst>
                    <a:ext uri="{FF2B5EF4-FFF2-40B4-BE49-F238E27FC236}">
                      <a16:creationId xmlns:a16="http://schemas.microsoft.com/office/drawing/2014/main" id="{FC74F835-B8D1-1F3D-EE99-E19B2BCA1574}"/>
                    </a:ext>
                  </a:extLst>
                </p14:cNvPr>
                <p14:cNvContentPartPr/>
                <p14:nvPr/>
              </p14:nvContentPartPr>
              <p14:xfrm>
                <a:off x="10680642" y="1366237"/>
                <a:ext cx="16560" cy="182880"/>
              </p14:xfrm>
            </p:contentPart>
          </mc:Choice>
          <mc:Fallback>
            <p:pic>
              <p:nvPicPr>
                <p:cNvPr id="1168" name="잉크 1167">
                  <a:extLst>
                    <a:ext uri="{FF2B5EF4-FFF2-40B4-BE49-F238E27FC236}">
                      <a16:creationId xmlns:a16="http://schemas.microsoft.com/office/drawing/2014/main" id="{FC74F835-B8D1-1F3D-EE99-E19B2BCA157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662642" y="1348237"/>
                  <a:ext cx="522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169" name="잉크 1168">
                  <a:extLst>
                    <a:ext uri="{FF2B5EF4-FFF2-40B4-BE49-F238E27FC236}">
                      <a16:creationId xmlns:a16="http://schemas.microsoft.com/office/drawing/2014/main" id="{76BCC856-5D80-D584-1E26-283FAB79EAF9}"/>
                    </a:ext>
                  </a:extLst>
                </p14:cNvPr>
                <p14:cNvContentPartPr/>
                <p14:nvPr/>
              </p14:nvContentPartPr>
              <p14:xfrm>
                <a:off x="10606122" y="1594837"/>
                <a:ext cx="159120" cy="47520"/>
              </p14:xfrm>
            </p:contentPart>
          </mc:Choice>
          <mc:Fallback>
            <p:pic>
              <p:nvPicPr>
                <p:cNvPr id="1169" name="잉크 1168">
                  <a:extLst>
                    <a:ext uri="{FF2B5EF4-FFF2-40B4-BE49-F238E27FC236}">
                      <a16:creationId xmlns:a16="http://schemas.microsoft.com/office/drawing/2014/main" id="{76BCC856-5D80-D584-1E26-283FAB79EAF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588122" y="1577197"/>
                  <a:ext cx="1947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170" name="잉크 1169">
                  <a:extLst>
                    <a:ext uri="{FF2B5EF4-FFF2-40B4-BE49-F238E27FC236}">
                      <a16:creationId xmlns:a16="http://schemas.microsoft.com/office/drawing/2014/main" id="{F8B91988-03F5-8581-8047-F5707946A7D2}"/>
                    </a:ext>
                  </a:extLst>
                </p14:cNvPr>
                <p14:cNvContentPartPr/>
                <p14:nvPr/>
              </p14:nvContentPartPr>
              <p14:xfrm>
                <a:off x="10759482" y="1336717"/>
                <a:ext cx="41760" cy="160920"/>
              </p14:xfrm>
            </p:contentPart>
          </mc:Choice>
          <mc:Fallback>
            <p:pic>
              <p:nvPicPr>
                <p:cNvPr id="1170" name="잉크 1169">
                  <a:extLst>
                    <a:ext uri="{FF2B5EF4-FFF2-40B4-BE49-F238E27FC236}">
                      <a16:creationId xmlns:a16="http://schemas.microsoft.com/office/drawing/2014/main" id="{F8B91988-03F5-8581-8047-F5707946A7D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41482" y="1319077"/>
                  <a:ext cx="774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171" name="잉크 1170">
                  <a:extLst>
                    <a:ext uri="{FF2B5EF4-FFF2-40B4-BE49-F238E27FC236}">
                      <a16:creationId xmlns:a16="http://schemas.microsoft.com/office/drawing/2014/main" id="{F2661964-2D74-7029-1260-2CCA2414141F}"/>
                    </a:ext>
                  </a:extLst>
                </p14:cNvPr>
                <p14:cNvContentPartPr/>
                <p14:nvPr/>
              </p14:nvContentPartPr>
              <p14:xfrm>
                <a:off x="10782522" y="1381357"/>
                <a:ext cx="137520" cy="18000"/>
              </p14:xfrm>
            </p:contentPart>
          </mc:Choice>
          <mc:Fallback>
            <p:pic>
              <p:nvPicPr>
                <p:cNvPr id="1171" name="잉크 1170">
                  <a:extLst>
                    <a:ext uri="{FF2B5EF4-FFF2-40B4-BE49-F238E27FC236}">
                      <a16:creationId xmlns:a16="http://schemas.microsoft.com/office/drawing/2014/main" id="{F2661964-2D74-7029-1260-2CCA2414141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764522" y="1363717"/>
                  <a:ext cx="173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172" name="잉크 1171">
                  <a:extLst>
                    <a:ext uri="{FF2B5EF4-FFF2-40B4-BE49-F238E27FC236}">
                      <a16:creationId xmlns:a16="http://schemas.microsoft.com/office/drawing/2014/main" id="{218BFB14-E0B9-9E08-78CF-2D791ACAB962}"/>
                    </a:ext>
                  </a:extLst>
                </p14:cNvPr>
                <p14:cNvContentPartPr/>
                <p14:nvPr/>
              </p14:nvContentPartPr>
              <p14:xfrm>
                <a:off x="10832562" y="1437877"/>
                <a:ext cx="113040" cy="28800"/>
              </p14:xfrm>
            </p:contentPart>
          </mc:Choice>
          <mc:Fallback>
            <p:pic>
              <p:nvPicPr>
                <p:cNvPr id="1172" name="잉크 1171">
                  <a:extLst>
                    <a:ext uri="{FF2B5EF4-FFF2-40B4-BE49-F238E27FC236}">
                      <a16:creationId xmlns:a16="http://schemas.microsoft.com/office/drawing/2014/main" id="{218BFB14-E0B9-9E08-78CF-2D791ACAB96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814922" y="1419877"/>
                  <a:ext cx="148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173" name="잉크 1172">
                  <a:extLst>
                    <a:ext uri="{FF2B5EF4-FFF2-40B4-BE49-F238E27FC236}">
                      <a16:creationId xmlns:a16="http://schemas.microsoft.com/office/drawing/2014/main" id="{7F6F2DCC-B70F-F3BB-0D00-CD091F57B85D}"/>
                    </a:ext>
                  </a:extLst>
                </p14:cNvPr>
                <p14:cNvContentPartPr/>
                <p14:nvPr/>
              </p14:nvContentPartPr>
              <p14:xfrm>
                <a:off x="10855602" y="1375597"/>
                <a:ext cx="151200" cy="297720"/>
              </p14:xfrm>
            </p:contentPart>
          </mc:Choice>
          <mc:Fallback>
            <p:pic>
              <p:nvPicPr>
                <p:cNvPr id="1173" name="잉크 1172">
                  <a:extLst>
                    <a:ext uri="{FF2B5EF4-FFF2-40B4-BE49-F238E27FC236}">
                      <a16:creationId xmlns:a16="http://schemas.microsoft.com/office/drawing/2014/main" id="{7F6F2DCC-B70F-F3BB-0D00-CD091F57B85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837602" y="1357597"/>
                  <a:ext cx="1868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174" name="잉크 1173">
                  <a:extLst>
                    <a:ext uri="{FF2B5EF4-FFF2-40B4-BE49-F238E27FC236}">
                      <a16:creationId xmlns:a16="http://schemas.microsoft.com/office/drawing/2014/main" id="{12327E98-BA4E-8BFB-EFCA-C17CF5B8010C}"/>
                    </a:ext>
                  </a:extLst>
                </p14:cNvPr>
                <p14:cNvContentPartPr/>
                <p14:nvPr/>
              </p14:nvContentPartPr>
              <p14:xfrm>
                <a:off x="11113002" y="1584037"/>
                <a:ext cx="38160" cy="4320"/>
              </p14:xfrm>
            </p:contentPart>
          </mc:Choice>
          <mc:Fallback>
            <p:pic>
              <p:nvPicPr>
                <p:cNvPr id="1174" name="잉크 1173">
                  <a:extLst>
                    <a:ext uri="{FF2B5EF4-FFF2-40B4-BE49-F238E27FC236}">
                      <a16:creationId xmlns:a16="http://schemas.microsoft.com/office/drawing/2014/main" id="{12327E98-BA4E-8BFB-EFCA-C17CF5B8010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095362" y="1566037"/>
                  <a:ext cx="738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175" name="잉크 1174">
                  <a:extLst>
                    <a:ext uri="{FF2B5EF4-FFF2-40B4-BE49-F238E27FC236}">
                      <a16:creationId xmlns:a16="http://schemas.microsoft.com/office/drawing/2014/main" id="{A681574F-E29A-9EC6-B9DE-D2AFC1035E92}"/>
                    </a:ext>
                  </a:extLst>
                </p14:cNvPr>
                <p14:cNvContentPartPr/>
                <p14:nvPr/>
              </p14:nvContentPartPr>
              <p14:xfrm>
                <a:off x="11246562" y="1595557"/>
                <a:ext cx="23400" cy="1440"/>
              </p14:xfrm>
            </p:contentPart>
          </mc:Choice>
          <mc:Fallback>
            <p:pic>
              <p:nvPicPr>
                <p:cNvPr id="1175" name="잉크 1174">
                  <a:extLst>
                    <a:ext uri="{FF2B5EF4-FFF2-40B4-BE49-F238E27FC236}">
                      <a16:creationId xmlns:a16="http://schemas.microsoft.com/office/drawing/2014/main" id="{A681574F-E29A-9EC6-B9DE-D2AFC1035E9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228562" y="1577557"/>
                  <a:ext cx="590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176" name="잉크 1175">
                  <a:extLst>
                    <a:ext uri="{FF2B5EF4-FFF2-40B4-BE49-F238E27FC236}">
                      <a16:creationId xmlns:a16="http://schemas.microsoft.com/office/drawing/2014/main" id="{494BABD5-907D-A617-8BFD-AE5984431685}"/>
                    </a:ext>
                  </a:extLst>
                </p14:cNvPr>
                <p14:cNvContentPartPr/>
                <p14:nvPr/>
              </p14:nvContentPartPr>
              <p14:xfrm>
                <a:off x="11348442" y="1580437"/>
                <a:ext cx="360" cy="360"/>
              </p14:xfrm>
            </p:contentPart>
          </mc:Choice>
          <mc:Fallback>
            <p:pic>
              <p:nvPicPr>
                <p:cNvPr id="1176" name="잉크 1175">
                  <a:extLst>
                    <a:ext uri="{FF2B5EF4-FFF2-40B4-BE49-F238E27FC236}">
                      <a16:creationId xmlns:a16="http://schemas.microsoft.com/office/drawing/2014/main" id="{494BABD5-907D-A617-8BFD-AE598443168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330442" y="156279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178" name="잉크 1177">
                  <a:extLst>
                    <a:ext uri="{FF2B5EF4-FFF2-40B4-BE49-F238E27FC236}">
                      <a16:creationId xmlns:a16="http://schemas.microsoft.com/office/drawing/2014/main" id="{BDC707FB-473F-2229-3601-E74CBD63B867}"/>
                    </a:ext>
                  </a:extLst>
                </p14:cNvPr>
                <p14:cNvContentPartPr/>
                <p14:nvPr/>
              </p14:nvContentPartPr>
              <p14:xfrm>
                <a:off x="10803762" y="407917"/>
                <a:ext cx="25200" cy="256320"/>
              </p14:xfrm>
            </p:contentPart>
          </mc:Choice>
          <mc:Fallback>
            <p:pic>
              <p:nvPicPr>
                <p:cNvPr id="1178" name="잉크 1177">
                  <a:extLst>
                    <a:ext uri="{FF2B5EF4-FFF2-40B4-BE49-F238E27FC236}">
                      <a16:creationId xmlns:a16="http://schemas.microsoft.com/office/drawing/2014/main" id="{BDC707FB-473F-2229-3601-E74CBD63B86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785762" y="390277"/>
                  <a:ext cx="608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179" name="잉크 1178">
                  <a:extLst>
                    <a:ext uri="{FF2B5EF4-FFF2-40B4-BE49-F238E27FC236}">
                      <a16:creationId xmlns:a16="http://schemas.microsoft.com/office/drawing/2014/main" id="{877D0902-6EAF-A8F8-607F-8028A82EB876}"/>
                    </a:ext>
                  </a:extLst>
                </p14:cNvPr>
                <p14:cNvContentPartPr/>
                <p14:nvPr/>
              </p14:nvContentPartPr>
              <p14:xfrm>
                <a:off x="10827162" y="377317"/>
                <a:ext cx="126720" cy="249840"/>
              </p14:xfrm>
            </p:contentPart>
          </mc:Choice>
          <mc:Fallback>
            <p:pic>
              <p:nvPicPr>
                <p:cNvPr id="1179" name="잉크 1178">
                  <a:extLst>
                    <a:ext uri="{FF2B5EF4-FFF2-40B4-BE49-F238E27FC236}">
                      <a16:creationId xmlns:a16="http://schemas.microsoft.com/office/drawing/2014/main" id="{877D0902-6EAF-A8F8-607F-8028A82EB87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809522" y="359317"/>
                  <a:ext cx="1623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180" name="잉크 1179">
                  <a:extLst>
                    <a:ext uri="{FF2B5EF4-FFF2-40B4-BE49-F238E27FC236}">
                      <a16:creationId xmlns:a16="http://schemas.microsoft.com/office/drawing/2014/main" id="{A0277609-14D5-828E-3EAF-F6D85F167959}"/>
                    </a:ext>
                  </a:extLst>
                </p14:cNvPr>
                <p14:cNvContentPartPr/>
                <p14:nvPr/>
              </p14:nvContentPartPr>
              <p14:xfrm>
                <a:off x="10970082" y="423397"/>
                <a:ext cx="12240" cy="215280"/>
              </p14:xfrm>
            </p:contentPart>
          </mc:Choice>
          <mc:Fallback>
            <p:pic>
              <p:nvPicPr>
                <p:cNvPr id="1180" name="잉크 1179">
                  <a:extLst>
                    <a:ext uri="{FF2B5EF4-FFF2-40B4-BE49-F238E27FC236}">
                      <a16:creationId xmlns:a16="http://schemas.microsoft.com/office/drawing/2014/main" id="{A0277609-14D5-828E-3EAF-F6D85F16795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952082" y="405757"/>
                  <a:ext cx="478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181" name="잉크 1180">
                  <a:extLst>
                    <a:ext uri="{FF2B5EF4-FFF2-40B4-BE49-F238E27FC236}">
                      <a16:creationId xmlns:a16="http://schemas.microsoft.com/office/drawing/2014/main" id="{71FFECA8-9E83-8AF3-E2F2-CBE6E8ABE3FA}"/>
                    </a:ext>
                  </a:extLst>
                </p14:cNvPr>
                <p14:cNvContentPartPr/>
                <p14:nvPr/>
              </p14:nvContentPartPr>
              <p14:xfrm>
                <a:off x="10971162" y="398557"/>
                <a:ext cx="120600" cy="236160"/>
              </p14:xfrm>
            </p:contentPart>
          </mc:Choice>
          <mc:Fallback>
            <p:pic>
              <p:nvPicPr>
                <p:cNvPr id="1181" name="잉크 1180">
                  <a:extLst>
                    <a:ext uri="{FF2B5EF4-FFF2-40B4-BE49-F238E27FC236}">
                      <a16:creationId xmlns:a16="http://schemas.microsoft.com/office/drawing/2014/main" id="{71FFECA8-9E83-8AF3-E2F2-CBE6E8ABE3F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953162" y="380917"/>
                  <a:ext cx="1562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182" name="잉크 1181">
                  <a:extLst>
                    <a:ext uri="{FF2B5EF4-FFF2-40B4-BE49-F238E27FC236}">
                      <a16:creationId xmlns:a16="http://schemas.microsoft.com/office/drawing/2014/main" id="{7A63346B-FE7F-DBEE-5F9A-B8FFDFA08DD3}"/>
                    </a:ext>
                  </a:extLst>
                </p14:cNvPr>
                <p14:cNvContentPartPr/>
                <p14:nvPr/>
              </p14:nvContentPartPr>
              <p14:xfrm>
                <a:off x="11125602" y="398557"/>
                <a:ext cx="11160" cy="230040"/>
              </p14:xfrm>
            </p:contentPart>
          </mc:Choice>
          <mc:Fallback>
            <p:pic>
              <p:nvPicPr>
                <p:cNvPr id="1182" name="잉크 1181">
                  <a:extLst>
                    <a:ext uri="{FF2B5EF4-FFF2-40B4-BE49-F238E27FC236}">
                      <a16:creationId xmlns:a16="http://schemas.microsoft.com/office/drawing/2014/main" id="{7A63346B-FE7F-DBEE-5F9A-B8FFDFA08DD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107962" y="380917"/>
                  <a:ext cx="468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183" name="잉크 1182">
                  <a:extLst>
                    <a:ext uri="{FF2B5EF4-FFF2-40B4-BE49-F238E27FC236}">
                      <a16:creationId xmlns:a16="http://schemas.microsoft.com/office/drawing/2014/main" id="{CB928AF3-A1E3-1ABB-5A73-ED57839DD733}"/>
                    </a:ext>
                  </a:extLst>
                </p14:cNvPr>
                <p14:cNvContentPartPr/>
                <p14:nvPr/>
              </p14:nvContentPartPr>
              <p14:xfrm>
                <a:off x="11136762" y="373717"/>
                <a:ext cx="138960" cy="231120"/>
              </p14:xfrm>
            </p:contentPart>
          </mc:Choice>
          <mc:Fallback>
            <p:pic>
              <p:nvPicPr>
                <p:cNvPr id="1183" name="잉크 1182">
                  <a:extLst>
                    <a:ext uri="{FF2B5EF4-FFF2-40B4-BE49-F238E27FC236}">
                      <a16:creationId xmlns:a16="http://schemas.microsoft.com/office/drawing/2014/main" id="{CB928AF3-A1E3-1ABB-5A73-ED57839DD73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118762" y="356077"/>
                  <a:ext cx="1746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184" name="잉크 1183">
                  <a:extLst>
                    <a:ext uri="{FF2B5EF4-FFF2-40B4-BE49-F238E27FC236}">
                      <a16:creationId xmlns:a16="http://schemas.microsoft.com/office/drawing/2014/main" id="{AB9DA8FA-9957-5AE7-8DFB-0E783D50D436}"/>
                    </a:ext>
                  </a:extLst>
                </p14:cNvPr>
                <p14:cNvContentPartPr/>
                <p14:nvPr/>
              </p14:nvContentPartPr>
              <p14:xfrm>
                <a:off x="10808082" y="641917"/>
                <a:ext cx="23400" cy="226440"/>
              </p14:xfrm>
            </p:contentPart>
          </mc:Choice>
          <mc:Fallback>
            <p:pic>
              <p:nvPicPr>
                <p:cNvPr id="1184" name="잉크 1183">
                  <a:extLst>
                    <a:ext uri="{FF2B5EF4-FFF2-40B4-BE49-F238E27FC236}">
                      <a16:creationId xmlns:a16="http://schemas.microsoft.com/office/drawing/2014/main" id="{AB9DA8FA-9957-5AE7-8DFB-0E783D50D43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790442" y="623917"/>
                  <a:ext cx="590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185" name="잉크 1184">
                  <a:extLst>
                    <a:ext uri="{FF2B5EF4-FFF2-40B4-BE49-F238E27FC236}">
                      <a16:creationId xmlns:a16="http://schemas.microsoft.com/office/drawing/2014/main" id="{FB787363-7ECE-554D-B43A-0E8F9A87E0B2}"/>
                    </a:ext>
                  </a:extLst>
                </p14:cNvPr>
                <p14:cNvContentPartPr/>
                <p14:nvPr/>
              </p14:nvContentPartPr>
              <p14:xfrm>
                <a:off x="10839402" y="619597"/>
                <a:ext cx="168480" cy="253800"/>
              </p14:xfrm>
            </p:contentPart>
          </mc:Choice>
          <mc:Fallback>
            <p:pic>
              <p:nvPicPr>
                <p:cNvPr id="1185" name="잉크 1184">
                  <a:extLst>
                    <a:ext uri="{FF2B5EF4-FFF2-40B4-BE49-F238E27FC236}">
                      <a16:creationId xmlns:a16="http://schemas.microsoft.com/office/drawing/2014/main" id="{FB787363-7ECE-554D-B43A-0E8F9A87E0B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821402" y="601597"/>
                  <a:ext cx="2041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187" name="잉크 1186">
                  <a:extLst>
                    <a:ext uri="{FF2B5EF4-FFF2-40B4-BE49-F238E27FC236}">
                      <a16:creationId xmlns:a16="http://schemas.microsoft.com/office/drawing/2014/main" id="{4A1F5A3D-4615-24C9-3BEF-944BFFBDE83D}"/>
                    </a:ext>
                  </a:extLst>
                </p14:cNvPr>
                <p14:cNvContentPartPr/>
                <p14:nvPr/>
              </p14:nvContentPartPr>
              <p14:xfrm>
                <a:off x="11002122" y="637237"/>
                <a:ext cx="106200" cy="216360"/>
              </p14:xfrm>
            </p:contentPart>
          </mc:Choice>
          <mc:Fallback>
            <p:pic>
              <p:nvPicPr>
                <p:cNvPr id="1187" name="잉크 1186">
                  <a:extLst>
                    <a:ext uri="{FF2B5EF4-FFF2-40B4-BE49-F238E27FC236}">
                      <a16:creationId xmlns:a16="http://schemas.microsoft.com/office/drawing/2014/main" id="{4A1F5A3D-4615-24C9-3BEF-944BFFBDE83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984482" y="619597"/>
                  <a:ext cx="1418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188" name="잉크 1187">
                  <a:extLst>
                    <a:ext uri="{FF2B5EF4-FFF2-40B4-BE49-F238E27FC236}">
                      <a16:creationId xmlns:a16="http://schemas.microsoft.com/office/drawing/2014/main" id="{B73C92F8-5223-C4C4-1987-5CB57A2B6635}"/>
                    </a:ext>
                  </a:extLst>
                </p14:cNvPr>
                <p14:cNvContentPartPr/>
                <p14:nvPr/>
              </p14:nvContentPartPr>
              <p14:xfrm>
                <a:off x="11119122" y="655597"/>
                <a:ext cx="16560" cy="197280"/>
              </p14:xfrm>
            </p:contentPart>
          </mc:Choice>
          <mc:Fallback>
            <p:pic>
              <p:nvPicPr>
                <p:cNvPr id="1188" name="잉크 1187">
                  <a:extLst>
                    <a:ext uri="{FF2B5EF4-FFF2-40B4-BE49-F238E27FC236}">
                      <a16:creationId xmlns:a16="http://schemas.microsoft.com/office/drawing/2014/main" id="{B73C92F8-5223-C4C4-1987-5CB57A2B663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101122" y="637957"/>
                  <a:ext cx="522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189" name="잉크 1188">
                  <a:extLst>
                    <a:ext uri="{FF2B5EF4-FFF2-40B4-BE49-F238E27FC236}">
                      <a16:creationId xmlns:a16="http://schemas.microsoft.com/office/drawing/2014/main" id="{2EA666DC-4D90-2BE2-A07C-A71FCC85771A}"/>
                    </a:ext>
                  </a:extLst>
                </p14:cNvPr>
                <p14:cNvContentPartPr/>
                <p14:nvPr/>
              </p14:nvContentPartPr>
              <p14:xfrm>
                <a:off x="11139282" y="632917"/>
                <a:ext cx="113040" cy="208800"/>
              </p14:xfrm>
            </p:contentPart>
          </mc:Choice>
          <mc:Fallback>
            <p:pic>
              <p:nvPicPr>
                <p:cNvPr id="1189" name="잉크 1188">
                  <a:extLst>
                    <a:ext uri="{FF2B5EF4-FFF2-40B4-BE49-F238E27FC236}">
                      <a16:creationId xmlns:a16="http://schemas.microsoft.com/office/drawing/2014/main" id="{2EA666DC-4D90-2BE2-A07C-A71FCC85771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1121642" y="614917"/>
                  <a:ext cx="1486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190" name="잉크 1189">
                  <a:extLst>
                    <a:ext uri="{FF2B5EF4-FFF2-40B4-BE49-F238E27FC236}">
                      <a16:creationId xmlns:a16="http://schemas.microsoft.com/office/drawing/2014/main" id="{423687AE-CE52-1110-3CF2-9B7459470A92}"/>
                    </a:ext>
                  </a:extLst>
                </p14:cNvPr>
                <p14:cNvContentPartPr/>
                <p14:nvPr/>
              </p14:nvContentPartPr>
              <p14:xfrm>
                <a:off x="10817802" y="879157"/>
                <a:ext cx="3240" cy="191160"/>
              </p14:xfrm>
            </p:contentPart>
          </mc:Choice>
          <mc:Fallback>
            <p:pic>
              <p:nvPicPr>
                <p:cNvPr id="1190" name="잉크 1189">
                  <a:extLst>
                    <a:ext uri="{FF2B5EF4-FFF2-40B4-BE49-F238E27FC236}">
                      <a16:creationId xmlns:a16="http://schemas.microsoft.com/office/drawing/2014/main" id="{423687AE-CE52-1110-3CF2-9B7459470A9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799802" y="861517"/>
                  <a:ext cx="388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191" name="잉크 1190">
                  <a:extLst>
                    <a:ext uri="{FF2B5EF4-FFF2-40B4-BE49-F238E27FC236}">
                      <a16:creationId xmlns:a16="http://schemas.microsoft.com/office/drawing/2014/main" id="{C1A05BA6-C69D-DAD5-D7BA-E8D480223B29}"/>
                    </a:ext>
                  </a:extLst>
                </p14:cNvPr>
                <p14:cNvContentPartPr/>
                <p14:nvPr/>
              </p14:nvContentPartPr>
              <p14:xfrm>
                <a:off x="10837962" y="800677"/>
                <a:ext cx="159840" cy="271080"/>
              </p14:xfrm>
            </p:contentPart>
          </mc:Choice>
          <mc:Fallback>
            <p:pic>
              <p:nvPicPr>
                <p:cNvPr id="1191" name="잉크 1190">
                  <a:extLst>
                    <a:ext uri="{FF2B5EF4-FFF2-40B4-BE49-F238E27FC236}">
                      <a16:creationId xmlns:a16="http://schemas.microsoft.com/office/drawing/2014/main" id="{C1A05BA6-C69D-DAD5-D7BA-E8D480223B2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819962" y="783037"/>
                  <a:ext cx="1954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192" name="잉크 1191">
                  <a:extLst>
                    <a:ext uri="{FF2B5EF4-FFF2-40B4-BE49-F238E27FC236}">
                      <a16:creationId xmlns:a16="http://schemas.microsoft.com/office/drawing/2014/main" id="{EBC5693A-EC46-E0AF-3EF2-6F78B7EDB452}"/>
                    </a:ext>
                  </a:extLst>
                </p14:cNvPr>
                <p14:cNvContentPartPr/>
                <p14:nvPr/>
              </p14:nvContentPartPr>
              <p14:xfrm>
                <a:off x="11002122" y="834157"/>
                <a:ext cx="119880" cy="218880"/>
              </p14:xfrm>
            </p:contentPart>
          </mc:Choice>
          <mc:Fallback>
            <p:pic>
              <p:nvPicPr>
                <p:cNvPr id="1192" name="잉크 1191">
                  <a:extLst>
                    <a:ext uri="{FF2B5EF4-FFF2-40B4-BE49-F238E27FC236}">
                      <a16:creationId xmlns:a16="http://schemas.microsoft.com/office/drawing/2014/main" id="{EBC5693A-EC46-E0AF-3EF2-6F78B7EDB45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984482" y="816517"/>
                  <a:ext cx="1555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193" name="잉크 1192">
                  <a:extLst>
                    <a:ext uri="{FF2B5EF4-FFF2-40B4-BE49-F238E27FC236}">
                      <a16:creationId xmlns:a16="http://schemas.microsoft.com/office/drawing/2014/main" id="{2A305A4D-090B-F860-23B6-FEBB9BD8FF39}"/>
                    </a:ext>
                  </a:extLst>
                </p14:cNvPr>
                <p14:cNvContentPartPr/>
                <p14:nvPr/>
              </p14:nvContentPartPr>
              <p14:xfrm>
                <a:off x="11136762" y="858277"/>
                <a:ext cx="11160" cy="188280"/>
              </p14:xfrm>
            </p:contentPart>
          </mc:Choice>
          <mc:Fallback>
            <p:pic>
              <p:nvPicPr>
                <p:cNvPr id="1193" name="잉크 1192">
                  <a:extLst>
                    <a:ext uri="{FF2B5EF4-FFF2-40B4-BE49-F238E27FC236}">
                      <a16:creationId xmlns:a16="http://schemas.microsoft.com/office/drawing/2014/main" id="{2A305A4D-090B-F860-23B6-FEBB9BD8FF3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118762" y="840637"/>
                  <a:ext cx="468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194" name="잉크 1193">
                  <a:extLst>
                    <a:ext uri="{FF2B5EF4-FFF2-40B4-BE49-F238E27FC236}">
                      <a16:creationId xmlns:a16="http://schemas.microsoft.com/office/drawing/2014/main" id="{C639D375-1867-A150-B534-814E7FE2B640}"/>
                    </a:ext>
                  </a:extLst>
                </p14:cNvPr>
                <p14:cNvContentPartPr/>
                <p14:nvPr/>
              </p14:nvContentPartPr>
              <p14:xfrm>
                <a:off x="11128842" y="876997"/>
                <a:ext cx="141120" cy="210600"/>
              </p14:xfrm>
            </p:contentPart>
          </mc:Choice>
          <mc:Fallback>
            <p:pic>
              <p:nvPicPr>
                <p:cNvPr id="1194" name="잉크 1193">
                  <a:extLst>
                    <a:ext uri="{FF2B5EF4-FFF2-40B4-BE49-F238E27FC236}">
                      <a16:creationId xmlns:a16="http://schemas.microsoft.com/office/drawing/2014/main" id="{C639D375-1867-A150-B534-814E7FE2B64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110842" y="858997"/>
                  <a:ext cx="1767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195" name="잉크 1194">
                  <a:extLst>
                    <a:ext uri="{FF2B5EF4-FFF2-40B4-BE49-F238E27FC236}">
                      <a16:creationId xmlns:a16="http://schemas.microsoft.com/office/drawing/2014/main" id="{99F5F669-7D56-A477-89EA-AE3354F77F94}"/>
                    </a:ext>
                  </a:extLst>
                </p14:cNvPr>
                <p14:cNvContentPartPr/>
                <p14:nvPr/>
              </p14:nvContentPartPr>
              <p14:xfrm>
                <a:off x="10881522" y="1112077"/>
                <a:ext cx="7200" cy="29880"/>
              </p14:xfrm>
            </p:contentPart>
          </mc:Choice>
          <mc:Fallback>
            <p:pic>
              <p:nvPicPr>
                <p:cNvPr id="1195" name="잉크 1194">
                  <a:extLst>
                    <a:ext uri="{FF2B5EF4-FFF2-40B4-BE49-F238E27FC236}">
                      <a16:creationId xmlns:a16="http://schemas.microsoft.com/office/drawing/2014/main" id="{99F5F669-7D56-A477-89EA-AE3354F77F9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863522" y="1094077"/>
                  <a:ext cx="428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196" name="잉크 1195">
                  <a:extLst>
                    <a:ext uri="{FF2B5EF4-FFF2-40B4-BE49-F238E27FC236}">
                      <a16:creationId xmlns:a16="http://schemas.microsoft.com/office/drawing/2014/main" id="{3C527984-3D22-5F64-BE64-BBFEA084E789}"/>
                    </a:ext>
                  </a:extLst>
                </p14:cNvPr>
                <p14:cNvContentPartPr/>
                <p14:nvPr/>
              </p14:nvContentPartPr>
              <p14:xfrm>
                <a:off x="10908522" y="1238077"/>
                <a:ext cx="360" cy="360"/>
              </p14:xfrm>
            </p:contentPart>
          </mc:Choice>
          <mc:Fallback>
            <p:pic>
              <p:nvPicPr>
                <p:cNvPr id="1196" name="잉크 1195">
                  <a:extLst>
                    <a:ext uri="{FF2B5EF4-FFF2-40B4-BE49-F238E27FC236}">
                      <a16:creationId xmlns:a16="http://schemas.microsoft.com/office/drawing/2014/main" id="{3C527984-3D22-5F64-BE64-BBFEA084E78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890882" y="122007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97" name="잉크 1196">
                  <a:extLst>
                    <a:ext uri="{FF2B5EF4-FFF2-40B4-BE49-F238E27FC236}">
                      <a16:creationId xmlns:a16="http://schemas.microsoft.com/office/drawing/2014/main" id="{75E196BF-C502-6217-16F6-4533134DFA3C}"/>
                    </a:ext>
                  </a:extLst>
                </p14:cNvPr>
                <p14:cNvContentPartPr/>
                <p14:nvPr/>
              </p14:nvContentPartPr>
              <p14:xfrm>
                <a:off x="11017242" y="1243837"/>
                <a:ext cx="360" cy="360"/>
              </p14:xfrm>
            </p:contentPart>
          </mc:Choice>
          <mc:Fallback>
            <p:pic>
              <p:nvPicPr>
                <p:cNvPr id="1197" name="잉크 1196">
                  <a:extLst>
                    <a:ext uri="{FF2B5EF4-FFF2-40B4-BE49-F238E27FC236}">
                      <a16:creationId xmlns:a16="http://schemas.microsoft.com/office/drawing/2014/main" id="{75E196BF-C502-6217-16F6-4533134DFA3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999242" y="122583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198" name="잉크 1197">
                  <a:extLst>
                    <a:ext uri="{FF2B5EF4-FFF2-40B4-BE49-F238E27FC236}">
                      <a16:creationId xmlns:a16="http://schemas.microsoft.com/office/drawing/2014/main" id="{E9E17DC5-67E6-0D30-AD97-C481F51F1044}"/>
                    </a:ext>
                  </a:extLst>
                </p14:cNvPr>
                <p14:cNvContentPartPr/>
                <p14:nvPr/>
              </p14:nvContentPartPr>
              <p14:xfrm>
                <a:off x="11398482" y="732997"/>
                <a:ext cx="64080" cy="14400"/>
              </p14:xfrm>
            </p:contentPart>
          </mc:Choice>
          <mc:Fallback>
            <p:pic>
              <p:nvPicPr>
                <p:cNvPr id="1198" name="잉크 1197">
                  <a:extLst>
                    <a:ext uri="{FF2B5EF4-FFF2-40B4-BE49-F238E27FC236}">
                      <a16:creationId xmlns:a16="http://schemas.microsoft.com/office/drawing/2014/main" id="{E9E17DC5-67E6-0D30-AD97-C481F51F104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380842" y="715357"/>
                  <a:ext cx="997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199" name="잉크 1198">
                  <a:extLst>
                    <a:ext uri="{FF2B5EF4-FFF2-40B4-BE49-F238E27FC236}">
                      <a16:creationId xmlns:a16="http://schemas.microsoft.com/office/drawing/2014/main" id="{7150CE0E-AD9D-EC17-AA7B-2B608310EFE0}"/>
                    </a:ext>
                  </a:extLst>
                </p14:cNvPr>
                <p14:cNvContentPartPr/>
                <p14:nvPr/>
              </p14:nvContentPartPr>
              <p14:xfrm>
                <a:off x="11543922" y="734797"/>
                <a:ext cx="64080" cy="1440"/>
              </p14:xfrm>
            </p:contentPart>
          </mc:Choice>
          <mc:Fallback>
            <p:pic>
              <p:nvPicPr>
                <p:cNvPr id="1199" name="잉크 1198">
                  <a:extLst>
                    <a:ext uri="{FF2B5EF4-FFF2-40B4-BE49-F238E27FC236}">
                      <a16:creationId xmlns:a16="http://schemas.microsoft.com/office/drawing/2014/main" id="{7150CE0E-AD9D-EC17-AA7B-2B608310EFE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525922" y="716797"/>
                  <a:ext cx="99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200" name="잉크 1199">
                  <a:extLst>
                    <a:ext uri="{FF2B5EF4-FFF2-40B4-BE49-F238E27FC236}">
                      <a16:creationId xmlns:a16="http://schemas.microsoft.com/office/drawing/2014/main" id="{4E488731-7A7B-4723-5A55-376DDEDC1AC6}"/>
                    </a:ext>
                  </a:extLst>
                </p14:cNvPr>
                <p14:cNvContentPartPr/>
                <p14:nvPr/>
              </p14:nvContentPartPr>
              <p14:xfrm>
                <a:off x="11678202" y="742717"/>
                <a:ext cx="16560" cy="2520"/>
              </p14:xfrm>
            </p:contentPart>
          </mc:Choice>
          <mc:Fallback>
            <p:pic>
              <p:nvPicPr>
                <p:cNvPr id="1200" name="잉크 1199">
                  <a:extLst>
                    <a:ext uri="{FF2B5EF4-FFF2-40B4-BE49-F238E27FC236}">
                      <a16:creationId xmlns:a16="http://schemas.microsoft.com/office/drawing/2014/main" id="{4E488731-7A7B-4723-5A55-376DDEDC1AC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660202" y="725077"/>
                  <a:ext cx="522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201" name="잉크 1200">
                  <a:extLst>
                    <a:ext uri="{FF2B5EF4-FFF2-40B4-BE49-F238E27FC236}">
                      <a16:creationId xmlns:a16="http://schemas.microsoft.com/office/drawing/2014/main" id="{2BF4DAD6-7C34-7F46-9560-736DB025F44F}"/>
                    </a:ext>
                  </a:extLst>
                </p14:cNvPr>
                <p14:cNvContentPartPr/>
                <p14:nvPr/>
              </p14:nvContentPartPr>
              <p14:xfrm>
                <a:off x="11570922" y="545437"/>
                <a:ext cx="9720" cy="3240"/>
              </p14:xfrm>
            </p:contentPart>
          </mc:Choice>
          <mc:Fallback>
            <p:pic>
              <p:nvPicPr>
                <p:cNvPr id="1201" name="잉크 1200">
                  <a:extLst>
                    <a:ext uri="{FF2B5EF4-FFF2-40B4-BE49-F238E27FC236}">
                      <a16:creationId xmlns:a16="http://schemas.microsoft.com/office/drawing/2014/main" id="{2BF4DAD6-7C34-7F46-9560-736DB025F44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552922" y="527437"/>
                  <a:ext cx="453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202" name="잉크 1201">
                  <a:extLst>
                    <a:ext uri="{FF2B5EF4-FFF2-40B4-BE49-F238E27FC236}">
                      <a16:creationId xmlns:a16="http://schemas.microsoft.com/office/drawing/2014/main" id="{15BDE35C-91D3-E4AD-38B0-9C00F4592622}"/>
                    </a:ext>
                  </a:extLst>
                </p14:cNvPr>
                <p14:cNvContentPartPr/>
                <p14:nvPr/>
              </p14:nvContentPartPr>
              <p14:xfrm>
                <a:off x="11676762" y="549397"/>
                <a:ext cx="360" cy="360"/>
              </p14:xfrm>
            </p:contentPart>
          </mc:Choice>
          <mc:Fallback>
            <p:pic>
              <p:nvPicPr>
                <p:cNvPr id="1202" name="잉크 1201">
                  <a:extLst>
                    <a:ext uri="{FF2B5EF4-FFF2-40B4-BE49-F238E27FC236}">
                      <a16:creationId xmlns:a16="http://schemas.microsoft.com/office/drawing/2014/main" id="{15BDE35C-91D3-E4AD-38B0-9C00F459262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658762" y="53139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203" name="잉크 1202">
                  <a:extLst>
                    <a:ext uri="{FF2B5EF4-FFF2-40B4-BE49-F238E27FC236}">
                      <a16:creationId xmlns:a16="http://schemas.microsoft.com/office/drawing/2014/main" id="{2A9FDFAB-5C7E-263F-96EE-7AAADD735CCA}"/>
                    </a:ext>
                  </a:extLst>
                </p14:cNvPr>
                <p14:cNvContentPartPr/>
                <p14:nvPr/>
              </p14:nvContentPartPr>
              <p14:xfrm>
                <a:off x="11774322" y="579277"/>
                <a:ext cx="360" cy="360"/>
              </p14:xfrm>
            </p:contentPart>
          </mc:Choice>
          <mc:Fallback>
            <p:pic>
              <p:nvPicPr>
                <p:cNvPr id="1203" name="잉크 1202">
                  <a:extLst>
                    <a:ext uri="{FF2B5EF4-FFF2-40B4-BE49-F238E27FC236}">
                      <a16:creationId xmlns:a16="http://schemas.microsoft.com/office/drawing/2014/main" id="{2A9FDFAB-5C7E-263F-96EE-7AAADD735CC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756682" y="56163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207" name="잉크 1206">
                  <a:extLst>
                    <a:ext uri="{FF2B5EF4-FFF2-40B4-BE49-F238E27FC236}">
                      <a16:creationId xmlns:a16="http://schemas.microsoft.com/office/drawing/2014/main" id="{61DEA8BB-ABBC-E1AF-736D-240D50ADF034}"/>
                    </a:ext>
                  </a:extLst>
                </p14:cNvPr>
                <p14:cNvContentPartPr/>
                <p14:nvPr/>
              </p14:nvContentPartPr>
              <p14:xfrm>
                <a:off x="10196082" y="679357"/>
                <a:ext cx="717840" cy="572400"/>
              </p14:xfrm>
            </p:contentPart>
          </mc:Choice>
          <mc:Fallback>
            <p:pic>
              <p:nvPicPr>
                <p:cNvPr id="1207" name="잉크 1206">
                  <a:extLst>
                    <a:ext uri="{FF2B5EF4-FFF2-40B4-BE49-F238E27FC236}">
                      <a16:creationId xmlns:a16="http://schemas.microsoft.com/office/drawing/2014/main" id="{61DEA8BB-ABBC-E1AF-736D-240D50ADF03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178442" y="661357"/>
                  <a:ext cx="75348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208" name="잉크 1207">
                  <a:extLst>
                    <a:ext uri="{FF2B5EF4-FFF2-40B4-BE49-F238E27FC236}">
                      <a16:creationId xmlns:a16="http://schemas.microsoft.com/office/drawing/2014/main" id="{037E74EF-47E3-9F52-C790-79309AE88ED9}"/>
                    </a:ext>
                  </a:extLst>
                </p14:cNvPr>
                <p14:cNvContentPartPr/>
                <p14:nvPr/>
              </p14:nvContentPartPr>
              <p14:xfrm>
                <a:off x="10899162" y="738397"/>
                <a:ext cx="14040" cy="111960"/>
              </p14:xfrm>
            </p:contentPart>
          </mc:Choice>
          <mc:Fallback>
            <p:pic>
              <p:nvPicPr>
                <p:cNvPr id="1208" name="잉크 1207">
                  <a:extLst>
                    <a:ext uri="{FF2B5EF4-FFF2-40B4-BE49-F238E27FC236}">
                      <a16:creationId xmlns:a16="http://schemas.microsoft.com/office/drawing/2014/main" id="{037E74EF-47E3-9F52-C790-79309AE88ED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881162" y="720397"/>
                  <a:ext cx="49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209" name="잉크 1208">
                  <a:extLst>
                    <a:ext uri="{FF2B5EF4-FFF2-40B4-BE49-F238E27FC236}">
                      <a16:creationId xmlns:a16="http://schemas.microsoft.com/office/drawing/2014/main" id="{0170FFBD-9AD8-1D2A-6522-7433BB343B86}"/>
                    </a:ext>
                  </a:extLst>
                </p14:cNvPr>
                <p14:cNvContentPartPr/>
                <p14:nvPr/>
              </p14:nvContentPartPr>
              <p14:xfrm>
                <a:off x="10786122" y="633637"/>
                <a:ext cx="231480" cy="216000"/>
              </p14:xfrm>
            </p:contentPart>
          </mc:Choice>
          <mc:Fallback>
            <p:pic>
              <p:nvPicPr>
                <p:cNvPr id="1209" name="잉크 1208">
                  <a:extLst>
                    <a:ext uri="{FF2B5EF4-FFF2-40B4-BE49-F238E27FC236}">
                      <a16:creationId xmlns:a16="http://schemas.microsoft.com/office/drawing/2014/main" id="{0170FFBD-9AD8-1D2A-6522-7433BB343B8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768482" y="615997"/>
                  <a:ext cx="2671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210" name="잉크 1209">
                  <a:extLst>
                    <a:ext uri="{FF2B5EF4-FFF2-40B4-BE49-F238E27FC236}">
                      <a16:creationId xmlns:a16="http://schemas.microsoft.com/office/drawing/2014/main" id="{14DC13A0-38CD-FA16-CE4E-D63DC1339134}"/>
                    </a:ext>
                  </a:extLst>
                </p14:cNvPr>
                <p14:cNvContentPartPr/>
                <p14:nvPr/>
              </p14:nvContentPartPr>
              <p14:xfrm>
                <a:off x="10813482" y="644077"/>
                <a:ext cx="151200" cy="174240"/>
              </p14:xfrm>
            </p:contentPart>
          </mc:Choice>
          <mc:Fallback>
            <p:pic>
              <p:nvPicPr>
                <p:cNvPr id="1210" name="잉크 1209">
                  <a:extLst>
                    <a:ext uri="{FF2B5EF4-FFF2-40B4-BE49-F238E27FC236}">
                      <a16:creationId xmlns:a16="http://schemas.microsoft.com/office/drawing/2014/main" id="{14DC13A0-38CD-FA16-CE4E-D63DC133913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795842" y="626437"/>
                  <a:ext cx="186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212" name="잉크 1211">
                  <a:extLst>
                    <a:ext uri="{FF2B5EF4-FFF2-40B4-BE49-F238E27FC236}">
                      <a16:creationId xmlns:a16="http://schemas.microsoft.com/office/drawing/2014/main" id="{D0FBD3CC-AA25-2685-7F5B-22ECB34E34CA}"/>
                    </a:ext>
                  </a:extLst>
                </p14:cNvPr>
                <p14:cNvContentPartPr/>
                <p14:nvPr/>
              </p14:nvContentPartPr>
              <p14:xfrm>
                <a:off x="9880002" y="1737757"/>
                <a:ext cx="29880" cy="72720"/>
              </p14:xfrm>
            </p:contentPart>
          </mc:Choice>
          <mc:Fallback>
            <p:pic>
              <p:nvPicPr>
                <p:cNvPr id="1212" name="잉크 1211">
                  <a:extLst>
                    <a:ext uri="{FF2B5EF4-FFF2-40B4-BE49-F238E27FC236}">
                      <a16:creationId xmlns:a16="http://schemas.microsoft.com/office/drawing/2014/main" id="{D0FBD3CC-AA25-2685-7F5B-22ECB34E34C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862362" y="1719757"/>
                  <a:ext cx="655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213" name="잉크 1212">
                  <a:extLst>
                    <a:ext uri="{FF2B5EF4-FFF2-40B4-BE49-F238E27FC236}">
                      <a16:creationId xmlns:a16="http://schemas.microsoft.com/office/drawing/2014/main" id="{129C9C44-5BFF-CF33-3116-50CCF7A7DA7A}"/>
                    </a:ext>
                  </a:extLst>
                </p14:cNvPr>
                <p14:cNvContentPartPr/>
                <p14:nvPr/>
              </p14:nvContentPartPr>
              <p14:xfrm>
                <a:off x="9913842" y="1771597"/>
                <a:ext cx="14040" cy="27360"/>
              </p14:xfrm>
            </p:contentPart>
          </mc:Choice>
          <mc:Fallback>
            <p:pic>
              <p:nvPicPr>
                <p:cNvPr id="1213" name="잉크 1212">
                  <a:extLst>
                    <a:ext uri="{FF2B5EF4-FFF2-40B4-BE49-F238E27FC236}">
                      <a16:creationId xmlns:a16="http://schemas.microsoft.com/office/drawing/2014/main" id="{129C9C44-5BFF-CF33-3116-50CCF7A7DA7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896202" y="1753957"/>
                  <a:ext cx="49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214" name="잉크 1213">
                  <a:extLst>
                    <a:ext uri="{FF2B5EF4-FFF2-40B4-BE49-F238E27FC236}">
                      <a16:creationId xmlns:a16="http://schemas.microsoft.com/office/drawing/2014/main" id="{23F34F71-52A7-B4DD-C30C-1FA923E712C7}"/>
                    </a:ext>
                  </a:extLst>
                </p14:cNvPr>
                <p14:cNvContentPartPr/>
                <p14:nvPr/>
              </p14:nvContentPartPr>
              <p14:xfrm>
                <a:off x="9927522" y="1771597"/>
                <a:ext cx="34200" cy="27720"/>
              </p14:xfrm>
            </p:contentPart>
          </mc:Choice>
          <mc:Fallback>
            <p:pic>
              <p:nvPicPr>
                <p:cNvPr id="1214" name="잉크 1213">
                  <a:extLst>
                    <a:ext uri="{FF2B5EF4-FFF2-40B4-BE49-F238E27FC236}">
                      <a16:creationId xmlns:a16="http://schemas.microsoft.com/office/drawing/2014/main" id="{23F34F71-52A7-B4DD-C30C-1FA923E712C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909522" y="1753957"/>
                  <a:ext cx="6984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1" name="그룹 1250">
            <a:extLst>
              <a:ext uri="{FF2B5EF4-FFF2-40B4-BE49-F238E27FC236}">
                <a16:creationId xmlns:a16="http://schemas.microsoft.com/office/drawing/2014/main" id="{B12CCDAC-152F-75CD-AD34-4571C38315DC}"/>
              </a:ext>
            </a:extLst>
          </p:cNvPr>
          <p:cNvGrpSpPr/>
          <p:nvPr/>
        </p:nvGrpSpPr>
        <p:grpSpPr>
          <a:xfrm>
            <a:off x="10064322" y="360397"/>
            <a:ext cx="1253160" cy="882360"/>
            <a:chOff x="10064322" y="360397"/>
            <a:chExt cx="1253160" cy="88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216" name="잉크 1215">
                  <a:extLst>
                    <a:ext uri="{FF2B5EF4-FFF2-40B4-BE49-F238E27FC236}">
                      <a16:creationId xmlns:a16="http://schemas.microsoft.com/office/drawing/2014/main" id="{D6FC1EF7-8B8C-ADDE-7FD0-679D2C11C12B}"/>
                    </a:ext>
                  </a:extLst>
                </p14:cNvPr>
                <p14:cNvContentPartPr/>
                <p14:nvPr/>
              </p14:nvContentPartPr>
              <p14:xfrm>
                <a:off x="10064322" y="802477"/>
                <a:ext cx="806400" cy="228600"/>
              </p14:xfrm>
            </p:contentPart>
          </mc:Choice>
          <mc:Fallback>
            <p:pic>
              <p:nvPicPr>
                <p:cNvPr id="1216" name="잉크 1215">
                  <a:extLst>
                    <a:ext uri="{FF2B5EF4-FFF2-40B4-BE49-F238E27FC236}">
                      <a16:creationId xmlns:a16="http://schemas.microsoft.com/office/drawing/2014/main" id="{D6FC1EF7-8B8C-ADDE-7FD0-679D2C11C12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046682" y="784477"/>
                  <a:ext cx="8420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217" name="잉크 1216">
                  <a:extLst>
                    <a:ext uri="{FF2B5EF4-FFF2-40B4-BE49-F238E27FC236}">
                      <a16:creationId xmlns:a16="http://schemas.microsoft.com/office/drawing/2014/main" id="{1BCFE833-DCF6-CF84-5247-E144205B3169}"/>
                    </a:ext>
                  </a:extLst>
                </p14:cNvPr>
                <p14:cNvContentPartPr/>
                <p14:nvPr/>
              </p14:nvContentPartPr>
              <p14:xfrm>
                <a:off x="10777122" y="749557"/>
                <a:ext cx="75960" cy="136440"/>
              </p14:xfrm>
            </p:contentPart>
          </mc:Choice>
          <mc:Fallback>
            <p:pic>
              <p:nvPicPr>
                <p:cNvPr id="1217" name="잉크 1216">
                  <a:extLst>
                    <a:ext uri="{FF2B5EF4-FFF2-40B4-BE49-F238E27FC236}">
                      <a16:creationId xmlns:a16="http://schemas.microsoft.com/office/drawing/2014/main" id="{1BCFE833-DCF6-CF84-5247-E144205B316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759122" y="731557"/>
                  <a:ext cx="1116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219" name="잉크 1218">
                  <a:extLst>
                    <a:ext uri="{FF2B5EF4-FFF2-40B4-BE49-F238E27FC236}">
                      <a16:creationId xmlns:a16="http://schemas.microsoft.com/office/drawing/2014/main" id="{A7F0F569-8A58-B390-B400-F172FE05B8FF}"/>
                    </a:ext>
                  </a:extLst>
                </p14:cNvPr>
                <p14:cNvContentPartPr/>
                <p14:nvPr/>
              </p14:nvContentPartPr>
              <p14:xfrm>
                <a:off x="10623402" y="703117"/>
                <a:ext cx="195120" cy="31680"/>
              </p14:xfrm>
            </p:contentPart>
          </mc:Choice>
          <mc:Fallback>
            <p:pic>
              <p:nvPicPr>
                <p:cNvPr id="1219" name="잉크 1218">
                  <a:extLst>
                    <a:ext uri="{FF2B5EF4-FFF2-40B4-BE49-F238E27FC236}">
                      <a16:creationId xmlns:a16="http://schemas.microsoft.com/office/drawing/2014/main" id="{A7F0F569-8A58-B390-B400-F172FE05B8F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605402" y="685117"/>
                  <a:ext cx="2307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220" name="잉크 1219">
                  <a:extLst>
                    <a:ext uri="{FF2B5EF4-FFF2-40B4-BE49-F238E27FC236}">
                      <a16:creationId xmlns:a16="http://schemas.microsoft.com/office/drawing/2014/main" id="{F630A4C7-8084-0163-F559-1309B1725A06}"/>
                    </a:ext>
                  </a:extLst>
                </p14:cNvPr>
                <p14:cNvContentPartPr/>
                <p14:nvPr/>
              </p14:nvContentPartPr>
              <p14:xfrm>
                <a:off x="10618362" y="684037"/>
                <a:ext cx="88200" cy="113040"/>
              </p14:xfrm>
            </p:contentPart>
          </mc:Choice>
          <mc:Fallback>
            <p:pic>
              <p:nvPicPr>
                <p:cNvPr id="1220" name="잉크 1219">
                  <a:extLst>
                    <a:ext uri="{FF2B5EF4-FFF2-40B4-BE49-F238E27FC236}">
                      <a16:creationId xmlns:a16="http://schemas.microsoft.com/office/drawing/2014/main" id="{F630A4C7-8084-0163-F559-1309B1725A0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600722" y="666037"/>
                  <a:ext cx="123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21" name="잉크 1220">
                  <a:extLst>
                    <a:ext uri="{FF2B5EF4-FFF2-40B4-BE49-F238E27FC236}">
                      <a16:creationId xmlns:a16="http://schemas.microsoft.com/office/drawing/2014/main" id="{12C448F8-ABBB-C9DA-725F-F0D61A020141}"/>
                    </a:ext>
                  </a:extLst>
                </p14:cNvPr>
                <p14:cNvContentPartPr/>
                <p14:nvPr/>
              </p14:nvContentPartPr>
              <p14:xfrm>
                <a:off x="10873602" y="501877"/>
                <a:ext cx="64080" cy="239400"/>
              </p14:xfrm>
            </p:contentPart>
          </mc:Choice>
          <mc:Fallback>
            <p:pic>
              <p:nvPicPr>
                <p:cNvPr id="1221" name="잉크 1220">
                  <a:extLst>
                    <a:ext uri="{FF2B5EF4-FFF2-40B4-BE49-F238E27FC236}">
                      <a16:creationId xmlns:a16="http://schemas.microsoft.com/office/drawing/2014/main" id="{12C448F8-ABBB-C9DA-725F-F0D61A02014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855602" y="484237"/>
                  <a:ext cx="997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22" name="잉크 1221">
                  <a:extLst>
                    <a:ext uri="{FF2B5EF4-FFF2-40B4-BE49-F238E27FC236}">
                      <a16:creationId xmlns:a16="http://schemas.microsoft.com/office/drawing/2014/main" id="{2434AAB9-567A-C3CD-DF47-CF66CF9D5076}"/>
                    </a:ext>
                  </a:extLst>
                </p14:cNvPr>
                <p14:cNvContentPartPr/>
                <p14:nvPr/>
              </p14:nvContentPartPr>
              <p14:xfrm>
                <a:off x="10897722" y="519877"/>
                <a:ext cx="53280" cy="47880"/>
              </p14:xfrm>
            </p:contentPart>
          </mc:Choice>
          <mc:Fallback>
            <p:pic>
              <p:nvPicPr>
                <p:cNvPr id="1222" name="잉크 1221">
                  <a:extLst>
                    <a:ext uri="{FF2B5EF4-FFF2-40B4-BE49-F238E27FC236}">
                      <a16:creationId xmlns:a16="http://schemas.microsoft.com/office/drawing/2014/main" id="{2434AAB9-567A-C3CD-DF47-CF66CF9D507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880082" y="502237"/>
                  <a:ext cx="889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23" name="잉크 1222">
                  <a:extLst>
                    <a:ext uri="{FF2B5EF4-FFF2-40B4-BE49-F238E27FC236}">
                      <a16:creationId xmlns:a16="http://schemas.microsoft.com/office/drawing/2014/main" id="{9F6EFB37-7AD9-4ADF-137A-713DD4987A89}"/>
                    </a:ext>
                  </a:extLst>
                </p14:cNvPr>
                <p14:cNvContentPartPr/>
                <p14:nvPr/>
              </p14:nvContentPartPr>
              <p14:xfrm>
                <a:off x="10906002" y="724717"/>
                <a:ext cx="126720" cy="11520"/>
              </p14:xfrm>
            </p:contentPart>
          </mc:Choice>
          <mc:Fallback>
            <p:pic>
              <p:nvPicPr>
                <p:cNvPr id="1223" name="잉크 1222">
                  <a:extLst>
                    <a:ext uri="{FF2B5EF4-FFF2-40B4-BE49-F238E27FC236}">
                      <a16:creationId xmlns:a16="http://schemas.microsoft.com/office/drawing/2014/main" id="{9F6EFB37-7AD9-4ADF-137A-713DD4987A8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888002" y="707077"/>
                  <a:ext cx="1623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24" name="잉크 1223">
                  <a:extLst>
                    <a:ext uri="{FF2B5EF4-FFF2-40B4-BE49-F238E27FC236}">
                      <a16:creationId xmlns:a16="http://schemas.microsoft.com/office/drawing/2014/main" id="{597D0F13-5CA3-C060-5E2F-EB3746B3E666}"/>
                    </a:ext>
                  </a:extLst>
                </p14:cNvPr>
                <p14:cNvContentPartPr/>
                <p14:nvPr/>
              </p14:nvContentPartPr>
              <p14:xfrm>
                <a:off x="11022642" y="684397"/>
                <a:ext cx="39240" cy="95040"/>
              </p14:xfrm>
            </p:contentPart>
          </mc:Choice>
          <mc:Fallback>
            <p:pic>
              <p:nvPicPr>
                <p:cNvPr id="1224" name="잉크 1223">
                  <a:extLst>
                    <a:ext uri="{FF2B5EF4-FFF2-40B4-BE49-F238E27FC236}">
                      <a16:creationId xmlns:a16="http://schemas.microsoft.com/office/drawing/2014/main" id="{597D0F13-5CA3-C060-5E2F-EB3746B3E66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004642" y="666757"/>
                  <a:ext cx="748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25" name="잉크 1224">
                  <a:extLst>
                    <a:ext uri="{FF2B5EF4-FFF2-40B4-BE49-F238E27FC236}">
                      <a16:creationId xmlns:a16="http://schemas.microsoft.com/office/drawing/2014/main" id="{1F999DF5-DD68-FB28-20D5-128C07CFC367}"/>
                    </a:ext>
                  </a:extLst>
                </p14:cNvPr>
                <p14:cNvContentPartPr/>
                <p14:nvPr/>
              </p14:nvContentPartPr>
              <p14:xfrm>
                <a:off x="10850202" y="754957"/>
                <a:ext cx="18000" cy="207000"/>
              </p14:xfrm>
            </p:contentPart>
          </mc:Choice>
          <mc:Fallback>
            <p:pic>
              <p:nvPicPr>
                <p:cNvPr id="1225" name="잉크 1224">
                  <a:extLst>
                    <a:ext uri="{FF2B5EF4-FFF2-40B4-BE49-F238E27FC236}">
                      <a16:creationId xmlns:a16="http://schemas.microsoft.com/office/drawing/2014/main" id="{1F999DF5-DD68-FB28-20D5-128C07CFC36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832562" y="737317"/>
                  <a:ext cx="536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26" name="잉크 1225">
                  <a:extLst>
                    <a:ext uri="{FF2B5EF4-FFF2-40B4-BE49-F238E27FC236}">
                      <a16:creationId xmlns:a16="http://schemas.microsoft.com/office/drawing/2014/main" id="{57A29E1C-44D0-EEFC-AE33-BF44699074F4}"/>
                    </a:ext>
                  </a:extLst>
                </p14:cNvPr>
                <p14:cNvContentPartPr/>
                <p14:nvPr/>
              </p14:nvContentPartPr>
              <p14:xfrm>
                <a:off x="10821762" y="908677"/>
                <a:ext cx="126720" cy="73800"/>
              </p14:xfrm>
            </p:contentPart>
          </mc:Choice>
          <mc:Fallback>
            <p:pic>
              <p:nvPicPr>
                <p:cNvPr id="1226" name="잉크 1225">
                  <a:extLst>
                    <a:ext uri="{FF2B5EF4-FFF2-40B4-BE49-F238E27FC236}">
                      <a16:creationId xmlns:a16="http://schemas.microsoft.com/office/drawing/2014/main" id="{57A29E1C-44D0-EEFC-AE33-BF44699074F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803762" y="890677"/>
                  <a:ext cx="162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28" name="잉크 1227">
                  <a:extLst>
                    <a:ext uri="{FF2B5EF4-FFF2-40B4-BE49-F238E27FC236}">
                      <a16:creationId xmlns:a16="http://schemas.microsoft.com/office/drawing/2014/main" id="{2188CA62-352E-9757-0D82-1774D242AE59}"/>
                    </a:ext>
                  </a:extLst>
                </p14:cNvPr>
                <p14:cNvContentPartPr/>
                <p14:nvPr/>
              </p14:nvContentPartPr>
              <p14:xfrm>
                <a:off x="10785042" y="652717"/>
                <a:ext cx="180000" cy="156960"/>
              </p14:xfrm>
            </p:contentPart>
          </mc:Choice>
          <mc:Fallback>
            <p:pic>
              <p:nvPicPr>
                <p:cNvPr id="1228" name="잉크 1227">
                  <a:extLst>
                    <a:ext uri="{FF2B5EF4-FFF2-40B4-BE49-F238E27FC236}">
                      <a16:creationId xmlns:a16="http://schemas.microsoft.com/office/drawing/2014/main" id="{2188CA62-352E-9757-0D82-1774D242AE5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767042" y="634717"/>
                  <a:ext cx="215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29" name="잉크 1228">
                  <a:extLst>
                    <a:ext uri="{FF2B5EF4-FFF2-40B4-BE49-F238E27FC236}">
                      <a16:creationId xmlns:a16="http://schemas.microsoft.com/office/drawing/2014/main" id="{BD906DBB-D721-F533-FE05-F30F00FEB73A}"/>
                    </a:ext>
                  </a:extLst>
                </p14:cNvPr>
                <p14:cNvContentPartPr/>
                <p14:nvPr/>
              </p14:nvContentPartPr>
              <p14:xfrm>
                <a:off x="10822122" y="683317"/>
                <a:ext cx="101520" cy="111240"/>
              </p14:xfrm>
            </p:contentPart>
          </mc:Choice>
          <mc:Fallback>
            <p:pic>
              <p:nvPicPr>
                <p:cNvPr id="1229" name="잉크 1228">
                  <a:extLst>
                    <a:ext uri="{FF2B5EF4-FFF2-40B4-BE49-F238E27FC236}">
                      <a16:creationId xmlns:a16="http://schemas.microsoft.com/office/drawing/2014/main" id="{BD906DBB-D721-F533-FE05-F30F00FEB73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804482" y="665677"/>
                  <a:ext cx="1371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30" name="잉크 1229">
                  <a:extLst>
                    <a:ext uri="{FF2B5EF4-FFF2-40B4-BE49-F238E27FC236}">
                      <a16:creationId xmlns:a16="http://schemas.microsoft.com/office/drawing/2014/main" id="{F4C63A27-D7CF-5065-884E-4FD8012F324E}"/>
                    </a:ext>
                  </a:extLst>
                </p14:cNvPr>
                <p14:cNvContentPartPr/>
                <p14:nvPr/>
              </p14:nvContentPartPr>
              <p14:xfrm>
                <a:off x="10798722" y="510517"/>
                <a:ext cx="73800" cy="7920"/>
              </p14:xfrm>
            </p:contentPart>
          </mc:Choice>
          <mc:Fallback>
            <p:pic>
              <p:nvPicPr>
                <p:cNvPr id="1230" name="잉크 1229">
                  <a:extLst>
                    <a:ext uri="{FF2B5EF4-FFF2-40B4-BE49-F238E27FC236}">
                      <a16:creationId xmlns:a16="http://schemas.microsoft.com/office/drawing/2014/main" id="{F4C63A27-D7CF-5065-884E-4FD8012F324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780722" y="492877"/>
                  <a:ext cx="1094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31" name="잉크 1230">
                  <a:extLst>
                    <a:ext uri="{FF2B5EF4-FFF2-40B4-BE49-F238E27FC236}">
                      <a16:creationId xmlns:a16="http://schemas.microsoft.com/office/drawing/2014/main" id="{14534699-0A65-2051-8633-A6C903F9002E}"/>
                    </a:ext>
                  </a:extLst>
                </p14:cNvPr>
                <p14:cNvContentPartPr/>
                <p14:nvPr/>
              </p14:nvContentPartPr>
              <p14:xfrm>
                <a:off x="10660122" y="556237"/>
                <a:ext cx="57240" cy="84240"/>
              </p14:xfrm>
            </p:contentPart>
          </mc:Choice>
          <mc:Fallback>
            <p:pic>
              <p:nvPicPr>
                <p:cNvPr id="1231" name="잉크 1230">
                  <a:extLst>
                    <a:ext uri="{FF2B5EF4-FFF2-40B4-BE49-F238E27FC236}">
                      <a16:creationId xmlns:a16="http://schemas.microsoft.com/office/drawing/2014/main" id="{14534699-0A65-2051-8633-A6C903F9002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642482" y="538597"/>
                  <a:ext cx="928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32" name="잉크 1231">
                  <a:extLst>
                    <a:ext uri="{FF2B5EF4-FFF2-40B4-BE49-F238E27FC236}">
                      <a16:creationId xmlns:a16="http://schemas.microsoft.com/office/drawing/2014/main" id="{A6702EED-F2DC-0DE3-0232-059F21C8E06F}"/>
                    </a:ext>
                  </a:extLst>
                </p14:cNvPr>
                <p14:cNvContentPartPr/>
                <p14:nvPr/>
              </p14:nvContentPartPr>
              <p14:xfrm>
                <a:off x="10615482" y="793117"/>
                <a:ext cx="57240" cy="101520"/>
              </p14:xfrm>
            </p:contentPart>
          </mc:Choice>
          <mc:Fallback>
            <p:pic>
              <p:nvPicPr>
                <p:cNvPr id="1232" name="잉크 1231">
                  <a:extLst>
                    <a:ext uri="{FF2B5EF4-FFF2-40B4-BE49-F238E27FC236}">
                      <a16:creationId xmlns:a16="http://schemas.microsoft.com/office/drawing/2014/main" id="{A6702EED-F2DC-0DE3-0232-059F21C8E06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597482" y="775477"/>
                  <a:ext cx="928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33" name="잉크 1232">
                  <a:extLst>
                    <a:ext uri="{FF2B5EF4-FFF2-40B4-BE49-F238E27FC236}">
                      <a16:creationId xmlns:a16="http://schemas.microsoft.com/office/drawing/2014/main" id="{39D77D60-2CAF-233B-9527-0FD6B0FB7740}"/>
                    </a:ext>
                  </a:extLst>
                </p14:cNvPr>
                <p14:cNvContentPartPr/>
                <p14:nvPr/>
              </p14:nvContentPartPr>
              <p14:xfrm>
                <a:off x="10696842" y="929917"/>
                <a:ext cx="72360" cy="42120"/>
              </p14:xfrm>
            </p:contentPart>
          </mc:Choice>
          <mc:Fallback>
            <p:pic>
              <p:nvPicPr>
                <p:cNvPr id="1233" name="잉크 1232">
                  <a:extLst>
                    <a:ext uri="{FF2B5EF4-FFF2-40B4-BE49-F238E27FC236}">
                      <a16:creationId xmlns:a16="http://schemas.microsoft.com/office/drawing/2014/main" id="{39D77D60-2CAF-233B-9527-0FD6B0FB774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679202" y="912277"/>
                  <a:ext cx="1080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34" name="잉크 1233">
                  <a:extLst>
                    <a:ext uri="{FF2B5EF4-FFF2-40B4-BE49-F238E27FC236}">
                      <a16:creationId xmlns:a16="http://schemas.microsoft.com/office/drawing/2014/main" id="{B311511F-CE56-5B64-8AF3-59035E7460FB}"/>
                    </a:ext>
                  </a:extLst>
                </p14:cNvPr>
                <p14:cNvContentPartPr/>
                <p14:nvPr/>
              </p14:nvContentPartPr>
              <p14:xfrm>
                <a:off x="10855602" y="976717"/>
                <a:ext cx="68040" cy="1440"/>
              </p14:xfrm>
            </p:contentPart>
          </mc:Choice>
          <mc:Fallback>
            <p:pic>
              <p:nvPicPr>
                <p:cNvPr id="1234" name="잉크 1233">
                  <a:extLst>
                    <a:ext uri="{FF2B5EF4-FFF2-40B4-BE49-F238E27FC236}">
                      <a16:creationId xmlns:a16="http://schemas.microsoft.com/office/drawing/2014/main" id="{B311511F-CE56-5B64-8AF3-59035E7460F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837962" y="959077"/>
                  <a:ext cx="1036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35" name="잉크 1234">
                  <a:extLst>
                    <a:ext uri="{FF2B5EF4-FFF2-40B4-BE49-F238E27FC236}">
                      <a16:creationId xmlns:a16="http://schemas.microsoft.com/office/drawing/2014/main" id="{6C67A565-20FC-74C4-4494-DE0158DC8311}"/>
                    </a:ext>
                  </a:extLst>
                </p14:cNvPr>
                <p14:cNvContentPartPr/>
                <p14:nvPr/>
              </p14:nvContentPartPr>
              <p14:xfrm>
                <a:off x="10999602" y="934237"/>
                <a:ext cx="37080" cy="25920"/>
              </p14:xfrm>
            </p:contentPart>
          </mc:Choice>
          <mc:Fallback>
            <p:pic>
              <p:nvPicPr>
                <p:cNvPr id="1235" name="잉크 1234">
                  <a:extLst>
                    <a:ext uri="{FF2B5EF4-FFF2-40B4-BE49-F238E27FC236}">
                      <a16:creationId xmlns:a16="http://schemas.microsoft.com/office/drawing/2014/main" id="{6C67A565-20FC-74C4-4494-DE0158DC831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981602" y="916237"/>
                  <a:ext cx="727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36" name="잉크 1235">
                  <a:extLst>
                    <a:ext uri="{FF2B5EF4-FFF2-40B4-BE49-F238E27FC236}">
                      <a16:creationId xmlns:a16="http://schemas.microsoft.com/office/drawing/2014/main" id="{87F82FE5-B8A8-4557-4385-21335E03BA8D}"/>
                    </a:ext>
                  </a:extLst>
                </p14:cNvPr>
                <p14:cNvContentPartPr/>
                <p14:nvPr/>
              </p14:nvContentPartPr>
              <p14:xfrm>
                <a:off x="11095722" y="814357"/>
                <a:ext cx="15120" cy="35640"/>
              </p14:xfrm>
            </p:contentPart>
          </mc:Choice>
          <mc:Fallback>
            <p:pic>
              <p:nvPicPr>
                <p:cNvPr id="1236" name="잉크 1235">
                  <a:extLst>
                    <a:ext uri="{FF2B5EF4-FFF2-40B4-BE49-F238E27FC236}">
                      <a16:creationId xmlns:a16="http://schemas.microsoft.com/office/drawing/2014/main" id="{87F82FE5-B8A8-4557-4385-21335E03BA8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078082" y="796717"/>
                  <a:ext cx="50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37" name="잉크 1236">
                  <a:extLst>
                    <a:ext uri="{FF2B5EF4-FFF2-40B4-BE49-F238E27FC236}">
                      <a16:creationId xmlns:a16="http://schemas.microsoft.com/office/drawing/2014/main" id="{41793277-4C9D-3FE6-4F4C-6186A59E95A1}"/>
                    </a:ext>
                  </a:extLst>
                </p14:cNvPr>
                <p14:cNvContentPartPr/>
                <p14:nvPr/>
              </p14:nvContentPartPr>
              <p14:xfrm>
                <a:off x="11105442" y="693757"/>
                <a:ext cx="360" cy="360"/>
              </p14:xfrm>
            </p:contentPart>
          </mc:Choice>
          <mc:Fallback>
            <p:pic>
              <p:nvPicPr>
                <p:cNvPr id="1237" name="잉크 1236">
                  <a:extLst>
                    <a:ext uri="{FF2B5EF4-FFF2-40B4-BE49-F238E27FC236}">
                      <a16:creationId xmlns:a16="http://schemas.microsoft.com/office/drawing/2014/main" id="{41793277-4C9D-3FE6-4F4C-6186A59E95A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087442" y="67611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38" name="잉크 1237">
                  <a:extLst>
                    <a:ext uri="{FF2B5EF4-FFF2-40B4-BE49-F238E27FC236}">
                      <a16:creationId xmlns:a16="http://schemas.microsoft.com/office/drawing/2014/main" id="{C46765D5-4343-F131-BF40-9AC778D00B7F}"/>
                    </a:ext>
                  </a:extLst>
                </p14:cNvPr>
                <p14:cNvContentPartPr/>
                <p14:nvPr/>
              </p14:nvContentPartPr>
              <p14:xfrm>
                <a:off x="11060442" y="592237"/>
                <a:ext cx="360" cy="360"/>
              </p14:xfrm>
            </p:contentPart>
          </mc:Choice>
          <mc:Fallback>
            <p:pic>
              <p:nvPicPr>
                <p:cNvPr id="1238" name="잉크 1237">
                  <a:extLst>
                    <a:ext uri="{FF2B5EF4-FFF2-40B4-BE49-F238E27FC236}">
                      <a16:creationId xmlns:a16="http://schemas.microsoft.com/office/drawing/2014/main" id="{C46765D5-4343-F131-BF40-9AC778D00B7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042802" y="57423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39" name="잉크 1238">
                  <a:extLst>
                    <a:ext uri="{FF2B5EF4-FFF2-40B4-BE49-F238E27FC236}">
                      <a16:creationId xmlns:a16="http://schemas.microsoft.com/office/drawing/2014/main" id="{499E9749-7177-4B1B-C42B-CA4794CB7118}"/>
                    </a:ext>
                  </a:extLst>
                </p14:cNvPr>
                <p14:cNvContentPartPr/>
                <p14:nvPr/>
              </p14:nvContentPartPr>
              <p14:xfrm>
                <a:off x="10821762" y="395677"/>
                <a:ext cx="132120" cy="49320"/>
              </p14:xfrm>
            </p:contentPart>
          </mc:Choice>
          <mc:Fallback>
            <p:pic>
              <p:nvPicPr>
                <p:cNvPr id="1239" name="잉크 1238">
                  <a:extLst>
                    <a:ext uri="{FF2B5EF4-FFF2-40B4-BE49-F238E27FC236}">
                      <a16:creationId xmlns:a16="http://schemas.microsoft.com/office/drawing/2014/main" id="{499E9749-7177-4B1B-C42B-CA4794CB711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803762" y="378037"/>
                  <a:ext cx="1677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40" name="잉크 1239">
                  <a:extLst>
                    <a:ext uri="{FF2B5EF4-FFF2-40B4-BE49-F238E27FC236}">
                      <a16:creationId xmlns:a16="http://schemas.microsoft.com/office/drawing/2014/main" id="{F25AD9B5-9D9A-580E-0951-4CBF0319FA80}"/>
                    </a:ext>
                  </a:extLst>
                </p14:cNvPr>
                <p14:cNvContentPartPr/>
                <p14:nvPr/>
              </p14:nvContentPartPr>
              <p14:xfrm>
                <a:off x="10566522" y="363277"/>
                <a:ext cx="109080" cy="17280"/>
              </p14:xfrm>
            </p:contentPart>
          </mc:Choice>
          <mc:Fallback>
            <p:pic>
              <p:nvPicPr>
                <p:cNvPr id="1240" name="잉크 1239">
                  <a:extLst>
                    <a:ext uri="{FF2B5EF4-FFF2-40B4-BE49-F238E27FC236}">
                      <a16:creationId xmlns:a16="http://schemas.microsoft.com/office/drawing/2014/main" id="{F25AD9B5-9D9A-580E-0951-4CBF0319FA8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548882" y="345637"/>
                  <a:ext cx="1447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41" name="잉크 1240">
                  <a:extLst>
                    <a:ext uri="{FF2B5EF4-FFF2-40B4-BE49-F238E27FC236}">
                      <a16:creationId xmlns:a16="http://schemas.microsoft.com/office/drawing/2014/main" id="{12C3965B-3EBF-461F-570B-994D0903C1DF}"/>
                    </a:ext>
                  </a:extLst>
                </p14:cNvPr>
                <p14:cNvContentPartPr/>
                <p14:nvPr/>
              </p14:nvContentPartPr>
              <p14:xfrm>
                <a:off x="10371042" y="527797"/>
                <a:ext cx="47880" cy="501120"/>
              </p14:xfrm>
            </p:contentPart>
          </mc:Choice>
          <mc:Fallback>
            <p:pic>
              <p:nvPicPr>
                <p:cNvPr id="1241" name="잉크 1240">
                  <a:extLst>
                    <a:ext uri="{FF2B5EF4-FFF2-40B4-BE49-F238E27FC236}">
                      <a16:creationId xmlns:a16="http://schemas.microsoft.com/office/drawing/2014/main" id="{12C3965B-3EBF-461F-570B-994D0903C1D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353402" y="510157"/>
                  <a:ext cx="8352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42" name="잉크 1241">
                  <a:extLst>
                    <a:ext uri="{FF2B5EF4-FFF2-40B4-BE49-F238E27FC236}">
                      <a16:creationId xmlns:a16="http://schemas.microsoft.com/office/drawing/2014/main" id="{9C6889A5-CB9F-3AD0-03BC-C48B0C75AFD5}"/>
                    </a:ext>
                  </a:extLst>
                </p14:cNvPr>
                <p14:cNvContentPartPr/>
                <p14:nvPr/>
              </p14:nvContentPartPr>
              <p14:xfrm>
                <a:off x="10489122" y="1176157"/>
                <a:ext cx="88560" cy="36000"/>
              </p14:xfrm>
            </p:contentPart>
          </mc:Choice>
          <mc:Fallback>
            <p:pic>
              <p:nvPicPr>
                <p:cNvPr id="1242" name="잉크 1241">
                  <a:extLst>
                    <a:ext uri="{FF2B5EF4-FFF2-40B4-BE49-F238E27FC236}">
                      <a16:creationId xmlns:a16="http://schemas.microsoft.com/office/drawing/2014/main" id="{9C6889A5-CB9F-3AD0-03BC-C48B0C75AFD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471482" y="1158157"/>
                  <a:ext cx="1242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43" name="잉크 1242">
                  <a:extLst>
                    <a:ext uri="{FF2B5EF4-FFF2-40B4-BE49-F238E27FC236}">
                      <a16:creationId xmlns:a16="http://schemas.microsoft.com/office/drawing/2014/main" id="{B0759A57-5763-6AE2-6B84-C487D0168B86}"/>
                    </a:ext>
                  </a:extLst>
                </p14:cNvPr>
                <p14:cNvContentPartPr/>
                <p14:nvPr/>
              </p14:nvContentPartPr>
              <p14:xfrm>
                <a:off x="10764882" y="1232677"/>
                <a:ext cx="68040" cy="10080"/>
              </p14:xfrm>
            </p:contentPart>
          </mc:Choice>
          <mc:Fallback>
            <p:pic>
              <p:nvPicPr>
                <p:cNvPr id="1243" name="잉크 1242">
                  <a:extLst>
                    <a:ext uri="{FF2B5EF4-FFF2-40B4-BE49-F238E27FC236}">
                      <a16:creationId xmlns:a16="http://schemas.microsoft.com/office/drawing/2014/main" id="{B0759A57-5763-6AE2-6B84-C487D0168B8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746882" y="1215037"/>
                  <a:ext cx="103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44" name="잉크 1243">
                  <a:extLst>
                    <a:ext uri="{FF2B5EF4-FFF2-40B4-BE49-F238E27FC236}">
                      <a16:creationId xmlns:a16="http://schemas.microsoft.com/office/drawing/2014/main" id="{1FADAC08-1826-3AB6-FDC2-F2FD314B7E0A}"/>
                    </a:ext>
                  </a:extLst>
                </p14:cNvPr>
                <p14:cNvContentPartPr/>
                <p14:nvPr/>
              </p14:nvContentPartPr>
              <p14:xfrm>
                <a:off x="11002122" y="1195237"/>
                <a:ext cx="35640" cy="11160"/>
              </p14:xfrm>
            </p:contentPart>
          </mc:Choice>
          <mc:Fallback>
            <p:pic>
              <p:nvPicPr>
                <p:cNvPr id="1244" name="잉크 1243">
                  <a:extLst>
                    <a:ext uri="{FF2B5EF4-FFF2-40B4-BE49-F238E27FC236}">
                      <a16:creationId xmlns:a16="http://schemas.microsoft.com/office/drawing/2014/main" id="{1FADAC08-1826-3AB6-FDC2-F2FD314B7E0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984482" y="1177237"/>
                  <a:ext cx="712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45" name="잉크 1244">
                  <a:extLst>
                    <a:ext uri="{FF2B5EF4-FFF2-40B4-BE49-F238E27FC236}">
                      <a16:creationId xmlns:a16="http://schemas.microsoft.com/office/drawing/2014/main" id="{809C32ED-597E-022D-B9E5-EE1827899990}"/>
                    </a:ext>
                  </a:extLst>
                </p14:cNvPr>
                <p14:cNvContentPartPr/>
                <p14:nvPr/>
              </p14:nvContentPartPr>
              <p14:xfrm>
                <a:off x="11160882" y="1112077"/>
                <a:ext cx="30240" cy="36000"/>
              </p14:xfrm>
            </p:contentPart>
          </mc:Choice>
          <mc:Fallback>
            <p:pic>
              <p:nvPicPr>
                <p:cNvPr id="1245" name="잉크 1244">
                  <a:extLst>
                    <a:ext uri="{FF2B5EF4-FFF2-40B4-BE49-F238E27FC236}">
                      <a16:creationId xmlns:a16="http://schemas.microsoft.com/office/drawing/2014/main" id="{809C32ED-597E-022D-B9E5-EE182789999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143242" y="1094077"/>
                  <a:ext cx="65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46" name="잉크 1245">
                  <a:extLst>
                    <a:ext uri="{FF2B5EF4-FFF2-40B4-BE49-F238E27FC236}">
                      <a16:creationId xmlns:a16="http://schemas.microsoft.com/office/drawing/2014/main" id="{6740EE31-DF7A-6A57-4E0E-8877E8BE769A}"/>
                    </a:ext>
                  </a:extLst>
                </p14:cNvPr>
                <p14:cNvContentPartPr/>
                <p14:nvPr/>
              </p14:nvContentPartPr>
              <p14:xfrm>
                <a:off x="11272482" y="925597"/>
                <a:ext cx="26280" cy="42480"/>
              </p14:xfrm>
            </p:contentPart>
          </mc:Choice>
          <mc:Fallback>
            <p:pic>
              <p:nvPicPr>
                <p:cNvPr id="1246" name="잉크 1245">
                  <a:extLst>
                    <a:ext uri="{FF2B5EF4-FFF2-40B4-BE49-F238E27FC236}">
                      <a16:creationId xmlns:a16="http://schemas.microsoft.com/office/drawing/2014/main" id="{6740EE31-DF7A-6A57-4E0E-8877E8BE769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254482" y="907597"/>
                  <a:ext cx="619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47" name="잉크 1246">
                  <a:extLst>
                    <a:ext uri="{FF2B5EF4-FFF2-40B4-BE49-F238E27FC236}">
                      <a16:creationId xmlns:a16="http://schemas.microsoft.com/office/drawing/2014/main" id="{5966164D-1744-493E-9219-DDCE2F4D5B62}"/>
                    </a:ext>
                  </a:extLst>
                </p14:cNvPr>
                <p14:cNvContentPartPr/>
                <p14:nvPr/>
              </p14:nvContentPartPr>
              <p14:xfrm>
                <a:off x="11317122" y="827677"/>
                <a:ext cx="360" cy="360"/>
              </p14:xfrm>
            </p:contentPart>
          </mc:Choice>
          <mc:Fallback>
            <p:pic>
              <p:nvPicPr>
                <p:cNvPr id="1247" name="잉크 1246">
                  <a:extLst>
                    <a:ext uri="{FF2B5EF4-FFF2-40B4-BE49-F238E27FC236}">
                      <a16:creationId xmlns:a16="http://schemas.microsoft.com/office/drawing/2014/main" id="{5966164D-1744-493E-9219-DDCE2F4D5B6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299122" y="81003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48" name="잉크 1247">
                  <a:extLst>
                    <a:ext uri="{FF2B5EF4-FFF2-40B4-BE49-F238E27FC236}">
                      <a16:creationId xmlns:a16="http://schemas.microsoft.com/office/drawing/2014/main" id="{D96D2B41-A067-7B0C-EEC8-7E8273EB9A67}"/>
                    </a:ext>
                  </a:extLst>
                </p14:cNvPr>
                <p14:cNvContentPartPr/>
                <p14:nvPr/>
              </p14:nvContentPartPr>
              <p14:xfrm>
                <a:off x="11235762" y="502957"/>
                <a:ext cx="58680" cy="132480"/>
              </p14:xfrm>
            </p:contentPart>
          </mc:Choice>
          <mc:Fallback>
            <p:pic>
              <p:nvPicPr>
                <p:cNvPr id="1248" name="잉크 1247">
                  <a:extLst>
                    <a:ext uri="{FF2B5EF4-FFF2-40B4-BE49-F238E27FC236}">
                      <a16:creationId xmlns:a16="http://schemas.microsoft.com/office/drawing/2014/main" id="{D96D2B41-A067-7B0C-EEC8-7E8273EB9A6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217762" y="485317"/>
                  <a:ext cx="943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49" name="잉크 1248">
                  <a:extLst>
                    <a:ext uri="{FF2B5EF4-FFF2-40B4-BE49-F238E27FC236}">
                      <a16:creationId xmlns:a16="http://schemas.microsoft.com/office/drawing/2014/main" id="{AE0E8142-A581-8CCF-6D3D-B7578492235C}"/>
                    </a:ext>
                  </a:extLst>
                </p14:cNvPr>
                <p14:cNvContentPartPr/>
                <p14:nvPr/>
              </p14:nvContentPartPr>
              <p14:xfrm>
                <a:off x="11125602" y="360397"/>
                <a:ext cx="91440" cy="97560"/>
              </p14:xfrm>
            </p:contentPart>
          </mc:Choice>
          <mc:Fallback>
            <p:pic>
              <p:nvPicPr>
                <p:cNvPr id="1249" name="잉크 1248">
                  <a:extLst>
                    <a:ext uri="{FF2B5EF4-FFF2-40B4-BE49-F238E27FC236}">
                      <a16:creationId xmlns:a16="http://schemas.microsoft.com/office/drawing/2014/main" id="{AE0E8142-A581-8CCF-6D3D-B7578492235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107962" y="342757"/>
                  <a:ext cx="127080" cy="13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250" name="잉크 1249">
                <a:extLst>
                  <a:ext uri="{FF2B5EF4-FFF2-40B4-BE49-F238E27FC236}">
                    <a16:creationId xmlns:a16="http://schemas.microsoft.com/office/drawing/2014/main" id="{C1727B35-CA9A-ACD1-7923-0D5A6C234A43}"/>
                  </a:ext>
                </a:extLst>
              </p14:cNvPr>
              <p14:cNvContentPartPr/>
              <p14:nvPr/>
            </p14:nvContentPartPr>
            <p14:xfrm>
              <a:off x="10744362" y="214957"/>
              <a:ext cx="138960" cy="36720"/>
            </p14:xfrm>
          </p:contentPart>
        </mc:Choice>
        <mc:Fallback>
          <p:pic>
            <p:nvPicPr>
              <p:cNvPr id="1250" name="잉크 1249">
                <a:extLst>
                  <a:ext uri="{FF2B5EF4-FFF2-40B4-BE49-F238E27FC236}">
                    <a16:creationId xmlns:a16="http://schemas.microsoft.com/office/drawing/2014/main" id="{C1727B35-CA9A-ACD1-7923-0D5A6C234A43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10726722" y="196957"/>
                <a:ext cx="1746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268" name="잉크 1267">
                <a:extLst>
                  <a:ext uri="{FF2B5EF4-FFF2-40B4-BE49-F238E27FC236}">
                    <a16:creationId xmlns:a16="http://schemas.microsoft.com/office/drawing/2014/main" id="{8B1B7714-039D-66BC-ABA2-6FA6F9FF1245}"/>
                  </a:ext>
                </a:extLst>
              </p14:cNvPr>
              <p14:cNvContentPartPr/>
              <p14:nvPr/>
            </p14:nvContentPartPr>
            <p14:xfrm>
              <a:off x="1261242" y="2721637"/>
              <a:ext cx="877680" cy="85680"/>
            </p14:xfrm>
          </p:contentPart>
        </mc:Choice>
        <mc:Fallback>
          <p:pic>
            <p:nvPicPr>
              <p:cNvPr id="1268" name="잉크 1267">
                <a:extLst>
                  <a:ext uri="{FF2B5EF4-FFF2-40B4-BE49-F238E27FC236}">
                    <a16:creationId xmlns:a16="http://schemas.microsoft.com/office/drawing/2014/main" id="{8B1B7714-039D-66BC-ABA2-6FA6F9FF1245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1243602" y="2703997"/>
                <a:ext cx="913320" cy="12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6" name="그룹 1275">
            <a:extLst>
              <a:ext uri="{FF2B5EF4-FFF2-40B4-BE49-F238E27FC236}">
                <a16:creationId xmlns:a16="http://schemas.microsoft.com/office/drawing/2014/main" id="{D5BD7DA3-C4CE-7004-0D07-160885531865}"/>
              </a:ext>
            </a:extLst>
          </p:cNvPr>
          <p:cNvGrpSpPr/>
          <p:nvPr/>
        </p:nvGrpSpPr>
        <p:grpSpPr>
          <a:xfrm>
            <a:off x="4238442" y="2222677"/>
            <a:ext cx="1127880" cy="383040"/>
            <a:chOff x="4238442" y="2222677"/>
            <a:chExt cx="112788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269" name="잉크 1268">
                  <a:extLst>
                    <a:ext uri="{FF2B5EF4-FFF2-40B4-BE49-F238E27FC236}">
                      <a16:creationId xmlns:a16="http://schemas.microsoft.com/office/drawing/2014/main" id="{A204D286-6137-227E-A0A7-3E0BBA30F596}"/>
                    </a:ext>
                  </a:extLst>
                </p14:cNvPr>
                <p14:cNvContentPartPr/>
                <p14:nvPr/>
              </p14:nvContentPartPr>
              <p14:xfrm>
                <a:off x="4238442" y="2222677"/>
                <a:ext cx="27000" cy="324720"/>
              </p14:xfrm>
            </p:contentPart>
          </mc:Choice>
          <mc:Fallback>
            <p:pic>
              <p:nvPicPr>
                <p:cNvPr id="1269" name="잉크 1268">
                  <a:extLst>
                    <a:ext uri="{FF2B5EF4-FFF2-40B4-BE49-F238E27FC236}">
                      <a16:creationId xmlns:a16="http://schemas.microsoft.com/office/drawing/2014/main" id="{A204D286-6137-227E-A0A7-3E0BBA30F59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220802" y="2204677"/>
                  <a:ext cx="626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270" name="잉크 1269">
                  <a:extLst>
                    <a:ext uri="{FF2B5EF4-FFF2-40B4-BE49-F238E27FC236}">
                      <a16:creationId xmlns:a16="http://schemas.microsoft.com/office/drawing/2014/main" id="{44E596F1-7C8B-8D49-1EF3-EE9AD98C294C}"/>
                    </a:ext>
                  </a:extLst>
                </p14:cNvPr>
                <p14:cNvContentPartPr/>
                <p14:nvPr/>
              </p14:nvContentPartPr>
              <p14:xfrm>
                <a:off x="4249242" y="2235637"/>
                <a:ext cx="145440" cy="370080"/>
              </p14:xfrm>
            </p:contentPart>
          </mc:Choice>
          <mc:Fallback>
            <p:pic>
              <p:nvPicPr>
                <p:cNvPr id="1270" name="잉크 1269">
                  <a:extLst>
                    <a:ext uri="{FF2B5EF4-FFF2-40B4-BE49-F238E27FC236}">
                      <a16:creationId xmlns:a16="http://schemas.microsoft.com/office/drawing/2014/main" id="{44E596F1-7C8B-8D49-1EF3-EE9AD98C294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231242" y="2217997"/>
                  <a:ext cx="1810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271" name="잉크 1270">
                  <a:extLst>
                    <a:ext uri="{FF2B5EF4-FFF2-40B4-BE49-F238E27FC236}">
                      <a16:creationId xmlns:a16="http://schemas.microsoft.com/office/drawing/2014/main" id="{7307B65A-382E-5BA2-DFE2-5250F5438A5C}"/>
                    </a:ext>
                  </a:extLst>
                </p14:cNvPr>
                <p14:cNvContentPartPr/>
                <p14:nvPr/>
              </p14:nvContentPartPr>
              <p14:xfrm>
                <a:off x="4474962" y="2232757"/>
                <a:ext cx="21600" cy="321120"/>
              </p14:xfrm>
            </p:contentPart>
          </mc:Choice>
          <mc:Fallback>
            <p:pic>
              <p:nvPicPr>
                <p:cNvPr id="1271" name="잉크 1270">
                  <a:extLst>
                    <a:ext uri="{FF2B5EF4-FFF2-40B4-BE49-F238E27FC236}">
                      <a16:creationId xmlns:a16="http://schemas.microsoft.com/office/drawing/2014/main" id="{7307B65A-382E-5BA2-DFE2-5250F5438A5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7322" y="2214757"/>
                  <a:ext cx="572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272" name="잉크 1271">
                  <a:extLst>
                    <a:ext uri="{FF2B5EF4-FFF2-40B4-BE49-F238E27FC236}">
                      <a16:creationId xmlns:a16="http://schemas.microsoft.com/office/drawing/2014/main" id="{504BEB10-C518-0A7E-1CDC-AA838C57F143}"/>
                    </a:ext>
                  </a:extLst>
                </p14:cNvPr>
                <p14:cNvContentPartPr/>
                <p14:nvPr/>
              </p14:nvContentPartPr>
              <p14:xfrm>
                <a:off x="4607802" y="2401237"/>
                <a:ext cx="151920" cy="157680"/>
              </p14:xfrm>
            </p:contentPart>
          </mc:Choice>
          <mc:Fallback>
            <p:pic>
              <p:nvPicPr>
                <p:cNvPr id="1272" name="잉크 1271">
                  <a:extLst>
                    <a:ext uri="{FF2B5EF4-FFF2-40B4-BE49-F238E27FC236}">
                      <a16:creationId xmlns:a16="http://schemas.microsoft.com/office/drawing/2014/main" id="{504BEB10-C518-0A7E-1CDC-AA838C57F14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590162" y="2383237"/>
                  <a:ext cx="1875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273" name="잉크 1272">
                  <a:extLst>
                    <a:ext uri="{FF2B5EF4-FFF2-40B4-BE49-F238E27FC236}">
                      <a16:creationId xmlns:a16="http://schemas.microsoft.com/office/drawing/2014/main" id="{CE2CDC9F-4405-AF9E-E75E-FEF8CBDB9B40}"/>
                    </a:ext>
                  </a:extLst>
                </p14:cNvPr>
                <p14:cNvContentPartPr/>
                <p14:nvPr/>
              </p14:nvContentPartPr>
              <p14:xfrm>
                <a:off x="4800762" y="2480437"/>
                <a:ext cx="127080" cy="108000"/>
              </p14:xfrm>
            </p:contentPart>
          </mc:Choice>
          <mc:Fallback>
            <p:pic>
              <p:nvPicPr>
                <p:cNvPr id="1273" name="잉크 1272">
                  <a:extLst>
                    <a:ext uri="{FF2B5EF4-FFF2-40B4-BE49-F238E27FC236}">
                      <a16:creationId xmlns:a16="http://schemas.microsoft.com/office/drawing/2014/main" id="{CE2CDC9F-4405-AF9E-E75E-FEF8CBDB9B4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782762" y="2462437"/>
                  <a:ext cx="162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274" name="잉크 1273">
                  <a:extLst>
                    <a:ext uri="{FF2B5EF4-FFF2-40B4-BE49-F238E27FC236}">
                      <a16:creationId xmlns:a16="http://schemas.microsoft.com/office/drawing/2014/main" id="{E35752BF-C93C-37C3-E882-0C3316EE904A}"/>
                    </a:ext>
                  </a:extLst>
                </p14:cNvPr>
                <p14:cNvContentPartPr/>
                <p14:nvPr/>
              </p14:nvContentPartPr>
              <p14:xfrm>
                <a:off x="4972482" y="2466037"/>
                <a:ext cx="284040" cy="126360"/>
              </p14:xfrm>
            </p:contentPart>
          </mc:Choice>
          <mc:Fallback>
            <p:pic>
              <p:nvPicPr>
                <p:cNvPr id="1274" name="잉크 1273">
                  <a:extLst>
                    <a:ext uri="{FF2B5EF4-FFF2-40B4-BE49-F238E27FC236}">
                      <a16:creationId xmlns:a16="http://schemas.microsoft.com/office/drawing/2014/main" id="{E35752BF-C93C-37C3-E882-0C3316EE904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954842" y="2448397"/>
                  <a:ext cx="3196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275" name="잉크 1274">
                  <a:extLst>
                    <a:ext uri="{FF2B5EF4-FFF2-40B4-BE49-F238E27FC236}">
                      <a16:creationId xmlns:a16="http://schemas.microsoft.com/office/drawing/2014/main" id="{C10D6F1A-E48C-8726-3314-652A8F944AC4}"/>
                    </a:ext>
                  </a:extLst>
                </p14:cNvPr>
                <p14:cNvContentPartPr/>
                <p14:nvPr/>
              </p14:nvContentPartPr>
              <p14:xfrm>
                <a:off x="5349762" y="2552797"/>
                <a:ext cx="16560" cy="34560"/>
              </p14:xfrm>
            </p:contentPart>
          </mc:Choice>
          <mc:Fallback>
            <p:pic>
              <p:nvPicPr>
                <p:cNvPr id="1275" name="잉크 1274">
                  <a:extLst>
                    <a:ext uri="{FF2B5EF4-FFF2-40B4-BE49-F238E27FC236}">
                      <a16:creationId xmlns:a16="http://schemas.microsoft.com/office/drawing/2014/main" id="{C10D6F1A-E48C-8726-3314-652A8F944AC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332122" y="2534797"/>
                  <a:ext cx="5220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9" name="그룹 1278">
            <a:extLst>
              <a:ext uri="{FF2B5EF4-FFF2-40B4-BE49-F238E27FC236}">
                <a16:creationId xmlns:a16="http://schemas.microsoft.com/office/drawing/2014/main" id="{50A4E2F6-DC3A-899F-E636-0F4E4C4BF23B}"/>
              </a:ext>
            </a:extLst>
          </p:cNvPr>
          <p:cNvGrpSpPr/>
          <p:nvPr/>
        </p:nvGrpSpPr>
        <p:grpSpPr>
          <a:xfrm>
            <a:off x="8000802" y="3748357"/>
            <a:ext cx="1775880" cy="1129320"/>
            <a:chOff x="8000802" y="3748357"/>
            <a:chExt cx="1775880" cy="112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252" name="잉크 1251">
                  <a:extLst>
                    <a:ext uri="{FF2B5EF4-FFF2-40B4-BE49-F238E27FC236}">
                      <a16:creationId xmlns:a16="http://schemas.microsoft.com/office/drawing/2014/main" id="{0BD1B57D-41B9-826A-E8E1-EE5224D18466}"/>
                    </a:ext>
                  </a:extLst>
                </p14:cNvPr>
                <p14:cNvContentPartPr/>
                <p14:nvPr/>
              </p14:nvContentPartPr>
              <p14:xfrm>
                <a:off x="8290602" y="3886957"/>
                <a:ext cx="258840" cy="247320"/>
              </p14:xfrm>
            </p:contentPart>
          </mc:Choice>
          <mc:Fallback>
            <p:pic>
              <p:nvPicPr>
                <p:cNvPr id="1252" name="잉크 1251">
                  <a:extLst>
                    <a:ext uri="{FF2B5EF4-FFF2-40B4-BE49-F238E27FC236}">
                      <a16:creationId xmlns:a16="http://schemas.microsoft.com/office/drawing/2014/main" id="{0BD1B57D-41B9-826A-E8E1-EE5224D1846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272962" y="3868957"/>
                  <a:ext cx="2944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253" name="잉크 1252">
                  <a:extLst>
                    <a:ext uri="{FF2B5EF4-FFF2-40B4-BE49-F238E27FC236}">
                      <a16:creationId xmlns:a16="http://schemas.microsoft.com/office/drawing/2014/main" id="{BC462F06-6AB9-69FB-FA54-433215BD7E4E}"/>
                    </a:ext>
                  </a:extLst>
                </p14:cNvPr>
                <p14:cNvContentPartPr/>
                <p14:nvPr/>
              </p14:nvContentPartPr>
              <p14:xfrm>
                <a:off x="8581122" y="3938077"/>
                <a:ext cx="229680" cy="300960"/>
              </p14:xfrm>
            </p:contentPart>
          </mc:Choice>
          <mc:Fallback>
            <p:pic>
              <p:nvPicPr>
                <p:cNvPr id="1253" name="잉크 1252">
                  <a:extLst>
                    <a:ext uri="{FF2B5EF4-FFF2-40B4-BE49-F238E27FC236}">
                      <a16:creationId xmlns:a16="http://schemas.microsoft.com/office/drawing/2014/main" id="{BC462F06-6AB9-69FB-FA54-433215BD7E4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563122" y="3920437"/>
                  <a:ext cx="2653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254" name="잉크 1253">
                  <a:extLst>
                    <a:ext uri="{FF2B5EF4-FFF2-40B4-BE49-F238E27FC236}">
                      <a16:creationId xmlns:a16="http://schemas.microsoft.com/office/drawing/2014/main" id="{416A7FF3-5387-12AE-9CD3-4D6455FE0BF6}"/>
                    </a:ext>
                  </a:extLst>
                </p14:cNvPr>
                <p14:cNvContentPartPr/>
                <p14:nvPr/>
              </p14:nvContentPartPr>
              <p14:xfrm>
                <a:off x="8114202" y="3994597"/>
                <a:ext cx="198720" cy="200880"/>
              </p14:xfrm>
            </p:contentPart>
          </mc:Choice>
          <mc:Fallback>
            <p:pic>
              <p:nvPicPr>
                <p:cNvPr id="1254" name="잉크 1253">
                  <a:extLst>
                    <a:ext uri="{FF2B5EF4-FFF2-40B4-BE49-F238E27FC236}">
                      <a16:creationId xmlns:a16="http://schemas.microsoft.com/office/drawing/2014/main" id="{416A7FF3-5387-12AE-9CD3-4D6455FE0BF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096562" y="3976957"/>
                  <a:ext cx="2343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256" name="잉크 1255">
                  <a:extLst>
                    <a:ext uri="{FF2B5EF4-FFF2-40B4-BE49-F238E27FC236}">
                      <a16:creationId xmlns:a16="http://schemas.microsoft.com/office/drawing/2014/main" id="{31FD7C57-275A-1FE6-AC42-DBA82211F1BD}"/>
                    </a:ext>
                  </a:extLst>
                </p14:cNvPr>
                <p14:cNvContentPartPr/>
                <p14:nvPr/>
              </p14:nvContentPartPr>
              <p14:xfrm>
                <a:off x="8137242" y="4300237"/>
                <a:ext cx="154080" cy="164880"/>
              </p14:xfrm>
            </p:contentPart>
          </mc:Choice>
          <mc:Fallback>
            <p:pic>
              <p:nvPicPr>
                <p:cNvPr id="1256" name="잉크 1255">
                  <a:extLst>
                    <a:ext uri="{FF2B5EF4-FFF2-40B4-BE49-F238E27FC236}">
                      <a16:creationId xmlns:a16="http://schemas.microsoft.com/office/drawing/2014/main" id="{31FD7C57-275A-1FE6-AC42-DBA82211F1B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119242" y="4282237"/>
                  <a:ext cx="1897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257" name="잉크 1256">
                  <a:extLst>
                    <a:ext uri="{FF2B5EF4-FFF2-40B4-BE49-F238E27FC236}">
                      <a16:creationId xmlns:a16="http://schemas.microsoft.com/office/drawing/2014/main" id="{A7B6CE86-CF98-6BC7-43A1-DDCB11445035}"/>
                    </a:ext>
                  </a:extLst>
                </p14:cNvPr>
                <p14:cNvContentPartPr/>
                <p14:nvPr/>
              </p14:nvContentPartPr>
              <p14:xfrm>
                <a:off x="8336322" y="4371877"/>
                <a:ext cx="183240" cy="126720"/>
              </p14:xfrm>
            </p:contentPart>
          </mc:Choice>
          <mc:Fallback>
            <p:pic>
              <p:nvPicPr>
                <p:cNvPr id="1257" name="잉크 1256">
                  <a:extLst>
                    <a:ext uri="{FF2B5EF4-FFF2-40B4-BE49-F238E27FC236}">
                      <a16:creationId xmlns:a16="http://schemas.microsoft.com/office/drawing/2014/main" id="{A7B6CE86-CF98-6BC7-43A1-DDCB1144503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318322" y="4353877"/>
                  <a:ext cx="2188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258" name="잉크 1257">
                  <a:extLst>
                    <a:ext uri="{FF2B5EF4-FFF2-40B4-BE49-F238E27FC236}">
                      <a16:creationId xmlns:a16="http://schemas.microsoft.com/office/drawing/2014/main" id="{9D179ED9-A121-4A46-4618-1DE93064492D}"/>
                    </a:ext>
                  </a:extLst>
                </p14:cNvPr>
                <p14:cNvContentPartPr/>
                <p14:nvPr/>
              </p14:nvContentPartPr>
              <p14:xfrm>
                <a:off x="8567082" y="4365037"/>
                <a:ext cx="178560" cy="165240"/>
              </p14:xfrm>
            </p:contentPart>
          </mc:Choice>
          <mc:Fallback>
            <p:pic>
              <p:nvPicPr>
                <p:cNvPr id="1258" name="잉크 1257">
                  <a:extLst>
                    <a:ext uri="{FF2B5EF4-FFF2-40B4-BE49-F238E27FC236}">
                      <a16:creationId xmlns:a16="http://schemas.microsoft.com/office/drawing/2014/main" id="{9D179ED9-A121-4A46-4618-1DE93064492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549442" y="4347397"/>
                  <a:ext cx="214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260" name="잉크 1259">
                  <a:extLst>
                    <a:ext uri="{FF2B5EF4-FFF2-40B4-BE49-F238E27FC236}">
                      <a16:creationId xmlns:a16="http://schemas.microsoft.com/office/drawing/2014/main" id="{6AEB45B1-0BA5-BAE2-6292-CC645E88325E}"/>
                    </a:ext>
                  </a:extLst>
                </p14:cNvPr>
                <p14:cNvContentPartPr/>
                <p14:nvPr/>
              </p14:nvContentPartPr>
              <p14:xfrm>
                <a:off x="9089802" y="4444237"/>
                <a:ext cx="251640" cy="204480"/>
              </p14:xfrm>
            </p:contentPart>
          </mc:Choice>
          <mc:Fallback>
            <p:pic>
              <p:nvPicPr>
                <p:cNvPr id="1260" name="잉크 1259">
                  <a:extLst>
                    <a:ext uri="{FF2B5EF4-FFF2-40B4-BE49-F238E27FC236}">
                      <a16:creationId xmlns:a16="http://schemas.microsoft.com/office/drawing/2014/main" id="{6AEB45B1-0BA5-BAE2-6292-CC645E88325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072162" y="4426237"/>
                  <a:ext cx="2872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261" name="잉크 1260">
                  <a:extLst>
                    <a:ext uri="{FF2B5EF4-FFF2-40B4-BE49-F238E27FC236}">
                      <a16:creationId xmlns:a16="http://schemas.microsoft.com/office/drawing/2014/main" id="{F73838A8-1DBD-B210-8B9C-0086691BEB13}"/>
                    </a:ext>
                  </a:extLst>
                </p14:cNvPr>
                <p14:cNvContentPartPr/>
                <p14:nvPr/>
              </p14:nvContentPartPr>
              <p14:xfrm>
                <a:off x="9386802" y="4487797"/>
                <a:ext cx="150120" cy="118800"/>
              </p14:xfrm>
            </p:contentPart>
          </mc:Choice>
          <mc:Fallback>
            <p:pic>
              <p:nvPicPr>
                <p:cNvPr id="1261" name="잉크 1260">
                  <a:extLst>
                    <a:ext uri="{FF2B5EF4-FFF2-40B4-BE49-F238E27FC236}">
                      <a16:creationId xmlns:a16="http://schemas.microsoft.com/office/drawing/2014/main" id="{F73838A8-1DBD-B210-8B9C-0086691BEB1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369162" y="4470157"/>
                  <a:ext cx="1857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262" name="잉크 1261">
                  <a:extLst>
                    <a:ext uri="{FF2B5EF4-FFF2-40B4-BE49-F238E27FC236}">
                      <a16:creationId xmlns:a16="http://schemas.microsoft.com/office/drawing/2014/main" id="{67B98EF0-5E10-B298-E0FE-13A99A4832DA}"/>
                    </a:ext>
                  </a:extLst>
                </p14:cNvPr>
                <p14:cNvContentPartPr/>
                <p14:nvPr/>
              </p14:nvContentPartPr>
              <p14:xfrm>
                <a:off x="9605682" y="4419397"/>
                <a:ext cx="111600" cy="127080"/>
              </p14:xfrm>
            </p:contentPart>
          </mc:Choice>
          <mc:Fallback>
            <p:pic>
              <p:nvPicPr>
                <p:cNvPr id="1262" name="잉크 1261">
                  <a:extLst>
                    <a:ext uri="{FF2B5EF4-FFF2-40B4-BE49-F238E27FC236}">
                      <a16:creationId xmlns:a16="http://schemas.microsoft.com/office/drawing/2014/main" id="{67B98EF0-5E10-B298-E0FE-13A99A4832D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588042" y="4401397"/>
                  <a:ext cx="1472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263" name="잉크 1262">
                  <a:extLst>
                    <a:ext uri="{FF2B5EF4-FFF2-40B4-BE49-F238E27FC236}">
                      <a16:creationId xmlns:a16="http://schemas.microsoft.com/office/drawing/2014/main" id="{5D3F0709-B658-5480-A6C5-580EBBF5853E}"/>
                    </a:ext>
                  </a:extLst>
                </p14:cNvPr>
                <p14:cNvContentPartPr/>
                <p14:nvPr/>
              </p14:nvContentPartPr>
              <p14:xfrm>
                <a:off x="9357282" y="3971557"/>
                <a:ext cx="220680" cy="159480"/>
              </p14:xfrm>
            </p:contentPart>
          </mc:Choice>
          <mc:Fallback>
            <p:pic>
              <p:nvPicPr>
                <p:cNvPr id="1263" name="잉크 1262">
                  <a:extLst>
                    <a:ext uri="{FF2B5EF4-FFF2-40B4-BE49-F238E27FC236}">
                      <a16:creationId xmlns:a16="http://schemas.microsoft.com/office/drawing/2014/main" id="{5D3F0709-B658-5480-A6C5-580EBBF5853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339642" y="3953557"/>
                  <a:ext cx="2563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264" name="잉크 1263">
                  <a:extLst>
                    <a:ext uri="{FF2B5EF4-FFF2-40B4-BE49-F238E27FC236}">
                      <a16:creationId xmlns:a16="http://schemas.microsoft.com/office/drawing/2014/main" id="{330FE237-44FA-47D1-EF53-21F7FA3343F1}"/>
                    </a:ext>
                  </a:extLst>
                </p14:cNvPr>
                <p14:cNvContentPartPr/>
                <p14:nvPr/>
              </p14:nvContentPartPr>
              <p14:xfrm>
                <a:off x="9125442" y="4059397"/>
                <a:ext cx="179640" cy="119880"/>
              </p14:xfrm>
            </p:contentPart>
          </mc:Choice>
          <mc:Fallback>
            <p:pic>
              <p:nvPicPr>
                <p:cNvPr id="1264" name="잉크 1263">
                  <a:extLst>
                    <a:ext uri="{FF2B5EF4-FFF2-40B4-BE49-F238E27FC236}">
                      <a16:creationId xmlns:a16="http://schemas.microsoft.com/office/drawing/2014/main" id="{330FE237-44FA-47D1-EF53-21F7FA3343F1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107442" y="4041397"/>
                  <a:ext cx="2152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265" name="잉크 1264">
                  <a:extLst>
                    <a:ext uri="{FF2B5EF4-FFF2-40B4-BE49-F238E27FC236}">
                      <a16:creationId xmlns:a16="http://schemas.microsoft.com/office/drawing/2014/main" id="{73C28AF0-C904-1904-A603-98BA6FFBA7F8}"/>
                    </a:ext>
                  </a:extLst>
                </p14:cNvPr>
                <p14:cNvContentPartPr/>
                <p14:nvPr/>
              </p14:nvContentPartPr>
              <p14:xfrm>
                <a:off x="8938242" y="4291237"/>
                <a:ext cx="110520" cy="82440"/>
              </p14:xfrm>
            </p:contentPart>
          </mc:Choice>
          <mc:Fallback>
            <p:pic>
              <p:nvPicPr>
                <p:cNvPr id="1265" name="잉크 1264">
                  <a:extLst>
                    <a:ext uri="{FF2B5EF4-FFF2-40B4-BE49-F238E27FC236}">
                      <a16:creationId xmlns:a16="http://schemas.microsoft.com/office/drawing/2014/main" id="{73C28AF0-C904-1904-A603-98BA6FFBA7F8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920242" y="4273597"/>
                  <a:ext cx="1461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266" name="잉크 1265">
                  <a:extLst>
                    <a:ext uri="{FF2B5EF4-FFF2-40B4-BE49-F238E27FC236}">
                      <a16:creationId xmlns:a16="http://schemas.microsoft.com/office/drawing/2014/main" id="{079B28BC-A6E2-9B1A-93EF-EA1A57CB24A4}"/>
                    </a:ext>
                  </a:extLst>
                </p14:cNvPr>
                <p14:cNvContentPartPr/>
                <p14:nvPr/>
              </p14:nvContentPartPr>
              <p14:xfrm>
                <a:off x="8969202" y="4467277"/>
                <a:ext cx="124560" cy="73800"/>
              </p14:xfrm>
            </p:contentPart>
          </mc:Choice>
          <mc:Fallback>
            <p:pic>
              <p:nvPicPr>
                <p:cNvPr id="1266" name="잉크 1265">
                  <a:extLst>
                    <a:ext uri="{FF2B5EF4-FFF2-40B4-BE49-F238E27FC236}">
                      <a16:creationId xmlns:a16="http://schemas.microsoft.com/office/drawing/2014/main" id="{079B28BC-A6E2-9B1A-93EF-EA1A57CB24A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951562" y="4449277"/>
                  <a:ext cx="1602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277" name="잉크 1276">
                  <a:extLst>
                    <a:ext uri="{FF2B5EF4-FFF2-40B4-BE49-F238E27FC236}">
                      <a16:creationId xmlns:a16="http://schemas.microsoft.com/office/drawing/2014/main" id="{FEB93864-4838-3EA2-8B66-5CE1280AA0A3}"/>
                    </a:ext>
                  </a:extLst>
                </p14:cNvPr>
                <p14:cNvContentPartPr/>
                <p14:nvPr/>
              </p14:nvContentPartPr>
              <p14:xfrm>
                <a:off x="8000802" y="3748357"/>
                <a:ext cx="1042560" cy="1094040"/>
              </p14:xfrm>
            </p:contentPart>
          </mc:Choice>
          <mc:Fallback>
            <p:pic>
              <p:nvPicPr>
                <p:cNvPr id="1277" name="잉크 1276">
                  <a:extLst>
                    <a:ext uri="{FF2B5EF4-FFF2-40B4-BE49-F238E27FC236}">
                      <a16:creationId xmlns:a16="http://schemas.microsoft.com/office/drawing/2014/main" id="{FEB93864-4838-3EA2-8B66-5CE1280AA0A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982802" y="3730717"/>
                  <a:ext cx="1078200" cy="11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278" name="잉크 1277">
                  <a:extLst>
                    <a:ext uri="{FF2B5EF4-FFF2-40B4-BE49-F238E27FC236}">
                      <a16:creationId xmlns:a16="http://schemas.microsoft.com/office/drawing/2014/main" id="{9FE645D1-DDF1-A928-3BBC-595BC97C182F}"/>
                    </a:ext>
                  </a:extLst>
                </p14:cNvPr>
                <p14:cNvContentPartPr/>
                <p14:nvPr/>
              </p14:nvContentPartPr>
              <p14:xfrm>
                <a:off x="8684082" y="3847357"/>
                <a:ext cx="1092600" cy="1030320"/>
              </p14:xfrm>
            </p:contentPart>
          </mc:Choice>
          <mc:Fallback>
            <p:pic>
              <p:nvPicPr>
                <p:cNvPr id="1278" name="잉크 1277">
                  <a:extLst>
                    <a:ext uri="{FF2B5EF4-FFF2-40B4-BE49-F238E27FC236}">
                      <a16:creationId xmlns:a16="http://schemas.microsoft.com/office/drawing/2014/main" id="{9FE645D1-DDF1-A928-3BBC-595BC97C182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666442" y="3829717"/>
                  <a:ext cx="1128240" cy="106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1280" name="잉크 1279">
                <a:extLst>
                  <a:ext uri="{FF2B5EF4-FFF2-40B4-BE49-F238E27FC236}">
                    <a16:creationId xmlns:a16="http://schemas.microsoft.com/office/drawing/2014/main" id="{DBAD1004-BDD3-0924-42DA-00CF4E59979E}"/>
                  </a:ext>
                </a:extLst>
              </p14:cNvPr>
              <p14:cNvContentPartPr/>
              <p14:nvPr/>
            </p14:nvContentPartPr>
            <p14:xfrm>
              <a:off x="5601042" y="4071277"/>
              <a:ext cx="235080" cy="215280"/>
            </p14:xfrm>
          </p:contentPart>
        </mc:Choice>
        <mc:Fallback>
          <p:pic>
            <p:nvPicPr>
              <p:cNvPr id="1280" name="잉크 1279">
                <a:extLst>
                  <a:ext uri="{FF2B5EF4-FFF2-40B4-BE49-F238E27FC236}">
                    <a16:creationId xmlns:a16="http://schemas.microsoft.com/office/drawing/2014/main" id="{DBAD1004-BDD3-0924-42DA-00CF4E59979E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5583042" y="4053277"/>
                <a:ext cx="270720" cy="25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9" name="그룹 1288">
            <a:extLst>
              <a:ext uri="{FF2B5EF4-FFF2-40B4-BE49-F238E27FC236}">
                <a16:creationId xmlns:a16="http://schemas.microsoft.com/office/drawing/2014/main" id="{EED853C9-1C90-D8C0-E2F6-94FB0DE3ADF0}"/>
              </a:ext>
            </a:extLst>
          </p:cNvPr>
          <p:cNvGrpSpPr/>
          <p:nvPr/>
        </p:nvGrpSpPr>
        <p:grpSpPr>
          <a:xfrm>
            <a:off x="5653242" y="6107077"/>
            <a:ext cx="627840" cy="267840"/>
            <a:chOff x="5653242" y="6107077"/>
            <a:chExt cx="627840" cy="2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281" name="잉크 1280">
                  <a:extLst>
                    <a:ext uri="{FF2B5EF4-FFF2-40B4-BE49-F238E27FC236}">
                      <a16:creationId xmlns:a16="http://schemas.microsoft.com/office/drawing/2014/main" id="{7A8567A3-4429-0130-E35C-85646CBFE1A0}"/>
                    </a:ext>
                  </a:extLst>
                </p14:cNvPr>
                <p14:cNvContentPartPr/>
                <p14:nvPr/>
              </p14:nvContentPartPr>
              <p14:xfrm>
                <a:off x="5653242" y="6171877"/>
                <a:ext cx="44280" cy="199800"/>
              </p14:xfrm>
            </p:contentPart>
          </mc:Choice>
          <mc:Fallback>
            <p:pic>
              <p:nvPicPr>
                <p:cNvPr id="1281" name="잉크 1280">
                  <a:extLst>
                    <a:ext uri="{FF2B5EF4-FFF2-40B4-BE49-F238E27FC236}">
                      <a16:creationId xmlns:a16="http://schemas.microsoft.com/office/drawing/2014/main" id="{7A8567A3-4429-0130-E35C-85646CBFE1A0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635602" y="6154237"/>
                  <a:ext cx="799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282" name="잉크 1281">
                  <a:extLst>
                    <a:ext uri="{FF2B5EF4-FFF2-40B4-BE49-F238E27FC236}">
                      <a16:creationId xmlns:a16="http://schemas.microsoft.com/office/drawing/2014/main" id="{4CCD8AAF-044B-D437-631D-E25BE445B821}"/>
                    </a:ext>
                  </a:extLst>
                </p14:cNvPr>
                <p14:cNvContentPartPr/>
                <p14:nvPr/>
              </p14:nvContentPartPr>
              <p14:xfrm>
                <a:off x="5653962" y="6238477"/>
                <a:ext cx="186120" cy="17640"/>
              </p14:xfrm>
            </p:contentPart>
          </mc:Choice>
          <mc:Fallback>
            <p:pic>
              <p:nvPicPr>
                <p:cNvPr id="1282" name="잉크 1281">
                  <a:extLst>
                    <a:ext uri="{FF2B5EF4-FFF2-40B4-BE49-F238E27FC236}">
                      <a16:creationId xmlns:a16="http://schemas.microsoft.com/office/drawing/2014/main" id="{4CCD8AAF-044B-D437-631D-E25BE445B82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635962" y="6220477"/>
                  <a:ext cx="2217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283" name="잉크 1282">
                  <a:extLst>
                    <a:ext uri="{FF2B5EF4-FFF2-40B4-BE49-F238E27FC236}">
                      <a16:creationId xmlns:a16="http://schemas.microsoft.com/office/drawing/2014/main" id="{348838E3-EE44-D3B6-B59E-5EB8F44A4C9E}"/>
                    </a:ext>
                  </a:extLst>
                </p14:cNvPr>
                <p14:cNvContentPartPr/>
                <p14:nvPr/>
              </p14:nvContentPartPr>
              <p14:xfrm>
                <a:off x="5813442" y="6107077"/>
                <a:ext cx="26640" cy="253800"/>
              </p14:xfrm>
            </p:contentPart>
          </mc:Choice>
          <mc:Fallback>
            <p:pic>
              <p:nvPicPr>
                <p:cNvPr id="1283" name="잉크 1282">
                  <a:extLst>
                    <a:ext uri="{FF2B5EF4-FFF2-40B4-BE49-F238E27FC236}">
                      <a16:creationId xmlns:a16="http://schemas.microsoft.com/office/drawing/2014/main" id="{348838E3-EE44-D3B6-B59E-5EB8F44A4C9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795442" y="6089437"/>
                  <a:ext cx="622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284" name="잉크 1283">
                  <a:extLst>
                    <a:ext uri="{FF2B5EF4-FFF2-40B4-BE49-F238E27FC236}">
                      <a16:creationId xmlns:a16="http://schemas.microsoft.com/office/drawing/2014/main" id="{299B2198-2374-D7AA-6564-F30CF438FECF}"/>
                    </a:ext>
                  </a:extLst>
                </p14:cNvPr>
                <p14:cNvContentPartPr/>
                <p14:nvPr/>
              </p14:nvContentPartPr>
              <p14:xfrm>
                <a:off x="5921082" y="6123277"/>
                <a:ext cx="15120" cy="237600"/>
              </p14:xfrm>
            </p:contentPart>
          </mc:Choice>
          <mc:Fallback>
            <p:pic>
              <p:nvPicPr>
                <p:cNvPr id="1284" name="잉크 1283">
                  <a:extLst>
                    <a:ext uri="{FF2B5EF4-FFF2-40B4-BE49-F238E27FC236}">
                      <a16:creationId xmlns:a16="http://schemas.microsoft.com/office/drawing/2014/main" id="{299B2198-2374-D7AA-6564-F30CF438FECF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903442" y="6105637"/>
                  <a:ext cx="507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285" name="잉크 1284">
                  <a:extLst>
                    <a:ext uri="{FF2B5EF4-FFF2-40B4-BE49-F238E27FC236}">
                      <a16:creationId xmlns:a16="http://schemas.microsoft.com/office/drawing/2014/main" id="{0462F746-C684-29CF-E935-DF5B5B4D1121}"/>
                    </a:ext>
                  </a:extLst>
                </p14:cNvPr>
                <p14:cNvContentPartPr/>
                <p14:nvPr/>
              </p14:nvContentPartPr>
              <p14:xfrm>
                <a:off x="5904882" y="6118597"/>
                <a:ext cx="137520" cy="238680"/>
              </p14:xfrm>
            </p:contentPart>
          </mc:Choice>
          <mc:Fallback>
            <p:pic>
              <p:nvPicPr>
                <p:cNvPr id="1285" name="잉크 1284">
                  <a:extLst>
                    <a:ext uri="{FF2B5EF4-FFF2-40B4-BE49-F238E27FC236}">
                      <a16:creationId xmlns:a16="http://schemas.microsoft.com/office/drawing/2014/main" id="{0462F746-C684-29CF-E935-DF5B5B4D112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887242" y="6100957"/>
                  <a:ext cx="1731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286" name="잉크 1285">
                  <a:extLst>
                    <a:ext uri="{FF2B5EF4-FFF2-40B4-BE49-F238E27FC236}">
                      <a16:creationId xmlns:a16="http://schemas.microsoft.com/office/drawing/2014/main" id="{FD387334-2D05-7583-DB58-EB09D07D3A06}"/>
                    </a:ext>
                  </a:extLst>
                </p14:cNvPr>
                <p14:cNvContentPartPr/>
                <p14:nvPr/>
              </p14:nvContentPartPr>
              <p14:xfrm>
                <a:off x="6082722" y="6148837"/>
                <a:ext cx="32760" cy="226080"/>
              </p14:xfrm>
            </p:contentPart>
          </mc:Choice>
          <mc:Fallback>
            <p:pic>
              <p:nvPicPr>
                <p:cNvPr id="1286" name="잉크 1285">
                  <a:extLst>
                    <a:ext uri="{FF2B5EF4-FFF2-40B4-BE49-F238E27FC236}">
                      <a16:creationId xmlns:a16="http://schemas.microsoft.com/office/drawing/2014/main" id="{FD387334-2D05-7583-DB58-EB09D07D3A0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064722" y="6130837"/>
                  <a:ext cx="684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287" name="잉크 1286">
                  <a:extLst>
                    <a:ext uri="{FF2B5EF4-FFF2-40B4-BE49-F238E27FC236}">
                      <a16:creationId xmlns:a16="http://schemas.microsoft.com/office/drawing/2014/main" id="{FC788AF6-859B-D3D7-7C91-5B6002A87A74}"/>
                    </a:ext>
                  </a:extLst>
                </p14:cNvPr>
                <p14:cNvContentPartPr/>
                <p14:nvPr/>
              </p14:nvContentPartPr>
              <p14:xfrm>
                <a:off x="6127362" y="6129037"/>
                <a:ext cx="64440" cy="133200"/>
              </p14:xfrm>
            </p:contentPart>
          </mc:Choice>
          <mc:Fallback>
            <p:pic>
              <p:nvPicPr>
                <p:cNvPr id="1287" name="잉크 1286">
                  <a:extLst>
                    <a:ext uri="{FF2B5EF4-FFF2-40B4-BE49-F238E27FC236}">
                      <a16:creationId xmlns:a16="http://schemas.microsoft.com/office/drawing/2014/main" id="{FC788AF6-859B-D3D7-7C91-5B6002A87A74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109722" y="6111397"/>
                  <a:ext cx="1000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288" name="잉크 1287">
                  <a:extLst>
                    <a:ext uri="{FF2B5EF4-FFF2-40B4-BE49-F238E27FC236}">
                      <a16:creationId xmlns:a16="http://schemas.microsoft.com/office/drawing/2014/main" id="{B8983C0F-5CA4-37C9-27AD-24D14EE16922}"/>
                    </a:ext>
                  </a:extLst>
                </p14:cNvPr>
                <p14:cNvContentPartPr/>
                <p14:nvPr/>
              </p14:nvContentPartPr>
              <p14:xfrm>
                <a:off x="6164082" y="6233797"/>
                <a:ext cx="117000" cy="115920"/>
              </p14:xfrm>
            </p:contentPart>
          </mc:Choice>
          <mc:Fallback>
            <p:pic>
              <p:nvPicPr>
                <p:cNvPr id="1288" name="잉크 1287">
                  <a:extLst>
                    <a:ext uri="{FF2B5EF4-FFF2-40B4-BE49-F238E27FC236}">
                      <a16:creationId xmlns:a16="http://schemas.microsoft.com/office/drawing/2014/main" id="{B8983C0F-5CA4-37C9-27AD-24D14EE1692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146442" y="6215797"/>
                  <a:ext cx="15264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2" name="그룹 1311">
            <a:extLst>
              <a:ext uri="{FF2B5EF4-FFF2-40B4-BE49-F238E27FC236}">
                <a16:creationId xmlns:a16="http://schemas.microsoft.com/office/drawing/2014/main" id="{19BDD6E0-657B-64F6-737C-3579CE3A120F}"/>
              </a:ext>
            </a:extLst>
          </p:cNvPr>
          <p:cNvGrpSpPr/>
          <p:nvPr/>
        </p:nvGrpSpPr>
        <p:grpSpPr>
          <a:xfrm>
            <a:off x="7046082" y="6082237"/>
            <a:ext cx="2916720" cy="428400"/>
            <a:chOff x="7046082" y="6082237"/>
            <a:chExt cx="2916720" cy="42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290" name="잉크 1289">
                  <a:extLst>
                    <a:ext uri="{FF2B5EF4-FFF2-40B4-BE49-F238E27FC236}">
                      <a16:creationId xmlns:a16="http://schemas.microsoft.com/office/drawing/2014/main" id="{EE775400-F309-1AB6-E335-9151E8B9103E}"/>
                    </a:ext>
                  </a:extLst>
                </p14:cNvPr>
                <p14:cNvContentPartPr/>
                <p14:nvPr/>
              </p14:nvContentPartPr>
              <p14:xfrm>
                <a:off x="7046082" y="6082237"/>
                <a:ext cx="165600" cy="28800"/>
              </p14:xfrm>
            </p:contentPart>
          </mc:Choice>
          <mc:Fallback>
            <p:pic>
              <p:nvPicPr>
                <p:cNvPr id="1290" name="잉크 1289">
                  <a:extLst>
                    <a:ext uri="{FF2B5EF4-FFF2-40B4-BE49-F238E27FC236}">
                      <a16:creationId xmlns:a16="http://schemas.microsoft.com/office/drawing/2014/main" id="{EE775400-F309-1AB6-E335-9151E8B9103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028442" y="6064597"/>
                  <a:ext cx="201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291" name="잉크 1290">
                  <a:extLst>
                    <a:ext uri="{FF2B5EF4-FFF2-40B4-BE49-F238E27FC236}">
                      <a16:creationId xmlns:a16="http://schemas.microsoft.com/office/drawing/2014/main" id="{AE921BF0-77A9-1327-B418-18DCE1AD9758}"/>
                    </a:ext>
                  </a:extLst>
                </p14:cNvPr>
                <p14:cNvContentPartPr/>
                <p14:nvPr/>
              </p14:nvContentPartPr>
              <p14:xfrm>
                <a:off x="7075602" y="6083677"/>
                <a:ext cx="25560" cy="346320"/>
              </p14:xfrm>
            </p:contentPart>
          </mc:Choice>
          <mc:Fallback>
            <p:pic>
              <p:nvPicPr>
                <p:cNvPr id="1291" name="잉크 1290">
                  <a:extLst>
                    <a:ext uri="{FF2B5EF4-FFF2-40B4-BE49-F238E27FC236}">
                      <a16:creationId xmlns:a16="http://schemas.microsoft.com/office/drawing/2014/main" id="{AE921BF0-77A9-1327-B418-18DCE1AD9758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057602" y="6065677"/>
                  <a:ext cx="612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292" name="잉크 1291">
                  <a:extLst>
                    <a:ext uri="{FF2B5EF4-FFF2-40B4-BE49-F238E27FC236}">
                      <a16:creationId xmlns:a16="http://schemas.microsoft.com/office/drawing/2014/main" id="{86D6B686-710E-EB2D-D647-C5FA66FFAD3F}"/>
                    </a:ext>
                  </a:extLst>
                </p14:cNvPr>
                <p14:cNvContentPartPr/>
                <p14:nvPr/>
              </p14:nvContentPartPr>
              <p14:xfrm>
                <a:off x="7072002" y="6293917"/>
                <a:ext cx="182160" cy="21600"/>
              </p14:xfrm>
            </p:contentPart>
          </mc:Choice>
          <mc:Fallback>
            <p:pic>
              <p:nvPicPr>
                <p:cNvPr id="1292" name="잉크 1291">
                  <a:extLst>
                    <a:ext uri="{FF2B5EF4-FFF2-40B4-BE49-F238E27FC236}">
                      <a16:creationId xmlns:a16="http://schemas.microsoft.com/office/drawing/2014/main" id="{86D6B686-710E-EB2D-D647-C5FA66FFAD3F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054362" y="6275917"/>
                  <a:ext cx="217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293" name="잉크 1292">
                  <a:extLst>
                    <a:ext uri="{FF2B5EF4-FFF2-40B4-BE49-F238E27FC236}">
                      <a16:creationId xmlns:a16="http://schemas.microsoft.com/office/drawing/2014/main" id="{C9E3C9FC-2794-DEEE-37EB-92473FB6B595}"/>
                    </a:ext>
                  </a:extLst>
                </p14:cNvPr>
                <p14:cNvContentPartPr/>
                <p14:nvPr/>
              </p14:nvContentPartPr>
              <p14:xfrm>
                <a:off x="7275402" y="6256837"/>
                <a:ext cx="120240" cy="111600"/>
              </p14:xfrm>
            </p:contentPart>
          </mc:Choice>
          <mc:Fallback>
            <p:pic>
              <p:nvPicPr>
                <p:cNvPr id="1293" name="잉크 1292">
                  <a:extLst>
                    <a:ext uri="{FF2B5EF4-FFF2-40B4-BE49-F238E27FC236}">
                      <a16:creationId xmlns:a16="http://schemas.microsoft.com/office/drawing/2014/main" id="{C9E3C9FC-2794-DEEE-37EB-92473FB6B595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257402" y="6238837"/>
                  <a:ext cx="1558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294" name="잉크 1293">
                  <a:extLst>
                    <a:ext uri="{FF2B5EF4-FFF2-40B4-BE49-F238E27FC236}">
                      <a16:creationId xmlns:a16="http://schemas.microsoft.com/office/drawing/2014/main" id="{663F1201-E482-9411-02C6-ADB10E8BC2BC}"/>
                    </a:ext>
                  </a:extLst>
                </p14:cNvPr>
                <p14:cNvContentPartPr/>
                <p14:nvPr/>
              </p14:nvContentPartPr>
              <p14:xfrm>
                <a:off x="7407522" y="6282757"/>
                <a:ext cx="123480" cy="78120"/>
              </p14:xfrm>
            </p:contentPart>
          </mc:Choice>
          <mc:Fallback>
            <p:pic>
              <p:nvPicPr>
                <p:cNvPr id="1294" name="잉크 1293">
                  <a:extLst>
                    <a:ext uri="{FF2B5EF4-FFF2-40B4-BE49-F238E27FC236}">
                      <a16:creationId xmlns:a16="http://schemas.microsoft.com/office/drawing/2014/main" id="{663F1201-E482-9411-02C6-ADB10E8BC2B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389882" y="6265117"/>
                  <a:ext cx="1591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295" name="잉크 1294">
                  <a:extLst>
                    <a:ext uri="{FF2B5EF4-FFF2-40B4-BE49-F238E27FC236}">
                      <a16:creationId xmlns:a16="http://schemas.microsoft.com/office/drawing/2014/main" id="{0E232A3F-76FF-543D-52E9-536E177EEEC3}"/>
                    </a:ext>
                  </a:extLst>
                </p14:cNvPr>
                <p14:cNvContentPartPr/>
                <p14:nvPr/>
              </p14:nvContentPartPr>
              <p14:xfrm>
                <a:off x="7526322" y="6294637"/>
                <a:ext cx="92520" cy="216000"/>
              </p14:xfrm>
            </p:contentPart>
          </mc:Choice>
          <mc:Fallback>
            <p:pic>
              <p:nvPicPr>
                <p:cNvPr id="1295" name="잉크 1294">
                  <a:extLst>
                    <a:ext uri="{FF2B5EF4-FFF2-40B4-BE49-F238E27FC236}">
                      <a16:creationId xmlns:a16="http://schemas.microsoft.com/office/drawing/2014/main" id="{0E232A3F-76FF-543D-52E9-536E177EEEC3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7508322" y="6276637"/>
                  <a:ext cx="1281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296" name="잉크 1295">
                  <a:extLst>
                    <a:ext uri="{FF2B5EF4-FFF2-40B4-BE49-F238E27FC236}">
                      <a16:creationId xmlns:a16="http://schemas.microsoft.com/office/drawing/2014/main" id="{99A3E942-1459-2D82-B20B-64AD5A835FDA}"/>
                    </a:ext>
                  </a:extLst>
                </p14:cNvPr>
                <p14:cNvContentPartPr/>
                <p14:nvPr/>
              </p14:nvContentPartPr>
              <p14:xfrm>
                <a:off x="7658442" y="6119317"/>
                <a:ext cx="179640" cy="273600"/>
              </p14:xfrm>
            </p:contentPart>
          </mc:Choice>
          <mc:Fallback>
            <p:pic>
              <p:nvPicPr>
                <p:cNvPr id="1296" name="잉크 1295">
                  <a:extLst>
                    <a:ext uri="{FF2B5EF4-FFF2-40B4-BE49-F238E27FC236}">
                      <a16:creationId xmlns:a16="http://schemas.microsoft.com/office/drawing/2014/main" id="{99A3E942-1459-2D82-B20B-64AD5A835FD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640442" y="6101317"/>
                  <a:ext cx="2152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297" name="잉크 1296">
                  <a:extLst>
                    <a:ext uri="{FF2B5EF4-FFF2-40B4-BE49-F238E27FC236}">
                      <a16:creationId xmlns:a16="http://schemas.microsoft.com/office/drawing/2014/main" id="{A1468925-F8A8-A292-4588-E36911E5CA4A}"/>
                    </a:ext>
                  </a:extLst>
                </p14:cNvPr>
                <p14:cNvContentPartPr/>
                <p14:nvPr/>
              </p14:nvContentPartPr>
              <p14:xfrm>
                <a:off x="7832682" y="6301117"/>
                <a:ext cx="104040" cy="83520"/>
              </p14:xfrm>
            </p:contentPart>
          </mc:Choice>
          <mc:Fallback>
            <p:pic>
              <p:nvPicPr>
                <p:cNvPr id="1297" name="잉크 1296">
                  <a:extLst>
                    <a:ext uri="{FF2B5EF4-FFF2-40B4-BE49-F238E27FC236}">
                      <a16:creationId xmlns:a16="http://schemas.microsoft.com/office/drawing/2014/main" id="{A1468925-F8A8-A292-4588-E36911E5CA4A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814682" y="6283117"/>
                  <a:ext cx="1396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298" name="잉크 1297">
                  <a:extLst>
                    <a:ext uri="{FF2B5EF4-FFF2-40B4-BE49-F238E27FC236}">
                      <a16:creationId xmlns:a16="http://schemas.microsoft.com/office/drawing/2014/main" id="{CE7B7212-1DF4-3091-FD55-52D33C9EB83F}"/>
                    </a:ext>
                  </a:extLst>
                </p14:cNvPr>
                <p14:cNvContentPartPr/>
                <p14:nvPr/>
              </p14:nvContentPartPr>
              <p14:xfrm>
                <a:off x="7957242" y="6175477"/>
                <a:ext cx="43200" cy="249840"/>
              </p14:xfrm>
            </p:contentPart>
          </mc:Choice>
          <mc:Fallback>
            <p:pic>
              <p:nvPicPr>
                <p:cNvPr id="1298" name="잉크 1297">
                  <a:extLst>
                    <a:ext uri="{FF2B5EF4-FFF2-40B4-BE49-F238E27FC236}">
                      <a16:creationId xmlns:a16="http://schemas.microsoft.com/office/drawing/2014/main" id="{CE7B7212-1DF4-3091-FD55-52D33C9EB83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939602" y="6157477"/>
                  <a:ext cx="788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299" name="잉크 1298">
                  <a:extLst>
                    <a:ext uri="{FF2B5EF4-FFF2-40B4-BE49-F238E27FC236}">
                      <a16:creationId xmlns:a16="http://schemas.microsoft.com/office/drawing/2014/main" id="{E1F656AB-D183-600A-D1D4-D65B2CFE35A1}"/>
                    </a:ext>
                  </a:extLst>
                </p14:cNvPr>
                <p14:cNvContentPartPr/>
                <p14:nvPr/>
              </p14:nvContentPartPr>
              <p14:xfrm>
                <a:off x="8046162" y="6316237"/>
                <a:ext cx="66240" cy="58680"/>
              </p14:xfrm>
            </p:contentPart>
          </mc:Choice>
          <mc:Fallback>
            <p:pic>
              <p:nvPicPr>
                <p:cNvPr id="1299" name="잉크 1298">
                  <a:extLst>
                    <a:ext uri="{FF2B5EF4-FFF2-40B4-BE49-F238E27FC236}">
                      <a16:creationId xmlns:a16="http://schemas.microsoft.com/office/drawing/2014/main" id="{E1F656AB-D183-600A-D1D4-D65B2CFE35A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028522" y="6298597"/>
                  <a:ext cx="1018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300" name="잉크 1299">
                  <a:extLst>
                    <a:ext uri="{FF2B5EF4-FFF2-40B4-BE49-F238E27FC236}">
                      <a16:creationId xmlns:a16="http://schemas.microsoft.com/office/drawing/2014/main" id="{F59EC32D-091E-B979-98E7-14A82306CFA2}"/>
                    </a:ext>
                  </a:extLst>
                </p14:cNvPr>
                <p14:cNvContentPartPr/>
                <p14:nvPr/>
              </p14:nvContentPartPr>
              <p14:xfrm>
                <a:off x="8118522" y="6304717"/>
                <a:ext cx="87120" cy="89640"/>
              </p14:xfrm>
            </p:contentPart>
          </mc:Choice>
          <mc:Fallback>
            <p:pic>
              <p:nvPicPr>
                <p:cNvPr id="1300" name="잉크 1299">
                  <a:extLst>
                    <a:ext uri="{FF2B5EF4-FFF2-40B4-BE49-F238E27FC236}">
                      <a16:creationId xmlns:a16="http://schemas.microsoft.com/office/drawing/2014/main" id="{F59EC32D-091E-B979-98E7-14A82306CFA2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100522" y="6287077"/>
                  <a:ext cx="1227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301" name="잉크 1300">
                  <a:extLst>
                    <a:ext uri="{FF2B5EF4-FFF2-40B4-BE49-F238E27FC236}">
                      <a16:creationId xmlns:a16="http://schemas.microsoft.com/office/drawing/2014/main" id="{54D1BF46-B7F4-D2C0-920B-58BF7F1F42BE}"/>
                    </a:ext>
                  </a:extLst>
                </p14:cNvPr>
                <p14:cNvContentPartPr/>
                <p14:nvPr/>
              </p14:nvContentPartPr>
              <p14:xfrm>
                <a:off x="8373402" y="6300037"/>
                <a:ext cx="178200" cy="11880"/>
              </p14:xfrm>
            </p:contentPart>
          </mc:Choice>
          <mc:Fallback>
            <p:pic>
              <p:nvPicPr>
                <p:cNvPr id="1301" name="잉크 1300">
                  <a:extLst>
                    <a:ext uri="{FF2B5EF4-FFF2-40B4-BE49-F238E27FC236}">
                      <a16:creationId xmlns:a16="http://schemas.microsoft.com/office/drawing/2014/main" id="{54D1BF46-B7F4-D2C0-920B-58BF7F1F42B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355762" y="6282397"/>
                  <a:ext cx="2138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302" name="잉크 1301">
                  <a:extLst>
                    <a:ext uri="{FF2B5EF4-FFF2-40B4-BE49-F238E27FC236}">
                      <a16:creationId xmlns:a16="http://schemas.microsoft.com/office/drawing/2014/main" id="{6EEDE75E-C28B-D31D-943E-DA6163AB2A40}"/>
                    </a:ext>
                  </a:extLst>
                </p14:cNvPr>
                <p14:cNvContentPartPr/>
                <p14:nvPr/>
              </p14:nvContentPartPr>
              <p14:xfrm>
                <a:off x="8510562" y="6247117"/>
                <a:ext cx="48600" cy="147240"/>
              </p14:xfrm>
            </p:contentPart>
          </mc:Choice>
          <mc:Fallback>
            <p:pic>
              <p:nvPicPr>
                <p:cNvPr id="1302" name="잉크 1301">
                  <a:extLst>
                    <a:ext uri="{FF2B5EF4-FFF2-40B4-BE49-F238E27FC236}">
                      <a16:creationId xmlns:a16="http://schemas.microsoft.com/office/drawing/2014/main" id="{6EEDE75E-C28B-D31D-943E-DA6163AB2A40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492922" y="6229117"/>
                  <a:ext cx="84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303" name="잉크 1302">
                  <a:extLst>
                    <a:ext uri="{FF2B5EF4-FFF2-40B4-BE49-F238E27FC236}">
                      <a16:creationId xmlns:a16="http://schemas.microsoft.com/office/drawing/2014/main" id="{716A6EA0-87FC-7FA7-E0D9-2F33E30C3555}"/>
                    </a:ext>
                  </a:extLst>
                </p14:cNvPr>
                <p14:cNvContentPartPr/>
                <p14:nvPr/>
              </p14:nvContentPartPr>
              <p14:xfrm>
                <a:off x="8530362" y="6117877"/>
                <a:ext cx="394560" cy="97920"/>
              </p14:xfrm>
            </p:contentPart>
          </mc:Choice>
          <mc:Fallback>
            <p:pic>
              <p:nvPicPr>
                <p:cNvPr id="1303" name="잉크 1302">
                  <a:extLst>
                    <a:ext uri="{FF2B5EF4-FFF2-40B4-BE49-F238E27FC236}">
                      <a16:creationId xmlns:a16="http://schemas.microsoft.com/office/drawing/2014/main" id="{716A6EA0-87FC-7FA7-E0D9-2F33E30C355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512362" y="6100237"/>
                  <a:ext cx="4302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304" name="잉크 1303">
                  <a:extLst>
                    <a:ext uri="{FF2B5EF4-FFF2-40B4-BE49-F238E27FC236}">
                      <a16:creationId xmlns:a16="http://schemas.microsoft.com/office/drawing/2014/main" id="{57126DC8-4F0E-2253-6E5F-E36DC7D9F5C0}"/>
                    </a:ext>
                  </a:extLst>
                </p14:cNvPr>
                <p14:cNvContentPartPr/>
                <p14:nvPr/>
              </p14:nvContentPartPr>
              <p14:xfrm>
                <a:off x="8521362" y="6089797"/>
                <a:ext cx="208080" cy="159120"/>
              </p14:xfrm>
            </p:contentPart>
          </mc:Choice>
          <mc:Fallback>
            <p:pic>
              <p:nvPicPr>
                <p:cNvPr id="1304" name="잉크 1303">
                  <a:extLst>
                    <a:ext uri="{FF2B5EF4-FFF2-40B4-BE49-F238E27FC236}">
                      <a16:creationId xmlns:a16="http://schemas.microsoft.com/office/drawing/2014/main" id="{57126DC8-4F0E-2253-6E5F-E36DC7D9F5C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503722" y="6072157"/>
                  <a:ext cx="2437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305" name="잉크 1304">
                  <a:extLst>
                    <a:ext uri="{FF2B5EF4-FFF2-40B4-BE49-F238E27FC236}">
                      <a16:creationId xmlns:a16="http://schemas.microsoft.com/office/drawing/2014/main" id="{D1B07345-F6FC-4433-A63E-AA37D00D4D3E}"/>
                    </a:ext>
                  </a:extLst>
                </p14:cNvPr>
                <p14:cNvContentPartPr/>
                <p14:nvPr/>
              </p14:nvContentPartPr>
              <p14:xfrm>
                <a:off x="9252882" y="6112477"/>
                <a:ext cx="360" cy="360"/>
              </p14:xfrm>
            </p:contentPart>
          </mc:Choice>
          <mc:Fallback>
            <p:pic>
              <p:nvPicPr>
                <p:cNvPr id="1305" name="잉크 1304">
                  <a:extLst>
                    <a:ext uri="{FF2B5EF4-FFF2-40B4-BE49-F238E27FC236}">
                      <a16:creationId xmlns:a16="http://schemas.microsoft.com/office/drawing/2014/main" id="{D1B07345-F6FC-4433-A63E-AA37D00D4D3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235242" y="609447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306" name="잉크 1305">
                  <a:extLst>
                    <a:ext uri="{FF2B5EF4-FFF2-40B4-BE49-F238E27FC236}">
                      <a16:creationId xmlns:a16="http://schemas.microsoft.com/office/drawing/2014/main" id="{7FD50DD7-E46B-7A24-A982-A67E43095466}"/>
                    </a:ext>
                  </a:extLst>
                </p14:cNvPr>
                <p14:cNvContentPartPr/>
                <p14:nvPr/>
              </p14:nvContentPartPr>
              <p14:xfrm>
                <a:off x="9148482" y="6103117"/>
                <a:ext cx="104760" cy="172440"/>
              </p14:xfrm>
            </p:contentPart>
          </mc:Choice>
          <mc:Fallback>
            <p:pic>
              <p:nvPicPr>
                <p:cNvPr id="1306" name="잉크 1305">
                  <a:extLst>
                    <a:ext uri="{FF2B5EF4-FFF2-40B4-BE49-F238E27FC236}">
                      <a16:creationId xmlns:a16="http://schemas.microsoft.com/office/drawing/2014/main" id="{7FD50DD7-E46B-7A24-A982-A67E4309546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130482" y="6085477"/>
                  <a:ext cx="1404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307" name="잉크 1306">
                  <a:extLst>
                    <a:ext uri="{FF2B5EF4-FFF2-40B4-BE49-F238E27FC236}">
                      <a16:creationId xmlns:a16="http://schemas.microsoft.com/office/drawing/2014/main" id="{6B819148-7FF0-2072-9759-CA349A134602}"/>
                    </a:ext>
                  </a:extLst>
                </p14:cNvPr>
                <p14:cNvContentPartPr/>
                <p14:nvPr/>
              </p14:nvContentPartPr>
              <p14:xfrm>
                <a:off x="9286722" y="6148837"/>
                <a:ext cx="96840" cy="93600"/>
              </p14:xfrm>
            </p:contentPart>
          </mc:Choice>
          <mc:Fallback>
            <p:pic>
              <p:nvPicPr>
                <p:cNvPr id="1307" name="잉크 1306">
                  <a:extLst>
                    <a:ext uri="{FF2B5EF4-FFF2-40B4-BE49-F238E27FC236}">
                      <a16:creationId xmlns:a16="http://schemas.microsoft.com/office/drawing/2014/main" id="{6B819148-7FF0-2072-9759-CA349A13460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269082" y="6130837"/>
                  <a:ext cx="1324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308" name="잉크 1307">
                  <a:extLst>
                    <a:ext uri="{FF2B5EF4-FFF2-40B4-BE49-F238E27FC236}">
                      <a16:creationId xmlns:a16="http://schemas.microsoft.com/office/drawing/2014/main" id="{1FAA4853-6A42-B11F-FE09-CCF3F8D00958}"/>
                    </a:ext>
                  </a:extLst>
                </p14:cNvPr>
                <p14:cNvContentPartPr/>
                <p14:nvPr/>
              </p14:nvContentPartPr>
              <p14:xfrm>
                <a:off x="9422442" y="6148117"/>
                <a:ext cx="143280" cy="98280"/>
              </p14:xfrm>
            </p:contentPart>
          </mc:Choice>
          <mc:Fallback>
            <p:pic>
              <p:nvPicPr>
                <p:cNvPr id="1308" name="잉크 1307">
                  <a:extLst>
                    <a:ext uri="{FF2B5EF4-FFF2-40B4-BE49-F238E27FC236}">
                      <a16:creationId xmlns:a16="http://schemas.microsoft.com/office/drawing/2014/main" id="{1FAA4853-6A42-B11F-FE09-CCF3F8D0095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404802" y="6130117"/>
                  <a:ext cx="1789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310" name="잉크 1309">
                  <a:extLst>
                    <a:ext uri="{FF2B5EF4-FFF2-40B4-BE49-F238E27FC236}">
                      <a16:creationId xmlns:a16="http://schemas.microsoft.com/office/drawing/2014/main" id="{1F969753-492B-2369-C942-4A684B677876}"/>
                    </a:ext>
                  </a:extLst>
                </p14:cNvPr>
                <p14:cNvContentPartPr/>
                <p14:nvPr/>
              </p14:nvContentPartPr>
              <p14:xfrm>
                <a:off x="9585522" y="6099517"/>
                <a:ext cx="365040" cy="320040"/>
              </p14:xfrm>
            </p:contentPart>
          </mc:Choice>
          <mc:Fallback>
            <p:pic>
              <p:nvPicPr>
                <p:cNvPr id="1310" name="잉크 1309">
                  <a:extLst>
                    <a:ext uri="{FF2B5EF4-FFF2-40B4-BE49-F238E27FC236}">
                      <a16:creationId xmlns:a16="http://schemas.microsoft.com/office/drawing/2014/main" id="{1F969753-492B-2369-C942-4A684B67787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567882" y="6081517"/>
                  <a:ext cx="4006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311" name="잉크 1310">
                  <a:extLst>
                    <a:ext uri="{FF2B5EF4-FFF2-40B4-BE49-F238E27FC236}">
                      <a16:creationId xmlns:a16="http://schemas.microsoft.com/office/drawing/2014/main" id="{7D149746-13CE-5790-8B99-10CA9156F798}"/>
                    </a:ext>
                  </a:extLst>
                </p14:cNvPr>
                <p14:cNvContentPartPr/>
                <p14:nvPr/>
              </p14:nvContentPartPr>
              <p14:xfrm>
                <a:off x="9716922" y="6161437"/>
                <a:ext cx="245880" cy="302040"/>
              </p14:xfrm>
            </p:contentPart>
          </mc:Choice>
          <mc:Fallback>
            <p:pic>
              <p:nvPicPr>
                <p:cNvPr id="1311" name="잉크 1310">
                  <a:extLst>
                    <a:ext uri="{FF2B5EF4-FFF2-40B4-BE49-F238E27FC236}">
                      <a16:creationId xmlns:a16="http://schemas.microsoft.com/office/drawing/2014/main" id="{7D149746-13CE-5790-8B99-10CA9156F79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699282" y="6143437"/>
                  <a:ext cx="28152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6" name="그룹 1325">
            <a:extLst>
              <a:ext uri="{FF2B5EF4-FFF2-40B4-BE49-F238E27FC236}">
                <a16:creationId xmlns:a16="http://schemas.microsoft.com/office/drawing/2014/main" id="{3CB5AACD-C9F1-1DFA-1140-FFF8473DBC68}"/>
              </a:ext>
            </a:extLst>
          </p:cNvPr>
          <p:cNvGrpSpPr/>
          <p:nvPr/>
        </p:nvGrpSpPr>
        <p:grpSpPr>
          <a:xfrm>
            <a:off x="10351602" y="5452957"/>
            <a:ext cx="1001160" cy="283680"/>
            <a:chOff x="10351602" y="5452957"/>
            <a:chExt cx="1001160" cy="28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313" name="잉크 1312">
                  <a:extLst>
                    <a:ext uri="{FF2B5EF4-FFF2-40B4-BE49-F238E27FC236}">
                      <a16:creationId xmlns:a16="http://schemas.microsoft.com/office/drawing/2014/main" id="{8C51267C-2D9F-0DE8-07B5-B118FD54E489}"/>
                    </a:ext>
                  </a:extLst>
                </p14:cNvPr>
                <p14:cNvContentPartPr/>
                <p14:nvPr/>
              </p14:nvContentPartPr>
              <p14:xfrm>
                <a:off x="10351602" y="5452957"/>
                <a:ext cx="97200" cy="190800"/>
              </p14:xfrm>
            </p:contentPart>
          </mc:Choice>
          <mc:Fallback>
            <p:pic>
              <p:nvPicPr>
                <p:cNvPr id="1313" name="잉크 1312">
                  <a:extLst>
                    <a:ext uri="{FF2B5EF4-FFF2-40B4-BE49-F238E27FC236}">
                      <a16:creationId xmlns:a16="http://schemas.microsoft.com/office/drawing/2014/main" id="{8C51267C-2D9F-0DE8-07B5-B118FD54E48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333962" y="5434957"/>
                  <a:ext cx="1328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314" name="잉크 1313">
                  <a:extLst>
                    <a:ext uri="{FF2B5EF4-FFF2-40B4-BE49-F238E27FC236}">
                      <a16:creationId xmlns:a16="http://schemas.microsoft.com/office/drawing/2014/main" id="{DACD1274-83A9-57F2-DD23-DF0ACB3CCFC8}"/>
                    </a:ext>
                  </a:extLst>
                </p14:cNvPr>
                <p14:cNvContentPartPr/>
                <p14:nvPr/>
              </p14:nvContentPartPr>
              <p14:xfrm>
                <a:off x="10459242" y="5531797"/>
                <a:ext cx="73800" cy="14400"/>
              </p14:xfrm>
            </p:contentPart>
          </mc:Choice>
          <mc:Fallback>
            <p:pic>
              <p:nvPicPr>
                <p:cNvPr id="1314" name="잉크 1313">
                  <a:extLst>
                    <a:ext uri="{FF2B5EF4-FFF2-40B4-BE49-F238E27FC236}">
                      <a16:creationId xmlns:a16="http://schemas.microsoft.com/office/drawing/2014/main" id="{DACD1274-83A9-57F2-DD23-DF0ACB3CCFC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441602" y="5514157"/>
                  <a:ext cx="1094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315" name="잉크 1314">
                  <a:extLst>
                    <a:ext uri="{FF2B5EF4-FFF2-40B4-BE49-F238E27FC236}">
                      <a16:creationId xmlns:a16="http://schemas.microsoft.com/office/drawing/2014/main" id="{F7C2D866-EBE3-C545-4BFE-66B712CB83E7}"/>
                    </a:ext>
                  </a:extLst>
                </p14:cNvPr>
                <p14:cNvContentPartPr/>
                <p14:nvPr/>
              </p14:nvContentPartPr>
              <p14:xfrm>
                <a:off x="10453842" y="5516677"/>
                <a:ext cx="133200" cy="181800"/>
              </p14:xfrm>
            </p:contentPart>
          </mc:Choice>
          <mc:Fallback>
            <p:pic>
              <p:nvPicPr>
                <p:cNvPr id="1315" name="잉크 1314">
                  <a:extLst>
                    <a:ext uri="{FF2B5EF4-FFF2-40B4-BE49-F238E27FC236}">
                      <a16:creationId xmlns:a16="http://schemas.microsoft.com/office/drawing/2014/main" id="{F7C2D866-EBE3-C545-4BFE-66B712CB83E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436202" y="5498677"/>
                  <a:ext cx="1688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316" name="잉크 1315">
                  <a:extLst>
                    <a:ext uri="{FF2B5EF4-FFF2-40B4-BE49-F238E27FC236}">
                      <a16:creationId xmlns:a16="http://schemas.microsoft.com/office/drawing/2014/main" id="{8572A712-AD50-BF15-5B97-9DE6DC30D1F0}"/>
                    </a:ext>
                  </a:extLst>
                </p14:cNvPr>
                <p14:cNvContentPartPr/>
                <p14:nvPr/>
              </p14:nvContentPartPr>
              <p14:xfrm>
                <a:off x="10600722" y="5496517"/>
                <a:ext cx="18000" cy="240120"/>
              </p14:xfrm>
            </p:contentPart>
          </mc:Choice>
          <mc:Fallback>
            <p:pic>
              <p:nvPicPr>
                <p:cNvPr id="1316" name="잉크 1315">
                  <a:extLst>
                    <a:ext uri="{FF2B5EF4-FFF2-40B4-BE49-F238E27FC236}">
                      <a16:creationId xmlns:a16="http://schemas.microsoft.com/office/drawing/2014/main" id="{8572A712-AD50-BF15-5B97-9DE6DC30D1F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582722" y="5478877"/>
                  <a:ext cx="536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317" name="잉크 1316">
                  <a:extLst>
                    <a:ext uri="{FF2B5EF4-FFF2-40B4-BE49-F238E27FC236}">
                      <a16:creationId xmlns:a16="http://schemas.microsoft.com/office/drawing/2014/main" id="{47352947-72DF-5CDC-3D78-C1E6A253DC9B}"/>
                    </a:ext>
                  </a:extLst>
                </p14:cNvPr>
                <p14:cNvContentPartPr/>
                <p14:nvPr/>
              </p14:nvContentPartPr>
              <p14:xfrm>
                <a:off x="10653642" y="5535397"/>
                <a:ext cx="70920" cy="122760"/>
              </p14:xfrm>
            </p:contentPart>
          </mc:Choice>
          <mc:Fallback>
            <p:pic>
              <p:nvPicPr>
                <p:cNvPr id="1317" name="잉크 1316">
                  <a:extLst>
                    <a:ext uri="{FF2B5EF4-FFF2-40B4-BE49-F238E27FC236}">
                      <a16:creationId xmlns:a16="http://schemas.microsoft.com/office/drawing/2014/main" id="{47352947-72DF-5CDC-3D78-C1E6A253DC9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635642" y="5517397"/>
                  <a:ext cx="1065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318" name="잉크 1317">
                  <a:extLst>
                    <a:ext uri="{FF2B5EF4-FFF2-40B4-BE49-F238E27FC236}">
                      <a16:creationId xmlns:a16="http://schemas.microsoft.com/office/drawing/2014/main" id="{D70885AA-A9CD-6833-C7C4-6B6B060B5F8E}"/>
                    </a:ext>
                  </a:extLst>
                </p14:cNvPr>
                <p14:cNvContentPartPr/>
                <p14:nvPr/>
              </p14:nvContentPartPr>
              <p14:xfrm>
                <a:off x="10710522" y="5604157"/>
                <a:ext cx="32760" cy="57960"/>
              </p14:xfrm>
            </p:contentPart>
          </mc:Choice>
          <mc:Fallback>
            <p:pic>
              <p:nvPicPr>
                <p:cNvPr id="1318" name="잉크 1317">
                  <a:extLst>
                    <a:ext uri="{FF2B5EF4-FFF2-40B4-BE49-F238E27FC236}">
                      <a16:creationId xmlns:a16="http://schemas.microsoft.com/office/drawing/2014/main" id="{D70885AA-A9CD-6833-C7C4-6B6B060B5F8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692522" y="5586157"/>
                  <a:ext cx="684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319" name="잉크 1318">
                  <a:extLst>
                    <a:ext uri="{FF2B5EF4-FFF2-40B4-BE49-F238E27FC236}">
                      <a16:creationId xmlns:a16="http://schemas.microsoft.com/office/drawing/2014/main" id="{CFEF7BA2-97C6-266A-E3C7-587351C1208B}"/>
                    </a:ext>
                  </a:extLst>
                </p14:cNvPr>
                <p14:cNvContentPartPr/>
                <p14:nvPr/>
              </p14:nvContentPartPr>
              <p14:xfrm>
                <a:off x="10812762" y="5520997"/>
                <a:ext cx="102960" cy="85320"/>
              </p14:xfrm>
            </p:contentPart>
          </mc:Choice>
          <mc:Fallback>
            <p:pic>
              <p:nvPicPr>
                <p:cNvPr id="1319" name="잉크 1318">
                  <a:extLst>
                    <a:ext uri="{FF2B5EF4-FFF2-40B4-BE49-F238E27FC236}">
                      <a16:creationId xmlns:a16="http://schemas.microsoft.com/office/drawing/2014/main" id="{CFEF7BA2-97C6-266A-E3C7-587351C1208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795122" y="5502997"/>
                  <a:ext cx="1386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320" name="잉크 1319">
                  <a:extLst>
                    <a:ext uri="{FF2B5EF4-FFF2-40B4-BE49-F238E27FC236}">
                      <a16:creationId xmlns:a16="http://schemas.microsoft.com/office/drawing/2014/main" id="{8B4D27E6-D95A-C644-B7FD-67EEC7CBC962}"/>
                    </a:ext>
                  </a:extLst>
                </p14:cNvPr>
                <p14:cNvContentPartPr/>
                <p14:nvPr/>
              </p14:nvContentPartPr>
              <p14:xfrm>
                <a:off x="10786482" y="5706757"/>
                <a:ext cx="106200" cy="29880"/>
              </p14:xfrm>
            </p:contentPart>
          </mc:Choice>
          <mc:Fallback>
            <p:pic>
              <p:nvPicPr>
                <p:cNvPr id="1320" name="잉크 1319">
                  <a:extLst>
                    <a:ext uri="{FF2B5EF4-FFF2-40B4-BE49-F238E27FC236}">
                      <a16:creationId xmlns:a16="http://schemas.microsoft.com/office/drawing/2014/main" id="{8B4D27E6-D95A-C644-B7FD-67EEC7CBC96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768482" y="5689117"/>
                  <a:ext cx="1418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321" name="잉크 1320">
                  <a:extLst>
                    <a:ext uri="{FF2B5EF4-FFF2-40B4-BE49-F238E27FC236}">
                      <a16:creationId xmlns:a16="http://schemas.microsoft.com/office/drawing/2014/main" id="{621F6873-C6F8-237B-E272-0936425C0A90}"/>
                    </a:ext>
                  </a:extLst>
                </p14:cNvPr>
                <p14:cNvContentPartPr/>
                <p14:nvPr/>
              </p14:nvContentPartPr>
              <p14:xfrm>
                <a:off x="11087802" y="5601637"/>
                <a:ext cx="217440" cy="24120"/>
              </p14:xfrm>
            </p:contentPart>
          </mc:Choice>
          <mc:Fallback>
            <p:pic>
              <p:nvPicPr>
                <p:cNvPr id="1321" name="잉크 1320">
                  <a:extLst>
                    <a:ext uri="{FF2B5EF4-FFF2-40B4-BE49-F238E27FC236}">
                      <a16:creationId xmlns:a16="http://schemas.microsoft.com/office/drawing/2014/main" id="{621F6873-C6F8-237B-E272-0936425C0A9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069802" y="5583997"/>
                  <a:ext cx="253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322" name="잉크 1321">
                  <a:extLst>
                    <a:ext uri="{FF2B5EF4-FFF2-40B4-BE49-F238E27FC236}">
                      <a16:creationId xmlns:a16="http://schemas.microsoft.com/office/drawing/2014/main" id="{13F4D5BE-FD07-641F-2C5F-82D98C88F2E7}"/>
                    </a:ext>
                  </a:extLst>
                </p14:cNvPr>
                <p14:cNvContentPartPr/>
                <p14:nvPr/>
              </p14:nvContentPartPr>
              <p14:xfrm>
                <a:off x="11250522" y="5550517"/>
                <a:ext cx="102240" cy="155520"/>
              </p14:xfrm>
            </p:contentPart>
          </mc:Choice>
          <mc:Fallback>
            <p:pic>
              <p:nvPicPr>
                <p:cNvPr id="1322" name="잉크 1321">
                  <a:extLst>
                    <a:ext uri="{FF2B5EF4-FFF2-40B4-BE49-F238E27FC236}">
                      <a16:creationId xmlns:a16="http://schemas.microsoft.com/office/drawing/2014/main" id="{13F4D5BE-FD07-641F-2C5F-82D98C88F2E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232882" y="5532517"/>
                  <a:ext cx="13788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2" name="그룹 1331">
            <a:extLst>
              <a:ext uri="{FF2B5EF4-FFF2-40B4-BE49-F238E27FC236}">
                <a16:creationId xmlns:a16="http://schemas.microsoft.com/office/drawing/2014/main" id="{F3CD118E-B9CB-0283-DA83-A5E5D0849B0D}"/>
              </a:ext>
            </a:extLst>
          </p:cNvPr>
          <p:cNvGrpSpPr/>
          <p:nvPr/>
        </p:nvGrpSpPr>
        <p:grpSpPr>
          <a:xfrm>
            <a:off x="11578842" y="5439277"/>
            <a:ext cx="242280" cy="299520"/>
            <a:chOff x="11578842" y="5439277"/>
            <a:chExt cx="242280" cy="29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323" name="잉크 1322">
                  <a:extLst>
                    <a:ext uri="{FF2B5EF4-FFF2-40B4-BE49-F238E27FC236}">
                      <a16:creationId xmlns:a16="http://schemas.microsoft.com/office/drawing/2014/main" id="{BB16E56D-3A21-93DF-2023-4ACEB6A1C607}"/>
                    </a:ext>
                  </a:extLst>
                </p14:cNvPr>
                <p14:cNvContentPartPr/>
                <p14:nvPr/>
              </p14:nvContentPartPr>
              <p14:xfrm>
                <a:off x="11608722" y="5439277"/>
                <a:ext cx="140400" cy="299520"/>
              </p14:xfrm>
            </p:contentPart>
          </mc:Choice>
          <mc:Fallback>
            <p:pic>
              <p:nvPicPr>
                <p:cNvPr id="1323" name="잉크 1322">
                  <a:extLst>
                    <a:ext uri="{FF2B5EF4-FFF2-40B4-BE49-F238E27FC236}">
                      <a16:creationId xmlns:a16="http://schemas.microsoft.com/office/drawing/2014/main" id="{BB16E56D-3A21-93DF-2023-4ACEB6A1C607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591082" y="5421637"/>
                  <a:ext cx="1760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324" name="잉크 1323">
                  <a:extLst>
                    <a:ext uri="{FF2B5EF4-FFF2-40B4-BE49-F238E27FC236}">
                      <a16:creationId xmlns:a16="http://schemas.microsoft.com/office/drawing/2014/main" id="{166F52A2-DA8F-F984-F068-15B095AB47AE}"/>
                    </a:ext>
                  </a:extLst>
                </p14:cNvPr>
                <p14:cNvContentPartPr/>
                <p14:nvPr/>
              </p14:nvContentPartPr>
              <p14:xfrm>
                <a:off x="11717442" y="5449357"/>
                <a:ext cx="103680" cy="68760"/>
              </p14:xfrm>
            </p:contentPart>
          </mc:Choice>
          <mc:Fallback>
            <p:pic>
              <p:nvPicPr>
                <p:cNvPr id="1324" name="잉크 1323">
                  <a:extLst>
                    <a:ext uri="{FF2B5EF4-FFF2-40B4-BE49-F238E27FC236}">
                      <a16:creationId xmlns:a16="http://schemas.microsoft.com/office/drawing/2014/main" id="{166F52A2-DA8F-F984-F068-15B095AB47A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699802" y="5431357"/>
                  <a:ext cx="1393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1327" name="잉크 1326">
                  <a:extLst>
                    <a:ext uri="{FF2B5EF4-FFF2-40B4-BE49-F238E27FC236}">
                      <a16:creationId xmlns:a16="http://schemas.microsoft.com/office/drawing/2014/main" id="{85DFF336-B6FD-C041-24A5-A3492BD96361}"/>
                    </a:ext>
                  </a:extLst>
                </p14:cNvPr>
                <p14:cNvContentPartPr/>
                <p14:nvPr/>
              </p14:nvContentPartPr>
              <p14:xfrm>
                <a:off x="11622762" y="5491477"/>
                <a:ext cx="110160" cy="36000"/>
              </p14:xfrm>
            </p:contentPart>
          </mc:Choice>
          <mc:Fallback>
            <p:pic>
              <p:nvPicPr>
                <p:cNvPr id="1327" name="잉크 1326">
                  <a:extLst>
                    <a:ext uri="{FF2B5EF4-FFF2-40B4-BE49-F238E27FC236}">
                      <a16:creationId xmlns:a16="http://schemas.microsoft.com/office/drawing/2014/main" id="{85DFF336-B6FD-C041-24A5-A3492BD96361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604762" y="5473477"/>
                  <a:ext cx="1458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1328" name="잉크 1327">
                  <a:extLst>
                    <a:ext uri="{FF2B5EF4-FFF2-40B4-BE49-F238E27FC236}">
                      <a16:creationId xmlns:a16="http://schemas.microsoft.com/office/drawing/2014/main" id="{26FD52CF-9467-6353-D58D-1EF43252B4F8}"/>
                    </a:ext>
                  </a:extLst>
                </p14:cNvPr>
                <p14:cNvContentPartPr/>
                <p14:nvPr/>
              </p14:nvContentPartPr>
              <p14:xfrm>
                <a:off x="11617722" y="5498317"/>
                <a:ext cx="133920" cy="96120"/>
              </p14:xfrm>
            </p:contentPart>
          </mc:Choice>
          <mc:Fallback>
            <p:pic>
              <p:nvPicPr>
                <p:cNvPr id="1328" name="잉크 1327">
                  <a:extLst>
                    <a:ext uri="{FF2B5EF4-FFF2-40B4-BE49-F238E27FC236}">
                      <a16:creationId xmlns:a16="http://schemas.microsoft.com/office/drawing/2014/main" id="{26FD52CF-9467-6353-D58D-1EF43252B4F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600082" y="5480677"/>
                  <a:ext cx="1695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1329" name="잉크 1328">
                  <a:extLst>
                    <a:ext uri="{FF2B5EF4-FFF2-40B4-BE49-F238E27FC236}">
                      <a16:creationId xmlns:a16="http://schemas.microsoft.com/office/drawing/2014/main" id="{1BCEB1CC-E30E-A52B-63A1-8F3B3F95FE9B}"/>
                    </a:ext>
                  </a:extLst>
                </p14:cNvPr>
                <p14:cNvContentPartPr/>
                <p14:nvPr/>
              </p14:nvContentPartPr>
              <p14:xfrm>
                <a:off x="11578842" y="5540077"/>
                <a:ext cx="186480" cy="114120"/>
              </p14:xfrm>
            </p:contentPart>
          </mc:Choice>
          <mc:Fallback>
            <p:pic>
              <p:nvPicPr>
                <p:cNvPr id="1329" name="잉크 1328">
                  <a:extLst>
                    <a:ext uri="{FF2B5EF4-FFF2-40B4-BE49-F238E27FC236}">
                      <a16:creationId xmlns:a16="http://schemas.microsoft.com/office/drawing/2014/main" id="{1BCEB1CC-E30E-A52B-63A1-8F3B3F95FE9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560842" y="5522077"/>
                  <a:ext cx="2221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1330" name="잉크 1329">
                  <a:extLst>
                    <a:ext uri="{FF2B5EF4-FFF2-40B4-BE49-F238E27FC236}">
                      <a16:creationId xmlns:a16="http://schemas.microsoft.com/office/drawing/2014/main" id="{2EC34D9F-7C1B-5D64-0C7B-F24A71BAE8FF}"/>
                    </a:ext>
                  </a:extLst>
                </p14:cNvPr>
                <p14:cNvContentPartPr/>
                <p14:nvPr/>
              </p14:nvContentPartPr>
              <p14:xfrm>
                <a:off x="11677842" y="5589037"/>
                <a:ext cx="95760" cy="80640"/>
              </p14:xfrm>
            </p:contentPart>
          </mc:Choice>
          <mc:Fallback>
            <p:pic>
              <p:nvPicPr>
                <p:cNvPr id="1330" name="잉크 1329">
                  <a:extLst>
                    <a:ext uri="{FF2B5EF4-FFF2-40B4-BE49-F238E27FC236}">
                      <a16:creationId xmlns:a16="http://schemas.microsoft.com/office/drawing/2014/main" id="{2EC34D9F-7C1B-5D64-0C7B-F24A71BAE8FF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659842" y="5571037"/>
                  <a:ext cx="131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1331" name="잉크 1330">
                  <a:extLst>
                    <a:ext uri="{FF2B5EF4-FFF2-40B4-BE49-F238E27FC236}">
                      <a16:creationId xmlns:a16="http://schemas.microsoft.com/office/drawing/2014/main" id="{A344B2AB-4BFA-4E52-3CF5-C31B56DAAE84}"/>
                    </a:ext>
                  </a:extLst>
                </p14:cNvPr>
                <p14:cNvContentPartPr/>
                <p14:nvPr/>
              </p14:nvContentPartPr>
              <p14:xfrm>
                <a:off x="11661642" y="5639437"/>
                <a:ext cx="126720" cy="88920"/>
              </p14:xfrm>
            </p:contentPart>
          </mc:Choice>
          <mc:Fallback>
            <p:pic>
              <p:nvPicPr>
                <p:cNvPr id="1331" name="잉크 1330">
                  <a:extLst>
                    <a:ext uri="{FF2B5EF4-FFF2-40B4-BE49-F238E27FC236}">
                      <a16:creationId xmlns:a16="http://schemas.microsoft.com/office/drawing/2014/main" id="{A344B2AB-4BFA-4E52-3CF5-C31B56DAAE8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644002" y="5621437"/>
                  <a:ext cx="16236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5" name="그룹 1334">
            <a:extLst>
              <a:ext uri="{FF2B5EF4-FFF2-40B4-BE49-F238E27FC236}">
                <a16:creationId xmlns:a16="http://schemas.microsoft.com/office/drawing/2014/main" id="{95C9FC2E-9B66-4CD9-B503-E8240C79DBE1}"/>
              </a:ext>
            </a:extLst>
          </p:cNvPr>
          <p:cNvGrpSpPr/>
          <p:nvPr/>
        </p:nvGrpSpPr>
        <p:grpSpPr>
          <a:xfrm>
            <a:off x="10935882" y="6053437"/>
            <a:ext cx="172800" cy="203760"/>
            <a:chOff x="10935882" y="6053437"/>
            <a:chExt cx="172800" cy="2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333" name="잉크 1332">
                  <a:extLst>
                    <a:ext uri="{FF2B5EF4-FFF2-40B4-BE49-F238E27FC236}">
                      <a16:creationId xmlns:a16="http://schemas.microsoft.com/office/drawing/2014/main" id="{3F78C406-C869-26B5-5CAA-549719C87E59}"/>
                    </a:ext>
                  </a:extLst>
                </p14:cNvPr>
                <p14:cNvContentPartPr/>
                <p14:nvPr/>
              </p14:nvContentPartPr>
              <p14:xfrm>
                <a:off x="10935882" y="6136597"/>
                <a:ext cx="172800" cy="37800"/>
              </p14:xfrm>
            </p:contentPart>
          </mc:Choice>
          <mc:Fallback>
            <p:pic>
              <p:nvPicPr>
                <p:cNvPr id="1333" name="잉크 1332">
                  <a:extLst>
                    <a:ext uri="{FF2B5EF4-FFF2-40B4-BE49-F238E27FC236}">
                      <a16:creationId xmlns:a16="http://schemas.microsoft.com/office/drawing/2014/main" id="{3F78C406-C869-26B5-5CAA-549719C87E5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917882" y="6118957"/>
                  <a:ext cx="2084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1334" name="잉크 1333">
                  <a:extLst>
                    <a:ext uri="{FF2B5EF4-FFF2-40B4-BE49-F238E27FC236}">
                      <a16:creationId xmlns:a16="http://schemas.microsoft.com/office/drawing/2014/main" id="{83D54726-277F-3D27-172A-E05FF5932BDD}"/>
                    </a:ext>
                  </a:extLst>
                </p14:cNvPr>
                <p14:cNvContentPartPr/>
                <p14:nvPr/>
              </p14:nvContentPartPr>
              <p14:xfrm>
                <a:off x="11036322" y="6053437"/>
                <a:ext cx="15120" cy="203760"/>
              </p14:xfrm>
            </p:contentPart>
          </mc:Choice>
          <mc:Fallback>
            <p:pic>
              <p:nvPicPr>
                <p:cNvPr id="1334" name="잉크 1333">
                  <a:extLst>
                    <a:ext uri="{FF2B5EF4-FFF2-40B4-BE49-F238E27FC236}">
                      <a16:creationId xmlns:a16="http://schemas.microsoft.com/office/drawing/2014/main" id="{83D54726-277F-3D27-172A-E05FF5932BD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018682" y="6035797"/>
                  <a:ext cx="50760" cy="239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95133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ko-KR" altLang="en-US" dirty="0" err="1"/>
              <a:t>파티클과</a:t>
            </a:r>
            <a:r>
              <a:rPr lang="ko-KR" altLang="en-US" dirty="0"/>
              <a:t> 같이 빛을 발생시키는 오브젝트의 경우 </a:t>
            </a:r>
            <a:r>
              <a:rPr lang="en-US" altLang="ko-KR" dirty="0"/>
              <a:t>Bloom </a:t>
            </a:r>
            <a:r>
              <a:rPr lang="ko-KR" altLang="en-US" dirty="0"/>
              <a:t>효과가 필수적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FF71A1-CF40-CAB6-AE98-408D9941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864" y="3208866"/>
            <a:ext cx="2736304" cy="28163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0F172D47-A8A1-CEA4-4FF5-3B92F72C21DF}"/>
              </a:ext>
            </a:extLst>
          </p:cNvPr>
          <p:cNvGrpSpPr/>
          <p:nvPr/>
        </p:nvGrpSpPr>
        <p:grpSpPr>
          <a:xfrm>
            <a:off x="8395362" y="3133477"/>
            <a:ext cx="1055880" cy="359640"/>
            <a:chOff x="8395362" y="3133477"/>
            <a:chExt cx="1055880" cy="35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923CF627-F44D-A7E8-8216-B05A66CE055F}"/>
                    </a:ext>
                  </a:extLst>
                </p14:cNvPr>
                <p14:cNvContentPartPr/>
                <p14:nvPr/>
              </p14:nvContentPartPr>
              <p14:xfrm>
                <a:off x="8395362" y="3191077"/>
                <a:ext cx="170280" cy="158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923CF627-F44D-A7E8-8216-B05A66CE055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377362" y="3173077"/>
                  <a:ext cx="2059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1826CF2E-44DE-F697-2862-AC56161A5A49}"/>
                    </a:ext>
                  </a:extLst>
                </p14:cNvPr>
                <p14:cNvContentPartPr/>
                <p14:nvPr/>
              </p14:nvContentPartPr>
              <p14:xfrm>
                <a:off x="8463042" y="3218077"/>
                <a:ext cx="21960" cy="22032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1826CF2E-44DE-F697-2862-AC56161A5A4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5402" y="3200437"/>
                  <a:ext cx="57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C69278DC-D506-6CE9-A095-59FD24074DDA}"/>
                    </a:ext>
                  </a:extLst>
                </p14:cNvPr>
                <p14:cNvContentPartPr/>
                <p14:nvPr/>
              </p14:nvContentPartPr>
              <p14:xfrm>
                <a:off x="8443962" y="3288637"/>
                <a:ext cx="183600" cy="1785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C69278DC-D506-6CE9-A095-59FD24074DD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25962" y="3270997"/>
                  <a:ext cx="2192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B3CC2DC4-B0B7-4926-9C42-73F77D6C9C36}"/>
                    </a:ext>
                  </a:extLst>
                </p14:cNvPr>
                <p14:cNvContentPartPr/>
                <p14:nvPr/>
              </p14:nvContentPartPr>
              <p14:xfrm>
                <a:off x="8662482" y="3190357"/>
                <a:ext cx="21960" cy="2995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B3CC2DC4-B0B7-4926-9C42-73F77D6C9C3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644842" y="3172717"/>
                  <a:ext cx="576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689C6CE6-7F5B-62B2-A71A-D292120D8A9D}"/>
                    </a:ext>
                  </a:extLst>
                </p14:cNvPr>
                <p14:cNvContentPartPr/>
                <p14:nvPr/>
              </p14:nvContentPartPr>
              <p14:xfrm>
                <a:off x="8722242" y="3352717"/>
                <a:ext cx="90000" cy="1548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689C6CE6-7F5B-62B2-A71A-D292120D8A9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04602" y="3335077"/>
                  <a:ext cx="1256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9B6C0606-CD38-0BF1-70F6-6AD2743A10BD}"/>
                    </a:ext>
                  </a:extLst>
                </p14:cNvPr>
                <p14:cNvContentPartPr/>
                <p14:nvPr/>
              </p14:nvContentPartPr>
              <p14:xfrm>
                <a:off x="8834922" y="3184237"/>
                <a:ext cx="133920" cy="273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9B6C0606-CD38-0BF1-70F6-6AD2743A10B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817282" y="3166237"/>
                  <a:ext cx="1695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DEE259C3-3185-BC2C-90ED-97E1009BCD18}"/>
                    </a:ext>
                  </a:extLst>
                </p14:cNvPr>
                <p14:cNvContentPartPr/>
                <p14:nvPr/>
              </p14:nvContentPartPr>
              <p14:xfrm>
                <a:off x="8850402" y="3219517"/>
                <a:ext cx="145080" cy="17172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DEE259C3-3185-BC2C-90ED-97E1009BCD1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832762" y="3201517"/>
                  <a:ext cx="180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11677E2C-FE61-BFBE-D98A-7FCA8D6D1127}"/>
                    </a:ext>
                  </a:extLst>
                </p14:cNvPr>
                <p14:cNvContentPartPr/>
                <p14:nvPr/>
              </p14:nvContentPartPr>
              <p14:xfrm>
                <a:off x="8859402" y="3274237"/>
                <a:ext cx="175320" cy="241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11677E2C-FE61-BFBE-D98A-7FCA8D6D112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841402" y="3256597"/>
                  <a:ext cx="2109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BA834D3D-8E04-1C89-0979-8A22114516D0}"/>
                    </a:ext>
                  </a:extLst>
                </p14:cNvPr>
                <p14:cNvContentPartPr/>
                <p14:nvPr/>
              </p14:nvContentPartPr>
              <p14:xfrm>
                <a:off x="9104922" y="3133477"/>
                <a:ext cx="24840" cy="3596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BA834D3D-8E04-1C89-0979-8A22114516D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087282" y="3115477"/>
                  <a:ext cx="604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6A2241AD-9166-636A-28A0-CEB83F833475}"/>
                    </a:ext>
                  </a:extLst>
                </p14:cNvPr>
                <p14:cNvContentPartPr/>
                <p14:nvPr/>
              </p14:nvContentPartPr>
              <p14:xfrm>
                <a:off x="9248922" y="3174877"/>
                <a:ext cx="92880" cy="1666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6A2241AD-9166-636A-28A0-CEB83F83347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230922" y="3157237"/>
                  <a:ext cx="1285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0736F431-9B04-FEF5-C025-68C76D7D19A9}"/>
                    </a:ext>
                  </a:extLst>
                </p14:cNvPr>
                <p14:cNvContentPartPr/>
                <p14:nvPr/>
              </p14:nvContentPartPr>
              <p14:xfrm>
                <a:off x="9186282" y="3219877"/>
                <a:ext cx="133200" cy="291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0736F431-9B04-FEF5-C025-68C76D7D19A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68642" y="3202237"/>
                  <a:ext cx="1688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2F565967-007C-11CC-D5A7-0CD55F71D7FA}"/>
                    </a:ext>
                  </a:extLst>
                </p14:cNvPr>
                <p14:cNvContentPartPr/>
                <p14:nvPr/>
              </p14:nvContentPartPr>
              <p14:xfrm>
                <a:off x="9235242" y="3326797"/>
                <a:ext cx="152280" cy="223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2F565967-007C-11CC-D5A7-0CD55F71D7F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217602" y="3309157"/>
                  <a:ext cx="1879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E46D1047-7430-B201-A19F-028FEB8C1C95}"/>
                    </a:ext>
                  </a:extLst>
                </p14:cNvPr>
                <p14:cNvContentPartPr/>
                <p14:nvPr/>
              </p14:nvContentPartPr>
              <p14:xfrm>
                <a:off x="9281322" y="3398437"/>
                <a:ext cx="169920" cy="874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E46D1047-7430-B201-A19F-028FEB8C1C9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263682" y="3380797"/>
                  <a:ext cx="20556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815946C-4EF0-9018-9DD2-C1B486F11927}"/>
              </a:ext>
            </a:extLst>
          </p:cNvPr>
          <p:cNvGrpSpPr/>
          <p:nvPr/>
        </p:nvGrpSpPr>
        <p:grpSpPr>
          <a:xfrm>
            <a:off x="7556202" y="3899917"/>
            <a:ext cx="1215360" cy="383400"/>
            <a:chOff x="7556202" y="3899917"/>
            <a:chExt cx="1215360" cy="3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41F4D796-B98C-35CC-3502-9E1F7255F613}"/>
                    </a:ext>
                  </a:extLst>
                </p14:cNvPr>
                <p14:cNvContentPartPr/>
                <p14:nvPr/>
              </p14:nvContentPartPr>
              <p14:xfrm>
                <a:off x="7623882" y="4080637"/>
                <a:ext cx="269640" cy="871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41F4D796-B98C-35CC-3502-9E1F7255F61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605882" y="4062997"/>
                  <a:ext cx="3052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421A4404-8DC9-2764-38DF-6B5BD13928BC}"/>
                    </a:ext>
                  </a:extLst>
                </p14:cNvPr>
                <p14:cNvContentPartPr/>
                <p14:nvPr/>
              </p14:nvContentPartPr>
              <p14:xfrm>
                <a:off x="7556202" y="3999997"/>
                <a:ext cx="193320" cy="2714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421A4404-8DC9-2764-38DF-6B5BD13928B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538562" y="3981997"/>
                  <a:ext cx="2289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FFBBF087-B6D7-2993-3342-75D52919464B}"/>
                    </a:ext>
                  </a:extLst>
                </p14:cNvPr>
                <p14:cNvContentPartPr/>
                <p14:nvPr/>
              </p14:nvContentPartPr>
              <p14:xfrm>
                <a:off x="8099442" y="3999997"/>
                <a:ext cx="91800" cy="1508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FFBBF087-B6D7-2993-3342-75D52919464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081442" y="3982357"/>
                  <a:ext cx="1274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4602CC9A-E27A-CFE2-0724-5867DC6F6EE5}"/>
                    </a:ext>
                  </a:extLst>
                </p14:cNvPr>
                <p14:cNvContentPartPr/>
                <p14:nvPr/>
              </p14:nvContentPartPr>
              <p14:xfrm>
                <a:off x="8183682" y="4001077"/>
                <a:ext cx="134280" cy="3384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4602CC9A-E27A-CFE2-0724-5867DC6F6EE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65682" y="3983437"/>
                  <a:ext cx="1699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7FD6D5B4-1CF7-E4AC-E83E-8F99FEB8FAE8}"/>
                    </a:ext>
                  </a:extLst>
                </p14:cNvPr>
                <p14:cNvContentPartPr/>
                <p14:nvPr/>
              </p14:nvContentPartPr>
              <p14:xfrm>
                <a:off x="8237682" y="3936997"/>
                <a:ext cx="102240" cy="26712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7FD6D5B4-1CF7-E4AC-E83E-8F99FEB8FAE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20042" y="3918997"/>
                  <a:ext cx="1378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B04024DC-14FB-14A4-1086-B7DABC35AD8C}"/>
                    </a:ext>
                  </a:extLst>
                </p14:cNvPr>
                <p14:cNvContentPartPr/>
                <p14:nvPr/>
              </p14:nvContentPartPr>
              <p14:xfrm>
                <a:off x="8263602" y="4170277"/>
                <a:ext cx="195840" cy="11304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B04024DC-14FB-14A4-1086-B7DABC35AD8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45602" y="4152637"/>
                  <a:ext cx="2314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8388C2A3-45EA-8077-0F51-9AF759FFE8DD}"/>
                    </a:ext>
                  </a:extLst>
                </p14:cNvPr>
                <p14:cNvContentPartPr/>
                <p14:nvPr/>
              </p14:nvContentPartPr>
              <p14:xfrm>
                <a:off x="8452242" y="3985957"/>
                <a:ext cx="73800" cy="9792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8388C2A3-45EA-8077-0F51-9AF759FFE8D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434242" y="3967957"/>
                  <a:ext cx="1094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8C93BA8A-18D2-7952-E544-499E5E306AE0}"/>
                    </a:ext>
                  </a:extLst>
                </p14:cNvPr>
                <p14:cNvContentPartPr/>
                <p14:nvPr/>
              </p14:nvContentPartPr>
              <p14:xfrm>
                <a:off x="8469882" y="3977677"/>
                <a:ext cx="195840" cy="2379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8C93BA8A-18D2-7952-E544-499E5E306AE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51882" y="3959677"/>
                  <a:ext cx="2314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F6627ABB-CC63-66B1-6DD3-D8C0C928FED4}"/>
                    </a:ext>
                  </a:extLst>
                </p14:cNvPr>
                <p14:cNvContentPartPr/>
                <p14:nvPr/>
              </p14:nvContentPartPr>
              <p14:xfrm>
                <a:off x="8658522" y="4095037"/>
                <a:ext cx="113040" cy="183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F6627ABB-CC63-66B1-6DD3-D8C0C928FED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40522" y="4077397"/>
                  <a:ext cx="1486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30E25704-A10F-93A3-4E8A-D26EDD846A24}"/>
                    </a:ext>
                  </a:extLst>
                </p14:cNvPr>
                <p14:cNvContentPartPr/>
                <p14:nvPr/>
              </p14:nvContentPartPr>
              <p14:xfrm>
                <a:off x="8005842" y="3976597"/>
                <a:ext cx="14040" cy="5580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30E25704-A10F-93A3-4E8A-D26EDD846A2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987842" y="3958957"/>
                  <a:ext cx="496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51E74253-7BFD-1CD8-5C8E-33FDC282FC5C}"/>
                    </a:ext>
                  </a:extLst>
                </p14:cNvPr>
                <p14:cNvContentPartPr/>
                <p14:nvPr/>
              </p14:nvContentPartPr>
              <p14:xfrm>
                <a:off x="8117082" y="3973357"/>
                <a:ext cx="9720" cy="172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51E74253-7BFD-1CD8-5C8E-33FDC282FC5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099082" y="3955357"/>
                  <a:ext cx="453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5C3625D4-A20E-3B8C-3FFF-D6ABE11754B2}"/>
                    </a:ext>
                  </a:extLst>
                </p14:cNvPr>
                <p14:cNvContentPartPr/>
                <p14:nvPr/>
              </p14:nvContentPartPr>
              <p14:xfrm>
                <a:off x="8650242" y="3899917"/>
                <a:ext cx="20880" cy="9612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5C3625D4-A20E-3B8C-3FFF-D6ABE11754B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632602" y="3881917"/>
                  <a:ext cx="56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CB0D2D3D-282D-1AA7-5142-60AACFA30C4F}"/>
                    </a:ext>
                  </a:extLst>
                </p14:cNvPr>
                <p14:cNvContentPartPr/>
                <p14:nvPr/>
              </p14:nvContentPartPr>
              <p14:xfrm>
                <a:off x="8727642" y="3945997"/>
                <a:ext cx="18000" cy="489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CB0D2D3D-282D-1AA7-5142-60AACFA30C4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10002" y="3928357"/>
                  <a:ext cx="53640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3" name="잉크 32">
                <a:extLst>
                  <a:ext uri="{FF2B5EF4-FFF2-40B4-BE49-F238E27FC236}">
                    <a16:creationId xmlns:a16="http://schemas.microsoft.com/office/drawing/2014/main" id="{298BB08E-A56E-AF91-87F6-104E4667A99E}"/>
                  </a:ext>
                </a:extLst>
              </p14:cNvPr>
              <p14:cNvContentPartPr/>
              <p14:nvPr/>
            </p14:nvContentPartPr>
            <p14:xfrm>
              <a:off x="5819922" y="4575277"/>
              <a:ext cx="156600" cy="123480"/>
            </p14:xfrm>
          </p:contentPart>
        </mc:Choice>
        <mc:Fallback>
          <p:pic>
            <p:nvPicPr>
              <p:cNvPr id="33" name="잉크 32">
                <a:extLst>
                  <a:ext uri="{FF2B5EF4-FFF2-40B4-BE49-F238E27FC236}">
                    <a16:creationId xmlns:a16="http://schemas.microsoft.com/office/drawing/2014/main" id="{298BB08E-A56E-AF91-87F6-104E4667A99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802282" y="4557277"/>
                <a:ext cx="19224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851C3ECA-67D9-9DCE-1149-188B1CEF8397}"/>
                  </a:ext>
                </a:extLst>
              </p14:cNvPr>
              <p14:cNvContentPartPr/>
              <p14:nvPr/>
            </p14:nvContentPartPr>
            <p14:xfrm>
              <a:off x="6465402" y="4582837"/>
              <a:ext cx="199800" cy="179640"/>
            </p14:xfrm>
          </p:contentPart>
        </mc:Choice>
        <mc:Fallback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851C3ECA-67D9-9DCE-1149-188B1CEF839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447762" y="4564837"/>
                <a:ext cx="235440" cy="21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2222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Bloom </a:t>
            </a:r>
            <a:r>
              <a:rPr lang="ko-KR" altLang="en-US" dirty="0"/>
              <a:t>효과는 아래와 같은 단계로 이루어 짐</a:t>
            </a:r>
            <a:endParaRPr lang="en-US" altLang="ko-KR" dirty="0"/>
          </a:p>
          <a:p>
            <a:pPr lvl="1"/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</a:t>
            </a:r>
            <a:endParaRPr lang="en-US" altLang="ko-KR" dirty="0"/>
          </a:p>
          <a:p>
            <a:pPr lvl="1"/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</a:t>
            </a:r>
            <a:endParaRPr lang="en-US" altLang="ko-KR" dirty="0"/>
          </a:p>
          <a:p>
            <a:pPr lvl="1"/>
            <a:r>
              <a:rPr lang="ko-KR" altLang="en-US" dirty="0"/>
              <a:t>원래 영상과 합성하여 최종 렌더링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3451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</a:t>
            </a:r>
            <a:endParaRPr lang="en-US" altLang="ko-KR" dirty="0"/>
          </a:p>
        </p:txBody>
      </p:sp>
      <p:pic>
        <p:nvPicPr>
          <p:cNvPr id="2050" name="Picture 2" descr="Image of a HDR scene where we need to add the bloom or glow effect in OpenG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84" y="2895112"/>
            <a:ext cx="4848617" cy="379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Bright regions extracted of a scene for the bloom or glow post-processing effect in OpenG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850" y="2887494"/>
            <a:ext cx="4848617" cy="379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545AA3C1-6B86-A6BB-44A5-10A7AD6ABE3E}"/>
              </a:ext>
            </a:extLst>
          </p:cNvPr>
          <p:cNvSpPr/>
          <p:nvPr/>
        </p:nvSpPr>
        <p:spPr>
          <a:xfrm>
            <a:off x="5807968" y="4221088"/>
            <a:ext cx="648072" cy="11905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832580E1-A18D-59C2-B5C2-142053BB799F}"/>
                  </a:ext>
                </a:extLst>
              </p14:cNvPr>
              <p14:cNvContentPartPr/>
              <p14:nvPr/>
            </p14:nvContentPartPr>
            <p14:xfrm>
              <a:off x="1487682" y="4457197"/>
              <a:ext cx="1153800" cy="77220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832580E1-A18D-59C2-B5C2-142053BB79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70042" y="4439557"/>
                <a:ext cx="1189440" cy="80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C0C011BE-E0E0-3856-9705-BE1C1F13945A}"/>
                  </a:ext>
                </a:extLst>
              </p14:cNvPr>
              <p14:cNvContentPartPr/>
              <p14:nvPr/>
            </p14:nvContentPartPr>
            <p14:xfrm>
              <a:off x="2881962" y="3358837"/>
              <a:ext cx="703800" cy="37908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C0C011BE-E0E0-3856-9705-BE1C1F13945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64322" y="3341197"/>
                <a:ext cx="739440" cy="41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그룹 12">
            <a:extLst>
              <a:ext uri="{FF2B5EF4-FFF2-40B4-BE49-F238E27FC236}">
                <a16:creationId xmlns:a16="http://schemas.microsoft.com/office/drawing/2014/main" id="{91DBAF9D-C01B-D6C9-6CBA-2462AD3012B3}"/>
              </a:ext>
            </a:extLst>
          </p:cNvPr>
          <p:cNvGrpSpPr/>
          <p:nvPr/>
        </p:nvGrpSpPr>
        <p:grpSpPr>
          <a:xfrm>
            <a:off x="4059882" y="4298077"/>
            <a:ext cx="1361520" cy="1764720"/>
            <a:chOff x="4059882" y="4298077"/>
            <a:chExt cx="1361520" cy="176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72F1E111-1602-E33E-643E-3ABDF3AA78FE}"/>
                    </a:ext>
                  </a:extLst>
                </p14:cNvPr>
                <p14:cNvContentPartPr/>
                <p14:nvPr/>
              </p14:nvContentPartPr>
              <p14:xfrm>
                <a:off x="4222242" y="4298077"/>
                <a:ext cx="1199160" cy="11865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72F1E111-1602-E33E-643E-3ABDF3AA78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04242" y="4280077"/>
                  <a:ext cx="1234800" cy="12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FD93D1D3-B755-778A-1278-D4E25690F58B}"/>
                    </a:ext>
                  </a:extLst>
                </p14:cNvPr>
                <p14:cNvContentPartPr/>
                <p14:nvPr/>
              </p14:nvContentPartPr>
              <p14:xfrm>
                <a:off x="4069242" y="5210677"/>
                <a:ext cx="88200" cy="1562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FD93D1D3-B755-778A-1278-D4E25690F58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51242" y="5192677"/>
                  <a:ext cx="1238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9086EFBD-8F5E-D7E4-3874-70E9B3409456}"/>
                    </a:ext>
                  </a:extLst>
                </p14:cNvPr>
                <p14:cNvContentPartPr/>
                <p14:nvPr/>
              </p14:nvContentPartPr>
              <p14:xfrm>
                <a:off x="4059882" y="5255677"/>
                <a:ext cx="136800" cy="1245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9086EFBD-8F5E-D7E4-3874-70E9B340945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41882" y="5238037"/>
                  <a:ext cx="172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A0397371-C200-A888-018E-E2D88585A839}"/>
                    </a:ext>
                  </a:extLst>
                </p14:cNvPr>
                <p14:cNvContentPartPr/>
                <p14:nvPr/>
              </p14:nvContentPartPr>
              <p14:xfrm>
                <a:off x="4927842" y="5595517"/>
                <a:ext cx="56520" cy="4672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A0397371-C200-A888-018E-E2D88585A8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09842" y="5577517"/>
                  <a:ext cx="9216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4CF5FA0-8ED3-561D-EC51-71DC3BE44160}"/>
                    </a:ext>
                  </a:extLst>
                </p14:cNvPr>
                <p14:cNvContentPartPr/>
                <p14:nvPr/>
              </p14:nvContentPartPr>
              <p14:xfrm>
                <a:off x="4903362" y="5937877"/>
                <a:ext cx="156600" cy="910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4CF5FA0-8ED3-561D-EC51-71DC3BE4416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85362" y="5920237"/>
                  <a:ext cx="192240" cy="12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7" name="잉크 36">
                <a:extLst>
                  <a:ext uri="{FF2B5EF4-FFF2-40B4-BE49-F238E27FC236}">
                    <a16:creationId xmlns:a16="http://schemas.microsoft.com/office/drawing/2014/main" id="{D39EB0E7-A314-8900-FB08-4FE5724F9A32}"/>
                  </a:ext>
                </a:extLst>
              </p14:cNvPr>
              <p14:cNvContentPartPr/>
              <p14:nvPr/>
            </p14:nvContentPartPr>
            <p14:xfrm>
              <a:off x="5570442" y="4147237"/>
              <a:ext cx="75960" cy="213840"/>
            </p14:xfrm>
          </p:contentPart>
        </mc:Choice>
        <mc:Fallback>
          <p:pic>
            <p:nvPicPr>
              <p:cNvPr id="37" name="잉크 36">
                <a:extLst>
                  <a:ext uri="{FF2B5EF4-FFF2-40B4-BE49-F238E27FC236}">
                    <a16:creationId xmlns:a16="http://schemas.microsoft.com/office/drawing/2014/main" id="{D39EB0E7-A314-8900-FB08-4FE5724F9A3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552802" y="4129237"/>
                <a:ext cx="111600" cy="24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그룹 48">
            <a:extLst>
              <a:ext uri="{FF2B5EF4-FFF2-40B4-BE49-F238E27FC236}">
                <a16:creationId xmlns:a16="http://schemas.microsoft.com/office/drawing/2014/main" id="{CAA9EBB7-0282-5960-26AE-23A9DE3D1029}"/>
              </a:ext>
            </a:extLst>
          </p:cNvPr>
          <p:cNvGrpSpPr/>
          <p:nvPr/>
        </p:nvGrpSpPr>
        <p:grpSpPr>
          <a:xfrm>
            <a:off x="4669722" y="3317437"/>
            <a:ext cx="1793520" cy="982800"/>
            <a:chOff x="4669722" y="3317437"/>
            <a:chExt cx="1793520" cy="98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B036082C-791A-A846-C611-1E45315CD089}"/>
                    </a:ext>
                  </a:extLst>
                </p14:cNvPr>
                <p14:cNvContentPartPr/>
                <p14:nvPr/>
              </p14:nvContentPartPr>
              <p14:xfrm>
                <a:off x="4669722" y="3485557"/>
                <a:ext cx="44640" cy="1839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B036082C-791A-A846-C611-1E45315CD0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52082" y="3467917"/>
                  <a:ext cx="802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3FB93C5-0529-133F-962D-7235DA798F8E}"/>
                    </a:ext>
                  </a:extLst>
                </p14:cNvPr>
                <p14:cNvContentPartPr/>
                <p14:nvPr/>
              </p14:nvContentPartPr>
              <p14:xfrm>
                <a:off x="4703922" y="3466477"/>
                <a:ext cx="68040" cy="1580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3FB93C5-0529-133F-962D-7235DA798F8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85922" y="3448837"/>
                  <a:ext cx="1036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01E0EFE4-678D-3A9B-D9C5-A74702A19E11}"/>
                    </a:ext>
                  </a:extLst>
                </p14:cNvPr>
                <p14:cNvContentPartPr/>
                <p14:nvPr/>
              </p14:nvContentPartPr>
              <p14:xfrm>
                <a:off x="4695642" y="3582037"/>
                <a:ext cx="48240" cy="320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01E0EFE4-678D-3A9B-D9C5-A74702A19E1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78002" y="3564397"/>
                  <a:ext cx="838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7D4D746D-1B70-F6A1-D066-A88F9A152A58}"/>
                    </a:ext>
                  </a:extLst>
                </p14:cNvPr>
                <p14:cNvContentPartPr/>
                <p14:nvPr/>
              </p14:nvContentPartPr>
              <p14:xfrm>
                <a:off x="4713282" y="3624517"/>
                <a:ext cx="69480" cy="442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7D4D746D-1B70-F6A1-D066-A88F9A152A5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95642" y="3606517"/>
                  <a:ext cx="1051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3F6DC92A-7B8B-003A-76D9-217721A1C619}"/>
                    </a:ext>
                  </a:extLst>
                </p14:cNvPr>
                <p14:cNvContentPartPr/>
                <p14:nvPr/>
              </p14:nvContentPartPr>
              <p14:xfrm>
                <a:off x="4816602" y="3430837"/>
                <a:ext cx="66960" cy="1789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3F6DC92A-7B8B-003A-76D9-217721A1C61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98602" y="3412837"/>
                  <a:ext cx="1026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6120E3F9-6497-D241-5227-93B306088CE9}"/>
                    </a:ext>
                  </a:extLst>
                </p14:cNvPr>
                <p14:cNvContentPartPr/>
                <p14:nvPr/>
              </p14:nvContentPartPr>
              <p14:xfrm>
                <a:off x="4825962" y="3665197"/>
                <a:ext cx="31680" cy="442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6120E3F9-6497-D241-5227-93B306088CE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08322" y="3647557"/>
                  <a:ext cx="673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81E8B20-DFA9-165E-9358-1A0F8C03B267}"/>
                    </a:ext>
                  </a:extLst>
                </p14:cNvPr>
                <p14:cNvContentPartPr/>
                <p14:nvPr/>
              </p14:nvContentPartPr>
              <p14:xfrm>
                <a:off x="4811202" y="3686437"/>
                <a:ext cx="99360" cy="1220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81E8B20-DFA9-165E-9358-1A0F8C03B2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93202" y="3668437"/>
                  <a:ext cx="135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7BC98875-2552-4A98-4867-647C8051A7C6}"/>
                    </a:ext>
                  </a:extLst>
                </p14:cNvPr>
                <p14:cNvContentPartPr/>
                <p14:nvPr/>
              </p14:nvContentPartPr>
              <p14:xfrm>
                <a:off x="4923882" y="3751957"/>
                <a:ext cx="83160" cy="356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7BC98875-2552-4A98-4867-647C8051A7C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05882" y="3734317"/>
                  <a:ext cx="1188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4DBBE43F-E988-1598-41A2-7E005B9FCA9B}"/>
                    </a:ext>
                  </a:extLst>
                </p14:cNvPr>
                <p14:cNvContentPartPr/>
                <p14:nvPr/>
              </p14:nvContentPartPr>
              <p14:xfrm>
                <a:off x="5171922" y="3729997"/>
                <a:ext cx="7200" cy="565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4DBBE43F-E988-1598-41A2-7E005B9FCA9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54282" y="3712357"/>
                  <a:ext cx="42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2D2D24B0-B554-ACFE-784A-4C07C35C25AD}"/>
                    </a:ext>
                  </a:extLst>
                </p14:cNvPr>
                <p14:cNvContentPartPr/>
                <p14:nvPr/>
              </p14:nvContentPartPr>
              <p14:xfrm>
                <a:off x="5310522" y="3456757"/>
                <a:ext cx="115200" cy="16272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2D2D24B0-B554-ACFE-784A-4C07C35C25A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92522" y="3438757"/>
                  <a:ext cx="1508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0F097BB9-6E7E-39F5-A679-AD95E3D95CEA}"/>
                    </a:ext>
                  </a:extLst>
                </p14:cNvPr>
                <p14:cNvContentPartPr/>
                <p14:nvPr/>
              </p14:nvContentPartPr>
              <p14:xfrm>
                <a:off x="5451642" y="3406717"/>
                <a:ext cx="87120" cy="17244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0F097BB9-6E7E-39F5-A679-AD95E3D95CE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33642" y="3388717"/>
                  <a:ext cx="1227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3F218DFE-1240-5608-8DA0-3C96DA45BEB1}"/>
                    </a:ext>
                  </a:extLst>
                </p14:cNvPr>
                <p14:cNvContentPartPr/>
                <p14:nvPr/>
              </p14:nvContentPartPr>
              <p14:xfrm>
                <a:off x="5525082" y="3479797"/>
                <a:ext cx="100800" cy="644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3F218DFE-1240-5608-8DA0-3C96DA45BEB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07082" y="3462157"/>
                  <a:ext cx="136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DB9D6AF4-CEFC-7078-9462-D8D7837F611D}"/>
                    </a:ext>
                  </a:extLst>
                </p14:cNvPr>
                <p14:cNvContentPartPr/>
                <p14:nvPr/>
              </p14:nvContentPartPr>
              <p14:xfrm>
                <a:off x="5568282" y="3616957"/>
                <a:ext cx="83880" cy="651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DB9D6AF4-CEFC-7078-9462-D8D7837F611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50642" y="3598957"/>
                  <a:ext cx="1195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1D1B5052-6903-91B5-2955-E21D4F43E1E5}"/>
                    </a:ext>
                  </a:extLst>
                </p14:cNvPr>
                <p14:cNvContentPartPr/>
                <p14:nvPr/>
              </p14:nvContentPartPr>
              <p14:xfrm>
                <a:off x="5617242" y="3317437"/>
                <a:ext cx="43560" cy="7488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1D1B5052-6903-91B5-2955-E21D4F43E1E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99242" y="3299797"/>
                  <a:ext cx="79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5F76F75A-A801-6843-9A99-4B79F2341CBC}"/>
                    </a:ext>
                  </a:extLst>
                </p14:cNvPr>
                <p14:cNvContentPartPr/>
                <p14:nvPr/>
              </p14:nvContentPartPr>
              <p14:xfrm>
                <a:off x="5628042" y="3408157"/>
                <a:ext cx="104760" cy="7668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5F76F75A-A801-6843-9A99-4B79F2341CB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10402" y="3390517"/>
                  <a:ext cx="140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ADB02545-FB41-05D1-15FC-88AE60B042CF}"/>
                    </a:ext>
                  </a:extLst>
                </p14:cNvPr>
                <p14:cNvContentPartPr/>
                <p14:nvPr/>
              </p14:nvContentPartPr>
              <p14:xfrm>
                <a:off x="5743242" y="3324997"/>
                <a:ext cx="123480" cy="6552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ADB02545-FB41-05D1-15FC-88AE60B042C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25602" y="3307357"/>
                  <a:ext cx="1591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F4F53100-5D04-B34F-9448-F844D9CE3B1E}"/>
                    </a:ext>
                  </a:extLst>
                </p14:cNvPr>
                <p14:cNvContentPartPr/>
                <p14:nvPr/>
              </p14:nvContentPartPr>
              <p14:xfrm>
                <a:off x="5819562" y="3485197"/>
                <a:ext cx="107640" cy="6732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F4F53100-5D04-B34F-9448-F844D9CE3B1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01562" y="3467197"/>
                  <a:ext cx="143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71FE4E2A-BCF3-4A5F-7CCD-C55E4E7BBACB}"/>
                    </a:ext>
                  </a:extLst>
                </p14:cNvPr>
                <p14:cNvContentPartPr/>
                <p14:nvPr/>
              </p14:nvContentPartPr>
              <p14:xfrm>
                <a:off x="5640282" y="3826477"/>
                <a:ext cx="156240" cy="1317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71FE4E2A-BCF3-4A5F-7CCD-C55E4E7BBAC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622642" y="3808477"/>
                  <a:ext cx="1918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481766A5-7456-7730-CF7B-819999A0ED54}"/>
                    </a:ext>
                  </a:extLst>
                </p14:cNvPr>
                <p14:cNvContentPartPr/>
                <p14:nvPr/>
              </p14:nvContentPartPr>
              <p14:xfrm>
                <a:off x="5819922" y="3861037"/>
                <a:ext cx="61920" cy="5940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481766A5-7456-7730-CF7B-819999A0ED5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01922" y="3843397"/>
                  <a:ext cx="975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1CE7A31B-0429-705A-78A5-2B1B10E4D4D3}"/>
                    </a:ext>
                  </a:extLst>
                </p14:cNvPr>
                <p14:cNvContentPartPr/>
                <p14:nvPr/>
              </p14:nvContentPartPr>
              <p14:xfrm>
                <a:off x="5857362" y="3733597"/>
                <a:ext cx="88560" cy="13032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1CE7A31B-0429-705A-78A5-2B1B10E4D4D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839722" y="3715597"/>
                  <a:ext cx="1242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FB39969A-3A8B-8B00-76D4-3A7BC09B62D9}"/>
                    </a:ext>
                  </a:extLst>
                </p14:cNvPr>
                <p14:cNvContentPartPr/>
                <p14:nvPr/>
              </p14:nvContentPartPr>
              <p14:xfrm>
                <a:off x="5981202" y="3784357"/>
                <a:ext cx="50760" cy="4212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FB39969A-3A8B-8B00-76D4-3A7BC09B62D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63202" y="3766357"/>
                  <a:ext cx="864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9BE0EFC4-597D-0589-E2D5-C89DCCE0B815}"/>
                    </a:ext>
                  </a:extLst>
                </p14:cNvPr>
                <p14:cNvContentPartPr/>
                <p14:nvPr/>
              </p14:nvContentPartPr>
              <p14:xfrm>
                <a:off x="6038082" y="3679957"/>
                <a:ext cx="126720" cy="11844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9BE0EFC4-597D-0589-E2D5-C89DCCE0B81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20082" y="3661957"/>
                  <a:ext cx="1623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8A7BCF32-3B18-DB1C-FB52-C27FB44FFA42}"/>
                    </a:ext>
                  </a:extLst>
                </p14:cNvPr>
                <p14:cNvContentPartPr/>
                <p14:nvPr/>
              </p14:nvContentPartPr>
              <p14:xfrm>
                <a:off x="5728482" y="4114477"/>
                <a:ext cx="83160" cy="12960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8A7BCF32-3B18-DB1C-FB52-C27FB44FFA4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10842" y="4096477"/>
                  <a:ext cx="1188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B97A6DF2-E950-0F9D-8635-7DB6C2AE905E}"/>
                    </a:ext>
                  </a:extLst>
                </p14:cNvPr>
                <p14:cNvContentPartPr/>
                <p14:nvPr/>
              </p14:nvContentPartPr>
              <p14:xfrm>
                <a:off x="5803002" y="4066237"/>
                <a:ext cx="54000" cy="9792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B97A6DF2-E950-0F9D-8635-7DB6C2AE905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85362" y="4048597"/>
                  <a:ext cx="896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E232A7B8-C5AE-6136-26A4-55A150BB53E7}"/>
                    </a:ext>
                  </a:extLst>
                </p14:cNvPr>
                <p14:cNvContentPartPr/>
                <p14:nvPr/>
              </p14:nvContentPartPr>
              <p14:xfrm>
                <a:off x="5769162" y="4127077"/>
                <a:ext cx="66960" cy="3924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E232A7B8-C5AE-6136-26A4-55A150BB53E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51522" y="4109077"/>
                  <a:ext cx="1026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03ED887E-8D56-1BEE-825D-602FF384848D}"/>
                    </a:ext>
                  </a:extLst>
                </p14:cNvPr>
                <p14:cNvContentPartPr/>
                <p14:nvPr/>
              </p14:nvContentPartPr>
              <p14:xfrm>
                <a:off x="5823522" y="4191157"/>
                <a:ext cx="144360" cy="10908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03ED887E-8D56-1BEE-825D-602FF384848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05522" y="4173157"/>
                  <a:ext cx="1800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8E39A459-9DC8-15C2-36DD-10700EAEA2BD}"/>
                    </a:ext>
                  </a:extLst>
                </p14:cNvPr>
                <p14:cNvContentPartPr/>
                <p14:nvPr/>
              </p14:nvContentPartPr>
              <p14:xfrm>
                <a:off x="5911722" y="4061557"/>
                <a:ext cx="127800" cy="12852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8E39A459-9DC8-15C2-36DD-10700EAEA2B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893722" y="4043917"/>
                  <a:ext cx="1634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E976423B-5EB4-CF03-9887-30C4AFC85AF8}"/>
                    </a:ext>
                  </a:extLst>
                </p14:cNvPr>
                <p14:cNvContentPartPr/>
                <p14:nvPr/>
              </p14:nvContentPartPr>
              <p14:xfrm>
                <a:off x="6028362" y="4008997"/>
                <a:ext cx="43920" cy="15876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E976423B-5EB4-CF03-9887-30C4AFC85AF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10722" y="3991357"/>
                  <a:ext cx="795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71EDFF12-168E-C524-36AC-2D57937381E2}"/>
                    </a:ext>
                  </a:extLst>
                </p14:cNvPr>
                <p14:cNvContentPartPr/>
                <p14:nvPr/>
              </p14:nvContentPartPr>
              <p14:xfrm>
                <a:off x="6074442" y="4088917"/>
                <a:ext cx="45000" cy="2160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71EDFF12-168E-C524-36AC-2D57937381E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056802" y="4070917"/>
                  <a:ext cx="806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2EE7017F-4C84-D8AD-25EE-DC3E3C6B49D5}"/>
                    </a:ext>
                  </a:extLst>
                </p14:cNvPr>
                <p14:cNvContentPartPr/>
                <p14:nvPr/>
              </p14:nvContentPartPr>
              <p14:xfrm>
                <a:off x="6257682" y="3921877"/>
                <a:ext cx="109440" cy="12672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2EE7017F-4C84-D8AD-25EE-DC3E3C6B49D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240042" y="3904237"/>
                  <a:ext cx="1450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722E38B0-928A-7366-1BA3-554CB9A6CB29}"/>
                    </a:ext>
                  </a:extLst>
                </p14:cNvPr>
                <p14:cNvContentPartPr/>
                <p14:nvPr/>
              </p14:nvContentPartPr>
              <p14:xfrm>
                <a:off x="6230682" y="3997477"/>
                <a:ext cx="133200" cy="4356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722E38B0-928A-7366-1BA3-554CB9A6CB2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212682" y="3979837"/>
                  <a:ext cx="168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CDF653A4-EE27-21F2-13C0-0FD07DF49C7E}"/>
                    </a:ext>
                  </a:extLst>
                </p14:cNvPr>
                <p14:cNvContentPartPr/>
                <p14:nvPr/>
              </p14:nvContentPartPr>
              <p14:xfrm>
                <a:off x="6305202" y="4056877"/>
                <a:ext cx="74880" cy="2916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CDF653A4-EE27-21F2-13C0-0FD07DF49C7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287562" y="4039237"/>
                  <a:ext cx="1105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61ABCE31-91A0-D585-C3F7-217773362240}"/>
                    </a:ext>
                  </a:extLst>
                </p14:cNvPr>
                <p14:cNvContentPartPr/>
                <p14:nvPr/>
              </p14:nvContentPartPr>
              <p14:xfrm>
                <a:off x="6341922" y="4113037"/>
                <a:ext cx="121320" cy="6480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61ABCE31-91A0-D585-C3F7-21777336224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323922" y="4095397"/>
                  <a:ext cx="15696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F87590F7-4CE0-E169-7517-E80F74EE0D7D}"/>
              </a:ext>
            </a:extLst>
          </p:cNvPr>
          <p:cNvGrpSpPr/>
          <p:nvPr/>
        </p:nvGrpSpPr>
        <p:grpSpPr>
          <a:xfrm>
            <a:off x="1327482" y="4743397"/>
            <a:ext cx="832680" cy="626400"/>
            <a:chOff x="1327482" y="4743397"/>
            <a:chExt cx="832680" cy="62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0A88D6E8-3197-4C2A-C34C-BB328278057E}"/>
                    </a:ext>
                  </a:extLst>
                </p14:cNvPr>
                <p14:cNvContentPartPr/>
                <p14:nvPr/>
              </p14:nvContentPartPr>
              <p14:xfrm>
                <a:off x="1327482" y="4938517"/>
                <a:ext cx="760320" cy="43128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0A88D6E8-3197-4C2A-C34C-BB328278057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309482" y="4920877"/>
                  <a:ext cx="79596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CB65D65D-F0A2-F2CA-BE3D-490E7F157A5E}"/>
                    </a:ext>
                  </a:extLst>
                </p14:cNvPr>
                <p14:cNvContentPartPr/>
                <p14:nvPr/>
              </p14:nvContentPartPr>
              <p14:xfrm>
                <a:off x="1696482" y="4803517"/>
                <a:ext cx="389880" cy="20304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CB65D65D-F0A2-F2CA-BE3D-490E7F157A5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78842" y="4785517"/>
                  <a:ext cx="4255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FF98D4CA-6874-FE5E-7645-E8903EB38814}"/>
                    </a:ext>
                  </a:extLst>
                </p14:cNvPr>
                <p14:cNvContentPartPr/>
                <p14:nvPr/>
              </p14:nvContentPartPr>
              <p14:xfrm>
                <a:off x="1883682" y="4743397"/>
                <a:ext cx="276480" cy="9144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FF98D4CA-6874-FE5E-7645-E8903EB3881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866042" y="4725397"/>
                  <a:ext cx="312120" cy="12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3" name="잉크 52">
                <a:extLst>
                  <a:ext uri="{FF2B5EF4-FFF2-40B4-BE49-F238E27FC236}">
                    <a16:creationId xmlns:a16="http://schemas.microsoft.com/office/drawing/2014/main" id="{F591C0FB-A2EF-18C9-72F7-6D89E08F6B9A}"/>
                  </a:ext>
                </a:extLst>
              </p14:cNvPr>
              <p14:cNvContentPartPr/>
              <p14:nvPr/>
            </p14:nvContentPartPr>
            <p14:xfrm>
              <a:off x="3040002" y="3414637"/>
              <a:ext cx="304200" cy="157320"/>
            </p14:xfrm>
          </p:contentPart>
        </mc:Choice>
        <mc:Fallback>
          <p:pic>
            <p:nvPicPr>
              <p:cNvPr id="53" name="잉크 52">
                <a:extLst>
                  <a:ext uri="{FF2B5EF4-FFF2-40B4-BE49-F238E27FC236}">
                    <a16:creationId xmlns:a16="http://schemas.microsoft.com/office/drawing/2014/main" id="{F591C0FB-A2EF-18C9-72F7-6D89E08F6B9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022362" y="3396997"/>
                <a:ext cx="33984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4" name="잉크 53">
                <a:extLst>
                  <a:ext uri="{FF2B5EF4-FFF2-40B4-BE49-F238E27FC236}">
                    <a16:creationId xmlns:a16="http://schemas.microsoft.com/office/drawing/2014/main" id="{7E8BD050-7ACA-C842-974D-768E5F5414BA}"/>
                  </a:ext>
                </a:extLst>
              </p14:cNvPr>
              <p14:cNvContentPartPr/>
              <p14:nvPr/>
            </p14:nvContentPartPr>
            <p14:xfrm>
              <a:off x="4759362" y="4642957"/>
              <a:ext cx="237960" cy="124200"/>
            </p14:xfrm>
          </p:contentPart>
        </mc:Choice>
        <mc:Fallback>
          <p:pic>
            <p:nvPicPr>
              <p:cNvPr id="54" name="잉크 53">
                <a:extLst>
                  <a:ext uri="{FF2B5EF4-FFF2-40B4-BE49-F238E27FC236}">
                    <a16:creationId xmlns:a16="http://schemas.microsoft.com/office/drawing/2014/main" id="{7E8BD050-7ACA-C842-974D-768E5F5414B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741722" y="4624957"/>
                <a:ext cx="27360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6" name="잉크 55">
                <a:extLst>
                  <a:ext uri="{FF2B5EF4-FFF2-40B4-BE49-F238E27FC236}">
                    <a16:creationId xmlns:a16="http://schemas.microsoft.com/office/drawing/2014/main" id="{409D77A3-E16F-EF3F-1744-9F1D2C3536E9}"/>
                  </a:ext>
                </a:extLst>
              </p14:cNvPr>
              <p14:cNvContentPartPr/>
              <p14:nvPr/>
            </p14:nvContentPartPr>
            <p14:xfrm>
              <a:off x="2650122" y="4668877"/>
              <a:ext cx="378000" cy="389520"/>
            </p14:xfrm>
          </p:contentPart>
        </mc:Choice>
        <mc:Fallback>
          <p:pic>
            <p:nvPicPr>
              <p:cNvPr id="56" name="잉크 55">
                <a:extLst>
                  <a:ext uri="{FF2B5EF4-FFF2-40B4-BE49-F238E27FC236}">
                    <a16:creationId xmlns:a16="http://schemas.microsoft.com/office/drawing/2014/main" id="{409D77A3-E16F-EF3F-1744-9F1D2C3536E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632122" y="4651237"/>
                <a:ext cx="413640" cy="42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그룹 61">
            <a:extLst>
              <a:ext uri="{FF2B5EF4-FFF2-40B4-BE49-F238E27FC236}">
                <a16:creationId xmlns:a16="http://schemas.microsoft.com/office/drawing/2014/main" id="{DA6C0086-48D9-C20F-A15A-568BB58D9CAE}"/>
              </a:ext>
            </a:extLst>
          </p:cNvPr>
          <p:cNvGrpSpPr/>
          <p:nvPr/>
        </p:nvGrpSpPr>
        <p:grpSpPr>
          <a:xfrm>
            <a:off x="7489962" y="3250117"/>
            <a:ext cx="4163760" cy="2904840"/>
            <a:chOff x="7489962" y="3250117"/>
            <a:chExt cx="4163760" cy="290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4EB07876-9B75-CA27-2C5E-A2D01930B1B4}"/>
                    </a:ext>
                  </a:extLst>
                </p14:cNvPr>
                <p14:cNvContentPartPr/>
                <p14:nvPr/>
              </p14:nvContentPartPr>
              <p14:xfrm>
                <a:off x="7489962" y="4317877"/>
                <a:ext cx="1155240" cy="108072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4EB07876-9B75-CA27-2C5E-A2D01930B1B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72322" y="4299877"/>
                  <a:ext cx="1190880" cy="11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01A7B01C-029B-B151-E1BC-CD32F0DE1DB7}"/>
                    </a:ext>
                  </a:extLst>
                </p14:cNvPr>
                <p14:cNvContentPartPr/>
                <p14:nvPr/>
              </p14:nvContentPartPr>
              <p14:xfrm>
                <a:off x="9132282" y="3250117"/>
                <a:ext cx="606600" cy="55908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01A7B01C-029B-B151-E1BC-CD32F0DE1DB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114642" y="3232117"/>
                  <a:ext cx="64224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7A1CC64E-B726-B43C-CD45-468DCD28C78A}"/>
                    </a:ext>
                  </a:extLst>
                </p14:cNvPr>
                <p14:cNvContentPartPr/>
                <p14:nvPr/>
              </p14:nvContentPartPr>
              <p14:xfrm>
                <a:off x="8893242" y="4411117"/>
                <a:ext cx="646560" cy="57168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7A1CC64E-B726-B43C-CD45-468DCD28C78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875602" y="4393117"/>
                  <a:ext cx="68220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8E8DAF87-047A-18F3-0EC1-D4F4BF2B9DEB}"/>
                    </a:ext>
                  </a:extLst>
                </p14:cNvPr>
                <p14:cNvContentPartPr/>
                <p14:nvPr/>
              </p14:nvContentPartPr>
              <p14:xfrm>
                <a:off x="10195722" y="4103677"/>
                <a:ext cx="1458000" cy="131760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8E8DAF87-047A-18F3-0EC1-D4F4BF2B9DE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78082" y="4086037"/>
                  <a:ext cx="1493640" cy="13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8F1A7BA1-7E65-82F8-6BC4-D987FD9746EF}"/>
                    </a:ext>
                  </a:extLst>
                </p14:cNvPr>
                <p14:cNvContentPartPr/>
                <p14:nvPr/>
              </p14:nvContentPartPr>
              <p14:xfrm>
                <a:off x="7889562" y="5430997"/>
                <a:ext cx="983520" cy="72396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8F1A7BA1-7E65-82F8-6BC4-D987FD9746E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71562" y="5412997"/>
                  <a:ext cx="1019160" cy="759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65435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BEBA6-297D-3A2F-C9D6-FABA1F45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DC178-C4F3-F3DD-DADC-B8AC10E92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endParaRPr lang="en-US" altLang="ko-KR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GL_COLOR_ATTACHMENT0 : 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결과를 그대로 출력하는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Texture :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endParaRPr lang="en-US" altLang="ko-KR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GL_COLOR_ATTACHMENT1 : 1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보다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큰 결과만 출력하는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Texture :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m_HDRHighTexture</a:t>
            </a:r>
            <a:endParaRPr lang="ko-KR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7E543152-F53B-2D43-ACA2-5D21FB6E14DB}"/>
                  </a:ext>
                </a:extLst>
              </p14:cNvPr>
              <p14:cNvContentPartPr/>
              <p14:nvPr/>
            </p14:nvContentPartPr>
            <p14:xfrm>
              <a:off x="3868002" y="2822077"/>
              <a:ext cx="173880" cy="5472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7E543152-F53B-2D43-ACA2-5D21FB6E14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50002" y="2804077"/>
                <a:ext cx="209520" cy="9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그룹 7">
            <a:extLst>
              <a:ext uri="{FF2B5EF4-FFF2-40B4-BE49-F238E27FC236}">
                <a16:creationId xmlns:a16="http://schemas.microsoft.com/office/drawing/2014/main" id="{EDE96475-F849-166D-F6AB-05DD252851FE}"/>
              </a:ext>
            </a:extLst>
          </p:cNvPr>
          <p:cNvGrpSpPr/>
          <p:nvPr/>
        </p:nvGrpSpPr>
        <p:grpSpPr>
          <a:xfrm>
            <a:off x="6995322" y="2779237"/>
            <a:ext cx="820440" cy="108000"/>
            <a:chOff x="6995322" y="2779237"/>
            <a:chExt cx="820440" cy="10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B4C83BEA-FDDA-92FB-C29C-3D469F4B47F5}"/>
                    </a:ext>
                  </a:extLst>
                </p14:cNvPr>
                <p14:cNvContentPartPr/>
                <p14:nvPr/>
              </p14:nvContentPartPr>
              <p14:xfrm>
                <a:off x="6995322" y="2779237"/>
                <a:ext cx="721080" cy="5976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B4C83BEA-FDDA-92FB-C29C-3D469F4B47F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77322" y="2761237"/>
                  <a:ext cx="7567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305F7D33-ACB7-9E12-688A-18E20854B652}"/>
                    </a:ext>
                  </a:extLst>
                </p14:cNvPr>
                <p14:cNvContentPartPr/>
                <p14:nvPr/>
              </p14:nvContentPartPr>
              <p14:xfrm>
                <a:off x="7701282" y="2811637"/>
                <a:ext cx="95760" cy="7560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305F7D33-ACB7-9E12-688A-18E20854B65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83642" y="2793637"/>
                  <a:ext cx="131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8787B42E-CC01-18EE-5284-517FEDD9CB99}"/>
                    </a:ext>
                  </a:extLst>
                </p14:cNvPr>
                <p14:cNvContentPartPr/>
                <p14:nvPr/>
              </p14:nvContentPartPr>
              <p14:xfrm>
                <a:off x="7746642" y="2799037"/>
                <a:ext cx="69120" cy="795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8787B42E-CC01-18EE-5284-517FEDD9CB9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728642" y="2781037"/>
                  <a:ext cx="104760" cy="11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5C527F14-9869-02C2-DF2D-6DE35B23FF1B}"/>
                  </a:ext>
                </a:extLst>
              </p14:cNvPr>
              <p14:cNvContentPartPr/>
              <p14:nvPr/>
            </p14:nvContentPartPr>
            <p14:xfrm>
              <a:off x="7168122" y="3216277"/>
              <a:ext cx="874440" cy="6660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5C527F14-9869-02C2-DF2D-6DE35B23FF1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50482" y="3198637"/>
                <a:ext cx="910080" cy="10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6D1D3C66-88B0-FC81-EEA6-9A1375032786}"/>
              </a:ext>
            </a:extLst>
          </p:cNvPr>
          <p:cNvGrpSpPr/>
          <p:nvPr/>
        </p:nvGrpSpPr>
        <p:grpSpPr>
          <a:xfrm>
            <a:off x="8654562" y="2597797"/>
            <a:ext cx="596520" cy="696960"/>
            <a:chOff x="8654562" y="2597797"/>
            <a:chExt cx="596520" cy="69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960F075C-3D4C-0BEA-1E82-8D36F2F5D844}"/>
                    </a:ext>
                  </a:extLst>
                </p14:cNvPr>
                <p14:cNvContentPartPr/>
                <p14:nvPr/>
              </p14:nvContentPartPr>
              <p14:xfrm>
                <a:off x="8857242" y="2922877"/>
                <a:ext cx="393840" cy="37188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960F075C-3D4C-0BEA-1E82-8D36F2F5D8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39602" y="2904877"/>
                  <a:ext cx="4294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C709AAE9-F46B-1989-84D8-CA9721FD0994}"/>
                    </a:ext>
                  </a:extLst>
                </p14:cNvPr>
                <p14:cNvContentPartPr/>
                <p14:nvPr/>
              </p14:nvContentPartPr>
              <p14:xfrm>
                <a:off x="8654562" y="2597797"/>
                <a:ext cx="363600" cy="2682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C709AAE9-F46B-1989-84D8-CA9721FD099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36562" y="2580157"/>
                  <a:ext cx="399240" cy="30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22A5DC1-9EA8-B014-665B-08997C63DDD7}"/>
              </a:ext>
            </a:extLst>
          </p:cNvPr>
          <p:cNvGrpSpPr/>
          <p:nvPr/>
        </p:nvGrpSpPr>
        <p:grpSpPr>
          <a:xfrm>
            <a:off x="10278882" y="2492677"/>
            <a:ext cx="780840" cy="410040"/>
            <a:chOff x="10278882" y="2492677"/>
            <a:chExt cx="78084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092719EB-EACA-66A1-1DC5-525A9098A224}"/>
                    </a:ext>
                  </a:extLst>
                </p14:cNvPr>
                <p14:cNvContentPartPr/>
                <p14:nvPr/>
              </p14:nvContentPartPr>
              <p14:xfrm>
                <a:off x="10300122" y="2560717"/>
                <a:ext cx="23760" cy="3056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092719EB-EACA-66A1-1DC5-525A9098A22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282482" y="2543077"/>
                  <a:ext cx="594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D5CB6E3E-DEEB-BB4D-E267-864E98BBBA82}"/>
                    </a:ext>
                  </a:extLst>
                </p14:cNvPr>
                <p14:cNvContentPartPr/>
                <p14:nvPr/>
              </p14:nvContentPartPr>
              <p14:xfrm>
                <a:off x="10278882" y="2492677"/>
                <a:ext cx="309960" cy="4100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D5CB6E3E-DEEB-BB4D-E267-864E98BBBA8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261242" y="2475037"/>
                  <a:ext cx="34560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49C11DB-F8DC-C2A5-D63A-DA41B53E5FEF}"/>
                    </a:ext>
                  </a:extLst>
                </p14:cNvPr>
                <p14:cNvContentPartPr/>
                <p14:nvPr/>
              </p14:nvContentPartPr>
              <p14:xfrm>
                <a:off x="10583082" y="2525077"/>
                <a:ext cx="35280" cy="3085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49C11DB-F8DC-C2A5-D63A-DA41B53E5FE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565442" y="2507077"/>
                  <a:ext cx="709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289A60CA-9423-1561-9A95-0420E8E03192}"/>
                    </a:ext>
                  </a:extLst>
                </p14:cNvPr>
                <p14:cNvContentPartPr/>
                <p14:nvPr/>
              </p14:nvContentPartPr>
              <p14:xfrm>
                <a:off x="10593882" y="2549557"/>
                <a:ext cx="270360" cy="2505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289A60CA-9423-1561-9A95-0420E8E0319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575882" y="2531917"/>
                  <a:ext cx="3060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BADF383C-FF78-F182-73C1-D6355123F238}"/>
                    </a:ext>
                  </a:extLst>
                </p14:cNvPr>
                <p14:cNvContentPartPr/>
                <p14:nvPr/>
              </p14:nvContentPartPr>
              <p14:xfrm>
                <a:off x="10873242" y="2522917"/>
                <a:ext cx="186480" cy="108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BADF383C-FF78-F182-73C1-D6355123F23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855602" y="2505277"/>
                  <a:ext cx="222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E342E028-42E0-038E-4B51-89C463A6F1AB}"/>
                    </a:ext>
                  </a:extLst>
                </p14:cNvPr>
                <p14:cNvContentPartPr/>
                <p14:nvPr/>
              </p14:nvContentPartPr>
              <p14:xfrm>
                <a:off x="10989882" y="2513557"/>
                <a:ext cx="25560" cy="33480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E342E028-42E0-038E-4B51-89C463A6F1A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972242" y="2495557"/>
                  <a:ext cx="61200" cy="370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04176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A919F0-5B7C-FD89-8E65-0156E1873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 </a:t>
            </a:r>
            <a:r>
              <a:rPr lang="en-US" altLang="ko-KR" dirty="0"/>
              <a:t>(FBO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8127A8-800A-301D-A90D-3CF84DF69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glGenFramebuffers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(1, &amp;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glGenTextures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(1, &amp;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m_HDRHighTexture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m_HDRHighTexture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glTexImage2D(GL_TEXTURE_2D, 0, GL_RGBA16F,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0, GL_RGBA, GL_FLOAT, NULL);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GL_TEXTURE_MIN_FILTER,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GL_TEXTURE_MAG_FILTER,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GL_TEXTURE_WRAP_S, GL_CLAMP_TO_EDGE);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GL_TEXTURE_WRAP_T, GL_CLAMP_TO_EDGE);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glGenTextures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(1, &amp;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glTexImage2D(GL_TEXTURE_2D, 0, GL_RGBA16F,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0, GL_RGBA, GL_FLOAT, NULL);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GL_TEXTURE_MIN_FILTER,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GL_TEXTURE_MAG_FILTER,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GL_TEXTURE_WRAP_S, GL_CLAMP_TO_EDGE);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GL_TEXTURE_WRAP_T, GL_CLAMP_TO_EDGE);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glFramebufferTexture2D(GL_FRAMEBUFFER, GL_COLOR_ATTACHMENT0, 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glFramebufferTexture2D(GL_FRAMEBUFFER, GL_COLOR_ATTACHMENT1, 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m_HDRHighTexture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GLenum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status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glCheckFramebufferStatus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if (status != GL_FRAMEBUFFER_COMPLETE)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std::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&lt;&lt;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creation failed" &lt;&lt; std::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4871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6946F-0700-8511-47D0-3FC8DEFE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 </a:t>
            </a:r>
            <a:r>
              <a:rPr lang="en-US" altLang="ko-KR" dirty="0"/>
              <a:t>(fs</a:t>
            </a:r>
            <a:r>
              <a:rPr lang="ko-KR" altLang="en-US" dirty="0"/>
              <a:t> 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315223-13EC-7DF1-E8FA-9F622119E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layout(location=0)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layout(location=1)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FragColorHigh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Textured()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vec4 result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v_UV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)*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float brightness = dot(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result.rgb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vec3(0.2126, 0.7152, 0.0722));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result;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if(brightness &gt; 1.0)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FragColorHigh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result;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else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FragColorHigh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vec4(0);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Textured();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4888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831F5D-3521-E0E6-2E5C-312BD0FA3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882807" cy="1456267"/>
          </a:xfrm>
        </p:spPr>
        <p:txBody>
          <a:bodyPr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 </a:t>
            </a:r>
            <a:r>
              <a:rPr lang="en-US" altLang="ko-KR" dirty="0"/>
              <a:t>(draw</a:t>
            </a:r>
            <a:r>
              <a:rPr lang="ko-KR" altLang="en-US" dirty="0"/>
              <a:t>  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36C120-FCA9-A206-ABF9-B0C9204A0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GLenum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[2] = { GL_COLOR_ATTACHMENT0, GL_COLOR_ATTACHMENT1 };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(2,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en-US" altLang="ko-KR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~~~ Render particles</a:t>
            </a:r>
          </a:p>
          <a:p>
            <a:endParaRPr lang="en-US" altLang="ko-KR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6301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</a:t>
            </a:r>
            <a:endParaRPr lang="en-US" altLang="ko-KR" dirty="0"/>
          </a:p>
        </p:txBody>
      </p:sp>
      <p:pic>
        <p:nvPicPr>
          <p:cNvPr id="5" name="Picture 2" descr="Bright regions extracted of a scene for the bloom or glow post-processing effect in OpenG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2780928"/>
            <a:ext cx="4848617" cy="379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Bright regions extracted for glow or bloom effect are blurred in OpenGL">
            <a:extLst>
              <a:ext uri="{FF2B5EF4-FFF2-40B4-BE49-F238E27FC236}">
                <a16:creationId xmlns:a16="http://schemas.microsoft.com/office/drawing/2014/main" id="{9C885B61-CBDD-45F6-8E93-65E3499ED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276" y="2774868"/>
            <a:ext cx="4848617" cy="380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DA66D63E-BE48-8787-D36D-FADFC7586B06}"/>
              </a:ext>
            </a:extLst>
          </p:cNvPr>
          <p:cNvSpPr/>
          <p:nvPr/>
        </p:nvSpPr>
        <p:spPr>
          <a:xfrm>
            <a:off x="5807968" y="4221088"/>
            <a:ext cx="648072" cy="11905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4B5400B-EF45-9EC3-B556-1050FD421155}"/>
              </a:ext>
            </a:extLst>
          </p:cNvPr>
          <p:cNvGrpSpPr/>
          <p:nvPr/>
        </p:nvGrpSpPr>
        <p:grpSpPr>
          <a:xfrm>
            <a:off x="7369362" y="4151917"/>
            <a:ext cx="1128240" cy="1002960"/>
            <a:chOff x="7369362" y="4151917"/>
            <a:chExt cx="1128240" cy="100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BE9232D1-CCD0-7095-FC3D-8778589F55DE}"/>
                    </a:ext>
                  </a:extLst>
                </p14:cNvPr>
                <p14:cNvContentPartPr/>
                <p14:nvPr/>
              </p14:nvContentPartPr>
              <p14:xfrm>
                <a:off x="7561602" y="4178197"/>
                <a:ext cx="167760" cy="3294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BE9232D1-CCD0-7095-FC3D-8778589F55D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543602" y="4160197"/>
                  <a:ext cx="20340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D6111FE-5501-109B-0BC6-AFD1274D9A32}"/>
                    </a:ext>
                  </a:extLst>
                </p14:cNvPr>
                <p14:cNvContentPartPr/>
                <p14:nvPr/>
              </p14:nvContentPartPr>
              <p14:xfrm>
                <a:off x="7588962" y="4151917"/>
                <a:ext cx="150840" cy="10620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D6111FE-5501-109B-0BC6-AFD1274D9A3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71322" y="4133917"/>
                  <a:ext cx="1864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54FDE9DB-4AA2-2A35-2434-AED4D7E380D4}"/>
                    </a:ext>
                  </a:extLst>
                </p14:cNvPr>
                <p14:cNvContentPartPr/>
                <p14:nvPr/>
              </p14:nvContentPartPr>
              <p14:xfrm>
                <a:off x="7410402" y="4485637"/>
                <a:ext cx="253800" cy="406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54FDE9DB-4AA2-2A35-2434-AED4D7E380D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92762" y="4467997"/>
                  <a:ext cx="2894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45D71324-F006-E451-7A58-1335B8932603}"/>
                    </a:ext>
                  </a:extLst>
                </p14:cNvPr>
                <p14:cNvContentPartPr/>
                <p14:nvPr/>
              </p14:nvContentPartPr>
              <p14:xfrm>
                <a:off x="7457562" y="4545757"/>
                <a:ext cx="90000" cy="1274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45D71324-F006-E451-7A58-1335B893260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439562" y="4527757"/>
                  <a:ext cx="1256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E537D998-C8DB-F7DA-F835-7EE9FD7FAB83}"/>
                    </a:ext>
                  </a:extLst>
                </p14:cNvPr>
                <p14:cNvContentPartPr/>
                <p14:nvPr/>
              </p14:nvContentPartPr>
              <p14:xfrm>
                <a:off x="7369362" y="4457197"/>
                <a:ext cx="162000" cy="345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E537D998-C8DB-F7DA-F835-7EE9FD7FAB8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51362" y="4439557"/>
                  <a:ext cx="197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2832345D-C824-1DF3-C564-671AA3B784F2}"/>
                    </a:ext>
                  </a:extLst>
                </p14:cNvPr>
                <p14:cNvContentPartPr/>
                <p14:nvPr/>
              </p14:nvContentPartPr>
              <p14:xfrm>
                <a:off x="7847082" y="4239397"/>
                <a:ext cx="125280" cy="2671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2832345D-C824-1DF3-C564-671AA3B784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29082" y="4221397"/>
                  <a:ext cx="1609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CA8E7528-52EE-504A-BE2D-46E0105FA1B4}"/>
                    </a:ext>
                  </a:extLst>
                </p14:cNvPr>
                <p14:cNvContentPartPr/>
                <p14:nvPr/>
              </p14:nvContentPartPr>
              <p14:xfrm>
                <a:off x="7893162" y="4221037"/>
                <a:ext cx="113040" cy="547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CA8E7528-52EE-504A-BE2D-46E0105FA1B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75162" y="4203397"/>
                  <a:ext cx="1486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C1DEBBBB-8FD4-3838-A005-585D6F43F2DA}"/>
                    </a:ext>
                  </a:extLst>
                </p14:cNvPr>
                <p14:cNvContentPartPr/>
                <p14:nvPr/>
              </p14:nvContentPartPr>
              <p14:xfrm>
                <a:off x="8081802" y="4257397"/>
                <a:ext cx="164520" cy="2239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C1DEBBBB-8FD4-3838-A005-585D6F43F2D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63802" y="4239757"/>
                  <a:ext cx="2001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F4EA61B5-DB24-99DD-F686-A3D7814D1675}"/>
                    </a:ext>
                  </a:extLst>
                </p14:cNvPr>
                <p14:cNvContentPartPr/>
                <p14:nvPr/>
              </p14:nvContentPartPr>
              <p14:xfrm>
                <a:off x="8205282" y="4237957"/>
                <a:ext cx="98280" cy="1551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F4EA61B5-DB24-99DD-F686-A3D7814D16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187282" y="4219957"/>
                  <a:ext cx="1339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B8AFEEA2-DAE4-9DF3-24E9-9C5B1E5F74DA}"/>
                    </a:ext>
                  </a:extLst>
                </p14:cNvPr>
                <p14:cNvContentPartPr/>
                <p14:nvPr/>
              </p14:nvContentPartPr>
              <p14:xfrm>
                <a:off x="8247402" y="4572397"/>
                <a:ext cx="250200" cy="129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B8AFEEA2-DAE4-9DF3-24E9-9C5B1E5F74D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29402" y="4554397"/>
                  <a:ext cx="285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86411CE6-EC3C-3F35-7316-506117825128}"/>
                    </a:ext>
                  </a:extLst>
                </p14:cNvPr>
                <p14:cNvContentPartPr/>
                <p14:nvPr/>
              </p14:nvContentPartPr>
              <p14:xfrm>
                <a:off x="8272962" y="4803877"/>
                <a:ext cx="190440" cy="957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86411CE6-EC3C-3F35-7316-50611782512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255322" y="4786237"/>
                  <a:ext cx="2260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70DBEC25-BFE1-C639-AECF-81A6AE9E3F2A}"/>
                    </a:ext>
                  </a:extLst>
                </p14:cNvPr>
                <p14:cNvContentPartPr/>
                <p14:nvPr/>
              </p14:nvContentPartPr>
              <p14:xfrm>
                <a:off x="8427762" y="4839877"/>
                <a:ext cx="59040" cy="766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70DBEC25-BFE1-C639-AECF-81A6AE9E3F2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410122" y="4821877"/>
                  <a:ext cx="946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021BC80B-AE68-65E2-318E-3E15C0E41705}"/>
                    </a:ext>
                  </a:extLst>
                </p14:cNvPr>
                <p14:cNvContentPartPr/>
                <p14:nvPr/>
              </p14:nvContentPartPr>
              <p14:xfrm>
                <a:off x="8229762" y="5010877"/>
                <a:ext cx="99360" cy="11232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021BC80B-AE68-65E2-318E-3E15C0E4170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11762" y="4992877"/>
                  <a:ext cx="135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3F208D8A-24A7-49B0-B6C7-2999DB474ADD}"/>
                    </a:ext>
                  </a:extLst>
                </p14:cNvPr>
                <p14:cNvContentPartPr/>
                <p14:nvPr/>
              </p14:nvContentPartPr>
              <p14:xfrm>
                <a:off x="8214642" y="5031037"/>
                <a:ext cx="118800" cy="1170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3F208D8A-24A7-49B0-B6C7-2999DB474AD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97002" y="5013037"/>
                  <a:ext cx="154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6E983130-45DC-F8E4-6AA5-C2F0AED9F132}"/>
                    </a:ext>
                  </a:extLst>
                </p14:cNvPr>
                <p14:cNvContentPartPr/>
                <p14:nvPr/>
              </p14:nvContentPartPr>
              <p14:xfrm>
                <a:off x="7781922" y="4913317"/>
                <a:ext cx="35640" cy="18108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6E983130-45DC-F8E4-6AA5-C2F0AED9F13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763922" y="4895317"/>
                  <a:ext cx="712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A4F5E1D0-F097-5EA6-01C2-6794216C1D2D}"/>
                    </a:ext>
                  </a:extLst>
                </p14:cNvPr>
                <p14:cNvContentPartPr/>
                <p14:nvPr/>
              </p14:nvContentPartPr>
              <p14:xfrm>
                <a:off x="7669242" y="5049397"/>
                <a:ext cx="95400" cy="10548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A4F5E1D0-F097-5EA6-01C2-6794216C1D2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651242" y="5031757"/>
                  <a:ext cx="1310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4D146925-D3F3-1C06-8E65-2445F9C5E7C3}"/>
                    </a:ext>
                  </a:extLst>
                </p14:cNvPr>
                <p14:cNvContentPartPr/>
                <p14:nvPr/>
              </p14:nvContentPartPr>
              <p14:xfrm>
                <a:off x="7509042" y="4869757"/>
                <a:ext cx="97920" cy="13716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4D146925-D3F3-1C06-8E65-2445F9C5E7C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91042" y="4852117"/>
                  <a:ext cx="1335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13038F84-4994-F4CD-B3A6-57A74166F9B9}"/>
                    </a:ext>
                  </a:extLst>
                </p14:cNvPr>
                <p14:cNvContentPartPr/>
                <p14:nvPr/>
              </p14:nvContentPartPr>
              <p14:xfrm>
                <a:off x="7506162" y="4876597"/>
                <a:ext cx="111600" cy="13896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13038F84-4994-F4CD-B3A6-57A74166F9B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88522" y="4858957"/>
                  <a:ext cx="1472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8B777899-BD5D-B7F6-F20A-8C253ECD6879}"/>
                    </a:ext>
                  </a:extLst>
                </p14:cNvPr>
                <p14:cNvContentPartPr/>
                <p14:nvPr/>
              </p14:nvContentPartPr>
              <p14:xfrm>
                <a:off x="7460442" y="4675717"/>
                <a:ext cx="188640" cy="1083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8B777899-BD5D-B7F6-F20A-8C253ECD687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42442" y="4657717"/>
                  <a:ext cx="224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B67873FD-A2A8-D2C9-0A5C-B636CFAF5E4A}"/>
                    </a:ext>
                  </a:extLst>
                </p14:cNvPr>
                <p14:cNvContentPartPr/>
                <p14:nvPr/>
              </p14:nvContentPartPr>
              <p14:xfrm>
                <a:off x="7451802" y="4689037"/>
                <a:ext cx="164520" cy="12672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B67873FD-A2A8-D2C9-0A5C-B636CFAF5E4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34162" y="4671037"/>
                  <a:ext cx="200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B86C4CE3-953E-B53C-90AD-DEC591FC2055}"/>
                    </a:ext>
                  </a:extLst>
                </p14:cNvPr>
                <p14:cNvContentPartPr/>
                <p14:nvPr/>
              </p14:nvContentPartPr>
              <p14:xfrm>
                <a:off x="7647282" y="4520197"/>
                <a:ext cx="560160" cy="36900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B86C4CE3-953E-B53C-90AD-DEC591FC205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29642" y="4502557"/>
                  <a:ext cx="595800" cy="40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7A40358-5598-B11D-0275-D64C97B53E67}"/>
              </a:ext>
            </a:extLst>
          </p:cNvPr>
          <p:cNvGrpSpPr/>
          <p:nvPr/>
        </p:nvGrpSpPr>
        <p:grpSpPr>
          <a:xfrm>
            <a:off x="1206522" y="3023677"/>
            <a:ext cx="4218120" cy="3003840"/>
            <a:chOff x="1206522" y="3023677"/>
            <a:chExt cx="4218120" cy="30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19A885E9-B91F-02CE-E3BD-978A634D389D}"/>
                    </a:ext>
                  </a:extLst>
                </p14:cNvPr>
                <p14:cNvContentPartPr/>
                <p14:nvPr/>
              </p14:nvContentPartPr>
              <p14:xfrm>
                <a:off x="2978802" y="3152917"/>
                <a:ext cx="561240" cy="4989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19A885E9-B91F-02CE-E3BD-978A634D389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961162" y="3135277"/>
                  <a:ext cx="59688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96EB84C2-CD8E-F9B8-2E71-3357FCAD2C64}"/>
                    </a:ext>
                  </a:extLst>
                </p14:cNvPr>
                <p14:cNvContentPartPr/>
                <p14:nvPr/>
              </p14:nvContentPartPr>
              <p14:xfrm>
                <a:off x="1475802" y="4292677"/>
                <a:ext cx="1070640" cy="9907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96EB84C2-CD8E-F9B8-2E71-3357FCAD2C6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457802" y="4275037"/>
                  <a:ext cx="1106280" cy="10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B0438E1A-CBF7-6EBF-AFF3-97246738A7C4}"/>
                    </a:ext>
                  </a:extLst>
                </p14:cNvPr>
                <p14:cNvContentPartPr/>
                <p14:nvPr/>
              </p14:nvContentPartPr>
              <p14:xfrm>
                <a:off x="2637522" y="4437757"/>
                <a:ext cx="487080" cy="4453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B0438E1A-CBF7-6EBF-AFF3-97246738A7C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619882" y="4420117"/>
                  <a:ext cx="52272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D6D66FD2-7671-35FA-9814-F4FE53770956}"/>
                    </a:ext>
                  </a:extLst>
                </p14:cNvPr>
                <p14:cNvContentPartPr/>
                <p14:nvPr/>
              </p14:nvContentPartPr>
              <p14:xfrm>
                <a:off x="1866042" y="5400757"/>
                <a:ext cx="792720" cy="6267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D6D66FD2-7671-35FA-9814-F4FE5377095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848402" y="5382757"/>
                  <a:ext cx="828360" cy="6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F95E8AA4-F391-87AC-39B9-805C2AA9DE42}"/>
                    </a:ext>
                  </a:extLst>
                </p14:cNvPr>
                <p14:cNvContentPartPr/>
                <p14:nvPr/>
              </p14:nvContentPartPr>
              <p14:xfrm>
                <a:off x="3780162" y="3830077"/>
                <a:ext cx="1644480" cy="15260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F95E8AA4-F391-87AC-39B9-805C2AA9DE4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62162" y="3812437"/>
                  <a:ext cx="1680120" cy="15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03E7D14F-2563-DD0C-3D60-566C63C7DBB1}"/>
                    </a:ext>
                  </a:extLst>
                </p14:cNvPr>
                <p14:cNvContentPartPr/>
                <p14:nvPr/>
              </p14:nvContentPartPr>
              <p14:xfrm>
                <a:off x="3983562" y="3063277"/>
                <a:ext cx="21600" cy="31284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03E7D14F-2563-DD0C-3D60-566C63C7DBB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65922" y="3045277"/>
                  <a:ext cx="572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947716A1-092F-FEEA-47EB-3002EC3F63AF}"/>
                    </a:ext>
                  </a:extLst>
                </p14:cNvPr>
                <p14:cNvContentPartPr/>
                <p14:nvPr/>
              </p14:nvContentPartPr>
              <p14:xfrm>
                <a:off x="3977802" y="3231397"/>
                <a:ext cx="197280" cy="1980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947716A1-092F-FEEA-47EB-3002EC3F63A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60162" y="3213397"/>
                  <a:ext cx="2329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2B770EFC-C428-36D5-B177-A355FBB1B243}"/>
                    </a:ext>
                  </a:extLst>
                </p14:cNvPr>
                <p14:cNvContentPartPr/>
                <p14:nvPr/>
              </p14:nvContentPartPr>
              <p14:xfrm>
                <a:off x="4120362" y="3047077"/>
                <a:ext cx="73800" cy="32616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2B770EFC-C428-36D5-B177-A355FBB1B24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102362" y="3029437"/>
                  <a:ext cx="1094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5B994050-66A7-E921-DDE9-59EF993F814A}"/>
                    </a:ext>
                  </a:extLst>
                </p14:cNvPr>
                <p14:cNvContentPartPr/>
                <p14:nvPr/>
              </p14:nvContentPartPr>
              <p14:xfrm>
                <a:off x="4260042" y="3054277"/>
                <a:ext cx="31680" cy="25704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5B994050-66A7-E921-DDE9-59EF993F814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242402" y="3036277"/>
                  <a:ext cx="673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C586CB2E-B47D-EB8A-4652-0A1FABBEB682}"/>
                    </a:ext>
                  </a:extLst>
                </p14:cNvPr>
                <p14:cNvContentPartPr/>
                <p14:nvPr/>
              </p14:nvContentPartPr>
              <p14:xfrm>
                <a:off x="4260042" y="3030157"/>
                <a:ext cx="169560" cy="28656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C586CB2E-B47D-EB8A-4652-0A1FABBEB68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42402" y="3012517"/>
                  <a:ext cx="2052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5D9A4D00-E169-2981-ED46-BDE0C2535191}"/>
                    </a:ext>
                  </a:extLst>
                </p14:cNvPr>
                <p14:cNvContentPartPr/>
                <p14:nvPr/>
              </p14:nvContentPartPr>
              <p14:xfrm>
                <a:off x="4459122" y="3069037"/>
                <a:ext cx="30240" cy="30276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5D9A4D00-E169-2981-ED46-BDE0C253519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41482" y="3051397"/>
                  <a:ext cx="6588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017AB210-AF24-7980-C107-EB4280D4058C}"/>
                    </a:ext>
                  </a:extLst>
                </p14:cNvPr>
                <p14:cNvContentPartPr/>
                <p14:nvPr/>
              </p14:nvContentPartPr>
              <p14:xfrm>
                <a:off x="4474602" y="3023677"/>
                <a:ext cx="151560" cy="22320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017AB210-AF24-7980-C107-EB4280D4058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456602" y="3005677"/>
                  <a:ext cx="1872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F2039FD4-E446-8149-6989-237EC086D8CA}"/>
                    </a:ext>
                  </a:extLst>
                </p14:cNvPr>
                <p14:cNvContentPartPr/>
                <p14:nvPr/>
              </p14:nvContentPartPr>
              <p14:xfrm>
                <a:off x="4561362" y="3140677"/>
                <a:ext cx="263520" cy="14472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F2039FD4-E446-8149-6989-237EC086D8C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543722" y="3123037"/>
                  <a:ext cx="2991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848B0DBA-64BE-7D3A-FF07-173EE8721E79}"/>
                    </a:ext>
                  </a:extLst>
                </p14:cNvPr>
                <p14:cNvContentPartPr/>
                <p14:nvPr/>
              </p14:nvContentPartPr>
              <p14:xfrm>
                <a:off x="1206522" y="3201517"/>
                <a:ext cx="474120" cy="87156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848B0DBA-64BE-7D3A-FF07-173EE8721E7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88882" y="3183517"/>
                  <a:ext cx="50976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A05600DB-D951-2931-3144-92CD34A0F67C}"/>
                    </a:ext>
                  </a:extLst>
                </p14:cNvPr>
                <p14:cNvContentPartPr/>
                <p14:nvPr/>
              </p14:nvContentPartPr>
              <p14:xfrm>
                <a:off x="1592082" y="3323197"/>
                <a:ext cx="680400" cy="133776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A05600DB-D951-2931-3144-92CD34A0F67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74082" y="3305557"/>
                  <a:ext cx="716040" cy="137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66526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2AE5E9-F676-3B05-4EA4-AED9232A0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F4FDF9-58FF-C81E-2DDA-001950446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[2]</a:t>
            </a:r>
          </a:p>
          <a:p>
            <a:pPr lvl="1"/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효율적인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Blur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를 위한 가로방향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세로방향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blur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가 순차적으로 일어 남</a:t>
            </a:r>
            <a:endParaRPr lang="en-US" altLang="ko-KR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6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[0] 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가로방향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blur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 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세로방향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blur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  <a:sym typeface="Wingdings" panose="05000000000000000000" pitchFamily="2" charset="2"/>
              </a:rPr>
              <a:t> …</a:t>
            </a:r>
          </a:p>
          <a:p>
            <a:pPr lvl="1"/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  <a:sym typeface="Wingdings" panose="05000000000000000000" pitchFamily="2" charset="2"/>
              </a:rPr>
              <a:t>각 </a:t>
            </a:r>
            <a:r>
              <a:rPr lang="en-US" altLang="ko-KR" sz="16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6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6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ko-KR" altLang="en-US" sz="1600" dirty="0">
                <a:latin typeface="돋움체" panose="020B0609000101010101" pitchFamily="49" charset="-127"/>
                <a:ea typeface="돋움체" panose="020B0609000101010101" pitchFamily="49" charset="-127"/>
              </a:rPr>
              <a:t>는</a:t>
            </a:r>
            <a:r>
              <a:rPr lang="en-US" altLang="ko-KR" sz="16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Rendertarget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texture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한장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 씩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attach :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endParaRPr lang="en-US" altLang="ko-KR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6" name="잉크 55">
                <a:extLst>
                  <a:ext uri="{FF2B5EF4-FFF2-40B4-BE49-F238E27FC236}">
                    <a16:creationId xmlns:a16="http://schemas.microsoft.com/office/drawing/2014/main" id="{08A04CF4-0566-684A-F81A-2FAB3ECA8D8E}"/>
                  </a:ext>
                </a:extLst>
              </p14:cNvPr>
              <p14:cNvContentPartPr/>
              <p14:nvPr/>
            </p14:nvContentPartPr>
            <p14:xfrm>
              <a:off x="11093202" y="2201437"/>
              <a:ext cx="53280" cy="86400"/>
            </p14:xfrm>
          </p:contentPart>
        </mc:Choice>
        <mc:Fallback>
          <p:pic>
            <p:nvPicPr>
              <p:cNvPr id="56" name="잉크 55">
                <a:extLst>
                  <a:ext uri="{FF2B5EF4-FFF2-40B4-BE49-F238E27FC236}">
                    <a16:creationId xmlns:a16="http://schemas.microsoft.com/office/drawing/2014/main" id="{08A04CF4-0566-684A-F81A-2FAB3ECA8D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75202" y="2183437"/>
                <a:ext cx="88920" cy="12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그룹 72">
            <a:extLst>
              <a:ext uri="{FF2B5EF4-FFF2-40B4-BE49-F238E27FC236}">
                <a16:creationId xmlns:a16="http://schemas.microsoft.com/office/drawing/2014/main" id="{F0A24193-F7C8-6041-B32D-1784EC9403B5}"/>
              </a:ext>
            </a:extLst>
          </p:cNvPr>
          <p:cNvGrpSpPr/>
          <p:nvPr/>
        </p:nvGrpSpPr>
        <p:grpSpPr>
          <a:xfrm>
            <a:off x="8429202" y="1657837"/>
            <a:ext cx="3306240" cy="1637280"/>
            <a:chOff x="8429202" y="1657837"/>
            <a:chExt cx="3306240" cy="163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8688E592-D5AA-A1C1-A6AC-1B2C9707B3D7}"/>
                    </a:ext>
                  </a:extLst>
                </p14:cNvPr>
                <p14:cNvContentPartPr/>
                <p14:nvPr/>
              </p14:nvContentPartPr>
              <p14:xfrm>
                <a:off x="8836362" y="1764757"/>
                <a:ext cx="8640" cy="10836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8688E592-D5AA-A1C1-A6AC-1B2C9707B3D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18362" y="1747117"/>
                  <a:ext cx="44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99E439DA-3A41-ADC4-0D7E-52F2A5542852}"/>
                    </a:ext>
                  </a:extLst>
                </p14:cNvPr>
                <p14:cNvContentPartPr/>
                <p14:nvPr/>
              </p14:nvContentPartPr>
              <p14:xfrm>
                <a:off x="8834922" y="1757197"/>
                <a:ext cx="72360" cy="1130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99E439DA-3A41-ADC4-0D7E-52F2A554285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817282" y="1739557"/>
                  <a:ext cx="1080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4B36FE17-F0F4-05B0-E0EC-F8C90EC2C45B}"/>
                    </a:ext>
                  </a:extLst>
                </p14:cNvPr>
                <p14:cNvContentPartPr/>
                <p14:nvPr/>
              </p14:nvContentPartPr>
              <p14:xfrm>
                <a:off x="8850762" y="1781677"/>
                <a:ext cx="36000" cy="788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4B36FE17-F0F4-05B0-E0EC-F8C90EC2C45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32762" y="1763677"/>
                  <a:ext cx="716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62413FC3-762B-53DC-89D2-78C94AD795C8}"/>
                    </a:ext>
                  </a:extLst>
                </p14:cNvPr>
                <p14:cNvContentPartPr/>
                <p14:nvPr/>
              </p14:nvContentPartPr>
              <p14:xfrm>
                <a:off x="8949762" y="1790317"/>
                <a:ext cx="9360" cy="21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62413FC3-762B-53DC-89D2-78C94AD795C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931762" y="1772317"/>
                  <a:ext cx="45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AFCFBD44-6376-B9C4-031D-CC21C76D3A75}"/>
                    </a:ext>
                  </a:extLst>
                </p14:cNvPr>
                <p14:cNvContentPartPr/>
                <p14:nvPr/>
              </p14:nvContentPartPr>
              <p14:xfrm>
                <a:off x="8955882" y="1790317"/>
                <a:ext cx="24840" cy="43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AFCFBD44-6376-B9C4-031D-CC21C76D3A7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937882" y="1772317"/>
                  <a:ext cx="60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91776712-BE9E-5520-19C8-7A066346DA9C}"/>
                    </a:ext>
                  </a:extLst>
                </p14:cNvPr>
                <p14:cNvContentPartPr/>
                <p14:nvPr/>
              </p14:nvContentPartPr>
              <p14:xfrm>
                <a:off x="9018162" y="1806517"/>
                <a:ext cx="360" cy="3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91776712-BE9E-5520-19C8-7A066346DA9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00162" y="178851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E9AD76F-30CC-5E5E-E2FC-4AEE60DB4608}"/>
                    </a:ext>
                  </a:extLst>
                </p14:cNvPr>
                <p14:cNvContentPartPr/>
                <p14:nvPr/>
              </p14:nvContentPartPr>
              <p14:xfrm>
                <a:off x="9077922" y="1805077"/>
                <a:ext cx="360" cy="3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E9AD76F-30CC-5E5E-E2FC-4AEE60DB460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59922" y="178743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7CDB879D-9B8A-851D-CE0C-654C1F9E86F9}"/>
                    </a:ext>
                  </a:extLst>
                </p14:cNvPr>
                <p14:cNvContentPartPr/>
                <p14:nvPr/>
              </p14:nvContentPartPr>
              <p14:xfrm>
                <a:off x="9136242" y="1797157"/>
                <a:ext cx="13680" cy="39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7CDB879D-9B8A-851D-CE0C-654C1F9E86F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118242" y="1779157"/>
                  <a:ext cx="493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B1F5F449-29CB-E8A3-ABCB-FC09A94134F7}"/>
                    </a:ext>
                  </a:extLst>
                </p14:cNvPr>
                <p14:cNvContentPartPr/>
                <p14:nvPr/>
              </p14:nvContentPartPr>
              <p14:xfrm>
                <a:off x="9193122" y="1804717"/>
                <a:ext cx="360" cy="3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B1F5F449-29CB-E8A3-ABCB-FC09A94134F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175482" y="178671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BCC81570-80EA-F230-9020-DBA7768AC1CF}"/>
                    </a:ext>
                  </a:extLst>
                </p14:cNvPr>
                <p14:cNvContentPartPr/>
                <p14:nvPr/>
              </p14:nvContentPartPr>
              <p14:xfrm>
                <a:off x="8727642" y="1804717"/>
                <a:ext cx="360" cy="3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BCC81570-80EA-F230-9020-DBA7768AC1C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710002" y="178671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54032EFB-1179-C47E-F84C-B3B905F8F27B}"/>
                    </a:ext>
                  </a:extLst>
                </p14:cNvPr>
                <p14:cNvContentPartPr/>
                <p14:nvPr/>
              </p14:nvContentPartPr>
              <p14:xfrm>
                <a:off x="8609562" y="1805077"/>
                <a:ext cx="16560" cy="32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54032EFB-1179-C47E-F84C-B3B905F8F27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591922" y="1787437"/>
                  <a:ext cx="52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F78CDB08-642B-F8D9-7B2F-66C25D4A1610}"/>
                    </a:ext>
                  </a:extLst>
                </p14:cNvPr>
                <p14:cNvContentPartPr/>
                <p14:nvPr/>
              </p14:nvContentPartPr>
              <p14:xfrm>
                <a:off x="8539002" y="1792117"/>
                <a:ext cx="23400" cy="21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F78CDB08-642B-F8D9-7B2F-66C25D4A161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21362" y="1774117"/>
                  <a:ext cx="59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2E5EE80C-92EA-7320-7589-AA21925E4E9D}"/>
                    </a:ext>
                  </a:extLst>
                </p14:cNvPr>
                <p14:cNvContentPartPr/>
                <p14:nvPr/>
              </p14:nvContentPartPr>
              <p14:xfrm>
                <a:off x="8463042" y="1780237"/>
                <a:ext cx="23400" cy="252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2E5EE80C-92EA-7320-7589-AA21925E4E9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445402" y="1762597"/>
                  <a:ext cx="59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4739573C-EF74-2476-997B-801E79205B42}"/>
                    </a:ext>
                  </a:extLst>
                </p14:cNvPr>
                <p14:cNvContentPartPr/>
                <p14:nvPr/>
              </p14:nvContentPartPr>
              <p14:xfrm>
                <a:off x="8669322" y="1679797"/>
                <a:ext cx="126720" cy="579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4739573C-EF74-2476-997B-801E79205B4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651682" y="1661797"/>
                  <a:ext cx="162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1C333836-58C3-CF55-B52F-4F36410181D2}"/>
                    </a:ext>
                  </a:extLst>
                </p14:cNvPr>
                <p14:cNvContentPartPr/>
                <p14:nvPr/>
              </p14:nvContentPartPr>
              <p14:xfrm>
                <a:off x="8661402" y="1680877"/>
                <a:ext cx="52920" cy="745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1C333836-58C3-CF55-B52F-4F36410181D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643762" y="1663237"/>
                  <a:ext cx="88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AA581613-9C36-C2E6-7217-B74A9A26FA99}"/>
                    </a:ext>
                  </a:extLst>
                </p14:cNvPr>
                <p14:cNvContentPartPr/>
                <p14:nvPr/>
              </p14:nvContentPartPr>
              <p14:xfrm>
                <a:off x="8513802" y="1666477"/>
                <a:ext cx="119160" cy="4968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AA581613-9C36-C2E6-7217-B74A9A26FA9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495802" y="1648837"/>
                  <a:ext cx="1548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E0743F8D-8353-9006-CDEB-DCD12B6B72D0}"/>
                    </a:ext>
                  </a:extLst>
                </p14:cNvPr>
                <p14:cNvContentPartPr/>
                <p14:nvPr/>
              </p14:nvContentPartPr>
              <p14:xfrm>
                <a:off x="8501922" y="1657837"/>
                <a:ext cx="50040" cy="7992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E0743F8D-8353-9006-CDEB-DCD12B6B72D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483922" y="1640197"/>
                  <a:ext cx="856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CF4466A2-0D7F-00D5-69A3-41E0F6D7FBA6}"/>
                    </a:ext>
                  </a:extLst>
                </p14:cNvPr>
                <p14:cNvContentPartPr/>
                <p14:nvPr/>
              </p14:nvContentPartPr>
              <p14:xfrm>
                <a:off x="8908362" y="1686637"/>
                <a:ext cx="109080" cy="5184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CF4466A2-0D7F-00D5-69A3-41E0F6D7FBA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890362" y="1668997"/>
                  <a:ext cx="1447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DDA7A9B4-CAA1-FBAF-58BB-6A9F67DE667F}"/>
                    </a:ext>
                  </a:extLst>
                </p14:cNvPr>
                <p14:cNvContentPartPr/>
                <p14:nvPr/>
              </p14:nvContentPartPr>
              <p14:xfrm>
                <a:off x="9023562" y="1671157"/>
                <a:ext cx="28800" cy="5832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DDA7A9B4-CAA1-FBAF-58BB-6A9F67DE667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05922" y="1653517"/>
                  <a:ext cx="644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D471D848-F072-40F7-8A0C-F3A49E36AA73}"/>
                    </a:ext>
                  </a:extLst>
                </p14:cNvPr>
                <p14:cNvContentPartPr/>
                <p14:nvPr/>
              </p14:nvContentPartPr>
              <p14:xfrm>
                <a:off x="9037242" y="1693837"/>
                <a:ext cx="212040" cy="7704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D471D848-F072-40F7-8A0C-F3A49E36AA7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019242" y="1676197"/>
                  <a:ext cx="247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B91F100F-46AB-341B-DA75-C1A492ED9388}"/>
                    </a:ext>
                  </a:extLst>
                </p14:cNvPr>
                <p14:cNvContentPartPr/>
                <p14:nvPr/>
              </p14:nvContentPartPr>
              <p14:xfrm>
                <a:off x="9229842" y="1700677"/>
                <a:ext cx="57240" cy="7812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B91F100F-46AB-341B-DA75-C1A492ED938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212202" y="1682677"/>
                  <a:ext cx="92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AE34ACBC-33D6-602A-240E-EE1CFBB64B06}"/>
                    </a:ext>
                  </a:extLst>
                </p14:cNvPr>
                <p14:cNvContentPartPr/>
                <p14:nvPr/>
              </p14:nvContentPartPr>
              <p14:xfrm>
                <a:off x="9285642" y="1912357"/>
                <a:ext cx="35640" cy="14688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AE34ACBC-33D6-602A-240E-EE1CFBB64B0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267642" y="1894717"/>
                  <a:ext cx="71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240B784A-0667-B0DD-54F6-5718EE1C7BD6}"/>
                    </a:ext>
                  </a:extLst>
                </p14:cNvPr>
                <p14:cNvContentPartPr/>
                <p14:nvPr/>
              </p14:nvContentPartPr>
              <p14:xfrm>
                <a:off x="9322002" y="1925317"/>
                <a:ext cx="56160" cy="1368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240B784A-0667-B0DD-54F6-5718EE1C7BD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304362" y="1907677"/>
                  <a:ext cx="91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4E7DA886-49F1-5E53-5F64-D46CD0DE69D7}"/>
                    </a:ext>
                  </a:extLst>
                </p14:cNvPr>
                <p14:cNvContentPartPr/>
                <p14:nvPr/>
              </p14:nvContentPartPr>
              <p14:xfrm>
                <a:off x="8429202" y="1936117"/>
                <a:ext cx="51480" cy="14724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4E7DA886-49F1-5E53-5F64-D46CD0DE69D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411562" y="1918477"/>
                  <a:ext cx="871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88591B32-5824-5191-DCBA-DC19685DC5C2}"/>
                    </a:ext>
                  </a:extLst>
                </p14:cNvPr>
                <p14:cNvContentPartPr/>
                <p14:nvPr/>
              </p14:nvContentPartPr>
              <p14:xfrm>
                <a:off x="8446842" y="1932157"/>
                <a:ext cx="69480" cy="540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88591B32-5824-5191-DCBA-DC19685DC5C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428842" y="1914517"/>
                  <a:ext cx="1051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D373B99A-7F1A-26FA-A252-78A9C7A29D7D}"/>
                    </a:ext>
                  </a:extLst>
                </p14:cNvPr>
                <p14:cNvContentPartPr/>
                <p14:nvPr/>
              </p14:nvContentPartPr>
              <p14:xfrm>
                <a:off x="8521362" y="1959517"/>
                <a:ext cx="355680" cy="27360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D373B99A-7F1A-26FA-A252-78A9C7A29D7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503722" y="1941517"/>
                  <a:ext cx="3913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95E91CE6-16EF-B748-69B6-12F4626301DB}"/>
                    </a:ext>
                  </a:extLst>
                </p14:cNvPr>
                <p14:cNvContentPartPr/>
                <p14:nvPr/>
              </p14:nvContentPartPr>
              <p14:xfrm>
                <a:off x="8548722" y="2136637"/>
                <a:ext cx="83160" cy="1008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95E91CE6-16EF-B748-69B6-12F4626301D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530722" y="2118997"/>
                  <a:ext cx="118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8F291176-4329-36CF-7416-587D0B093CB2}"/>
                    </a:ext>
                  </a:extLst>
                </p14:cNvPr>
                <p14:cNvContentPartPr/>
                <p14:nvPr/>
              </p14:nvContentPartPr>
              <p14:xfrm>
                <a:off x="8879562" y="1921357"/>
                <a:ext cx="376200" cy="28620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8F291176-4329-36CF-7416-587D0B093CB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861922" y="1903357"/>
                  <a:ext cx="4118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B405DD99-2C59-346E-1452-4513B199E41E}"/>
                    </a:ext>
                  </a:extLst>
                </p14:cNvPr>
                <p14:cNvContentPartPr/>
                <p14:nvPr/>
              </p14:nvContentPartPr>
              <p14:xfrm>
                <a:off x="9262602" y="2102077"/>
                <a:ext cx="9720" cy="1692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B405DD99-2C59-346E-1452-4513B199E41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244602" y="2084077"/>
                  <a:ext cx="453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2556D938-626E-8BB1-14D2-26A8092A9689}"/>
                    </a:ext>
                  </a:extLst>
                </p14:cNvPr>
                <p14:cNvContentPartPr/>
                <p14:nvPr/>
              </p14:nvContentPartPr>
              <p14:xfrm>
                <a:off x="9255762" y="2107477"/>
                <a:ext cx="9720" cy="1116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2556D938-626E-8BB1-14D2-26A8092A968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237762" y="2089477"/>
                  <a:ext cx="453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086761B8-6F5E-5367-D57E-E036241123B6}"/>
                    </a:ext>
                  </a:extLst>
                </p14:cNvPr>
                <p14:cNvContentPartPr/>
                <p14:nvPr/>
              </p14:nvContentPartPr>
              <p14:xfrm>
                <a:off x="9228402" y="2099917"/>
                <a:ext cx="34200" cy="1728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086761B8-6F5E-5367-D57E-E036241123B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10762" y="2081917"/>
                  <a:ext cx="698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F957EEE5-F445-123D-D18E-6BDD57439B13}"/>
                    </a:ext>
                  </a:extLst>
                </p14:cNvPr>
                <p14:cNvContentPartPr/>
                <p14:nvPr/>
              </p14:nvContentPartPr>
              <p14:xfrm>
                <a:off x="9262602" y="2098477"/>
                <a:ext cx="45000" cy="5652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F957EEE5-F445-123D-D18E-6BDD57439B1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244602" y="2080837"/>
                  <a:ext cx="806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654F23F4-A2FF-B018-128A-BF688714A5A5}"/>
                    </a:ext>
                  </a:extLst>
                </p14:cNvPr>
                <p14:cNvContentPartPr/>
                <p14:nvPr/>
              </p14:nvContentPartPr>
              <p14:xfrm>
                <a:off x="9653202" y="2080837"/>
                <a:ext cx="2052000" cy="7200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654F23F4-A2FF-B018-128A-BF688714A5A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635562" y="2062837"/>
                  <a:ext cx="20876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8D3A7741-A07F-6A60-769A-C65EF5729077}"/>
                    </a:ext>
                  </a:extLst>
                </p14:cNvPr>
                <p14:cNvContentPartPr/>
                <p14:nvPr/>
              </p14:nvContentPartPr>
              <p14:xfrm>
                <a:off x="9569322" y="2123677"/>
                <a:ext cx="50040" cy="31356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8D3A7741-A07F-6A60-769A-C65EF572907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551682" y="2105677"/>
                  <a:ext cx="8568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B464CCA6-9603-5F46-3035-0DC4ECFF803E}"/>
                    </a:ext>
                  </a:extLst>
                </p14:cNvPr>
                <p14:cNvContentPartPr/>
                <p14:nvPr/>
              </p14:nvContentPartPr>
              <p14:xfrm>
                <a:off x="9603162" y="2393317"/>
                <a:ext cx="2106720" cy="6624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B464CCA6-9603-5F46-3035-0DC4ECFF803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585162" y="2375677"/>
                  <a:ext cx="21423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C3D40580-CA57-7AE9-00CA-B035CD5F5994}"/>
                    </a:ext>
                  </a:extLst>
                </p14:cNvPr>
                <p14:cNvContentPartPr/>
                <p14:nvPr/>
              </p14:nvContentPartPr>
              <p14:xfrm>
                <a:off x="11735082" y="2157157"/>
                <a:ext cx="360" cy="36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C3D40580-CA57-7AE9-00CA-B035CD5F599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717442" y="213915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353B4A9B-F6D6-7F3A-48E0-579D2B0606F0}"/>
                    </a:ext>
                  </a:extLst>
                </p14:cNvPr>
                <p14:cNvContentPartPr/>
                <p14:nvPr/>
              </p14:nvContentPartPr>
              <p14:xfrm>
                <a:off x="11698362" y="2145997"/>
                <a:ext cx="37080" cy="21888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353B4A9B-F6D6-7F3A-48E0-579D2B0606F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680722" y="2127997"/>
                  <a:ext cx="727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D57BC8E7-D16C-B820-067D-2A0BB96CB271}"/>
                    </a:ext>
                  </a:extLst>
                </p14:cNvPr>
                <p14:cNvContentPartPr/>
                <p14:nvPr/>
              </p14:nvContentPartPr>
              <p14:xfrm>
                <a:off x="9941202" y="2133397"/>
                <a:ext cx="9360" cy="28224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D57BC8E7-D16C-B820-067D-2A0BB96CB27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923562" y="2115397"/>
                  <a:ext cx="450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3637B318-922A-F510-199A-ECD4A1D3D4A4}"/>
                    </a:ext>
                  </a:extLst>
                </p14:cNvPr>
                <p14:cNvContentPartPr/>
                <p14:nvPr/>
              </p14:nvContentPartPr>
              <p14:xfrm>
                <a:off x="10301922" y="2125117"/>
                <a:ext cx="3240" cy="32040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3637B318-922A-F510-199A-ECD4A1D3D4A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284282" y="2107477"/>
                  <a:ext cx="388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63DD0448-08CE-178E-0ACC-9A763B53246B}"/>
                    </a:ext>
                  </a:extLst>
                </p14:cNvPr>
                <p14:cNvContentPartPr/>
                <p14:nvPr/>
              </p14:nvContentPartPr>
              <p14:xfrm>
                <a:off x="10580202" y="2124037"/>
                <a:ext cx="27360" cy="37296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63DD0448-08CE-178E-0ACC-9A763B53246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562202" y="2106397"/>
                  <a:ext cx="630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C52C3384-0643-0B69-B31E-22D0B098541E}"/>
                    </a:ext>
                  </a:extLst>
                </p14:cNvPr>
                <p14:cNvContentPartPr/>
                <p14:nvPr/>
              </p14:nvContentPartPr>
              <p14:xfrm>
                <a:off x="10931562" y="2117557"/>
                <a:ext cx="26280" cy="29952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C52C3384-0643-0B69-B31E-22D0B098541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913922" y="2099557"/>
                  <a:ext cx="619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6905BEA0-0BF7-FF36-375C-B89DA0ADBF81}"/>
                    </a:ext>
                  </a:extLst>
                </p14:cNvPr>
                <p14:cNvContentPartPr/>
                <p14:nvPr/>
              </p14:nvContentPartPr>
              <p14:xfrm>
                <a:off x="11343042" y="2093437"/>
                <a:ext cx="8640" cy="28692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6905BEA0-0BF7-FF36-375C-B89DA0ADBF8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325042" y="2075797"/>
                  <a:ext cx="442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EFA17A97-3EC4-4F77-8D5F-CF13DB4A87B9}"/>
                    </a:ext>
                  </a:extLst>
                </p14:cNvPr>
                <p14:cNvContentPartPr/>
                <p14:nvPr/>
              </p14:nvContentPartPr>
              <p14:xfrm>
                <a:off x="9574362" y="2138437"/>
                <a:ext cx="312840" cy="27576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EFA17A97-3EC4-4F77-8D5F-CF13DB4A87B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556362" y="2120437"/>
                  <a:ext cx="3484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ECCF27B8-942B-2400-3A5F-0F6E6F2C070E}"/>
                    </a:ext>
                  </a:extLst>
                </p14:cNvPr>
                <p14:cNvContentPartPr/>
                <p14:nvPr/>
              </p14:nvContentPartPr>
              <p14:xfrm>
                <a:off x="9858042" y="2207197"/>
                <a:ext cx="360" cy="540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ECCF27B8-942B-2400-3A5F-0F6E6F2C070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840402" y="2189557"/>
                  <a:ext cx="36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32CB5F77-FC2F-93CE-EE1B-44EB93EBA459}"/>
                    </a:ext>
                  </a:extLst>
                </p14:cNvPr>
                <p14:cNvContentPartPr/>
                <p14:nvPr/>
              </p14:nvContentPartPr>
              <p14:xfrm>
                <a:off x="9609282" y="2143117"/>
                <a:ext cx="336240" cy="28548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32CB5F77-FC2F-93CE-EE1B-44EB93EBA45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91642" y="2125477"/>
                  <a:ext cx="37188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8C5DB9D8-93A6-0056-2810-CC9CAB1143B9}"/>
                    </a:ext>
                  </a:extLst>
                </p14:cNvPr>
                <p14:cNvContentPartPr/>
                <p14:nvPr/>
              </p14:nvContentPartPr>
              <p14:xfrm>
                <a:off x="9787482" y="2504917"/>
                <a:ext cx="1306080" cy="40464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8C5DB9D8-93A6-0056-2810-CC9CAB1143B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69842" y="2486917"/>
                  <a:ext cx="134172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CC330EA1-5CF2-95E4-DA5F-6959C6221ED3}"/>
                    </a:ext>
                  </a:extLst>
                </p14:cNvPr>
                <p14:cNvContentPartPr/>
                <p14:nvPr/>
              </p14:nvContentPartPr>
              <p14:xfrm>
                <a:off x="9843282" y="2504917"/>
                <a:ext cx="122400" cy="2808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CC330EA1-5CF2-95E4-DA5F-6959C6221ED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825282" y="2486917"/>
                  <a:ext cx="158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C54D5B43-DCE8-5DA1-35FC-61316E4A208A}"/>
                    </a:ext>
                  </a:extLst>
                </p14:cNvPr>
                <p14:cNvContentPartPr/>
                <p14:nvPr/>
              </p14:nvContentPartPr>
              <p14:xfrm>
                <a:off x="9897642" y="2467117"/>
                <a:ext cx="1285920" cy="82800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C54D5B43-DCE8-5DA1-35FC-61316E4A208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879642" y="2449477"/>
                  <a:ext cx="1321560" cy="86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2792CCA8-10F8-D9B5-9EA5-0EAF23A6CCEA}"/>
                    </a:ext>
                  </a:extLst>
                </p14:cNvPr>
                <p14:cNvContentPartPr/>
                <p14:nvPr/>
              </p14:nvContentPartPr>
              <p14:xfrm>
                <a:off x="11160882" y="2516437"/>
                <a:ext cx="92520" cy="10764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2792CCA8-10F8-D9B5-9EA5-0EAF23A6CCE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143242" y="2498437"/>
                  <a:ext cx="1281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D6DF18F7-F2DA-34FE-49E1-E6BFA497AC80}"/>
                    </a:ext>
                  </a:extLst>
                </p14:cNvPr>
                <p14:cNvContentPartPr/>
                <p14:nvPr/>
              </p14:nvContentPartPr>
              <p14:xfrm>
                <a:off x="11101482" y="2620477"/>
                <a:ext cx="53280" cy="17820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D6DF18F7-F2DA-34FE-49E1-E6BFA497AC8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083482" y="2602477"/>
                  <a:ext cx="889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8849C1E8-6798-D275-20B6-51A95871B149}"/>
                    </a:ext>
                  </a:extLst>
                </p14:cNvPr>
                <p14:cNvContentPartPr/>
                <p14:nvPr/>
              </p14:nvContentPartPr>
              <p14:xfrm>
                <a:off x="11077002" y="2165437"/>
                <a:ext cx="111600" cy="11628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8849C1E8-6798-D275-20B6-51A95871B14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059002" y="2147437"/>
                  <a:ext cx="1472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D9162C7C-E3AC-CA70-E9FF-07B22940D6F7}"/>
                    </a:ext>
                  </a:extLst>
                </p14:cNvPr>
                <p14:cNvContentPartPr/>
                <p14:nvPr/>
              </p14:nvContentPartPr>
              <p14:xfrm>
                <a:off x="9602802" y="1950517"/>
                <a:ext cx="156600" cy="14364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D9162C7C-E3AC-CA70-E9FF-07B22940D6F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584802" y="1932877"/>
                  <a:ext cx="1922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037C5A70-2672-510A-A4F1-5C12C66478F8}"/>
                    </a:ext>
                  </a:extLst>
                </p14:cNvPr>
                <p14:cNvContentPartPr/>
                <p14:nvPr/>
              </p14:nvContentPartPr>
              <p14:xfrm>
                <a:off x="10026522" y="1876357"/>
                <a:ext cx="163080" cy="15696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037C5A70-2672-510A-A4F1-5C12C66478F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008522" y="1858357"/>
                  <a:ext cx="1987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3E90B072-F151-62FF-3F7A-BDEF51FBDEE3}"/>
                    </a:ext>
                  </a:extLst>
                </p14:cNvPr>
                <p14:cNvContentPartPr/>
                <p14:nvPr/>
              </p14:nvContentPartPr>
              <p14:xfrm>
                <a:off x="10394442" y="1915597"/>
                <a:ext cx="136080" cy="144720"/>
              </p14:xfrm>
            </p:contentPart>
          </mc:Choice>
          <mc:Fallback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3E90B072-F151-62FF-3F7A-BDEF51FBDEE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376442" y="1897597"/>
                  <a:ext cx="1717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29E49291-E10E-4EEB-BE63-5BF9E2BF3F3F}"/>
                    </a:ext>
                  </a:extLst>
                </p14:cNvPr>
                <p14:cNvContentPartPr/>
                <p14:nvPr/>
              </p14:nvContentPartPr>
              <p14:xfrm>
                <a:off x="10638522" y="1901197"/>
                <a:ext cx="165960" cy="13536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29E49291-E10E-4EEB-BE63-5BF9E2BF3F3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620882" y="1883197"/>
                  <a:ext cx="2016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F1C0D44D-4AB4-554F-401D-9EDA52DC98C7}"/>
                    </a:ext>
                  </a:extLst>
                </p14:cNvPr>
                <p14:cNvContentPartPr/>
                <p14:nvPr/>
              </p14:nvContentPartPr>
              <p14:xfrm>
                <a:off x="11087082" y="2133757"/>
                <a:ext cx="81000" cy="14256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F1C0D44D-4AB4-554F-401D-9EDA52DC98C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069442" y="2116117"/>
                  <a:ext cx="116640" cy="178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06782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9" name="잉크 38">
                <a:extLst>
                  <a:ext uri="{FF2B5EF4-FFF2-40B4-BE49-F238E27FC236}">
                    <a16:creationId xmlns:a16="http://schemas.microsoft.com/office/drawing/2014/main" id="{423E6ACE-F13B-5279-B75F-8779EE396F3E}"/>
                  </a:ext>
                </a:extLst>
              </p14:cNvPr>
              <p14:cNvContentPartPr/>
              <p14:nvPr/>
            </p14:nvContentPartPr>
            <p14:xfrm>
              <a:off x="1836522" y="1296037"/>
              <a:ext cx="92520" cy="84600"/>
            </p14:xfrm>
          </p:contentPart>
        </mc:Choice>
        <mc:Fallback>
          <p:pic>
            <p:nvPicPr>
              <p:cNvPr id="39" name="잉크 38">
                <a:extLst>
                  <a:ext uri="{FF2B5EF4-FFF2-40B4-BE49-F238E27FC236}">
                    <a16:creationId xmlns:a16="http://schemas.microsoft.com/office/drawing/2014/main" id="{423E6ACE-F13B-5279-B75F-8779EE396F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8522" y="1278397"/>
                <a:ext cx="12816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B35D7AFE-7325-65B5-930E-8D9DB3625268}"/>
                  </a:ext>
                </a:extLst>
              </p14:cNvPr>
              <p14:cNvContentPartPr/>
              <p14:nvPr/>
            </p14:nvContentPartPr>
            <p14:xfrm>
              <a:off x="1784322" y="1251757"/>
              <a:ext cx="150480" cy="115200"/>
            </p14:xfrm>
          </p:contentPart>
        </mc:Choice>
        <mc:Fallback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B35D7AFE-7325-65B5-930E-8D9DB36252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75322" y="1243117"/>
                <a:ext cx="16812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3" name="잉크 172">
                <a:extLst>
                  <a:ext uri="{FF2B5EF4-FFF2-40B4-BE49-F238E27FC236}">
                    <a16:creationId xmlns:a16="http://schemas.microsoft.com/office/drawing/2014/main" id="{8795C03F-0911-241A-CEE0-FBDA73E47012}"/>
                  </a:ext>
                </a:extLst>
              </p14:cNvPr>
              <p14:cNvContentPartPr/>
              <p14:nvPr/>
            </p14:nvContentPartPr>
            <p14:xfrm>
              <a:off x="5803002" y="5424517"/>
              <a:ext cx="23040" cy="24840"/>
            </p14:xfrm>
          </p:contentPart>
        </mc:Choice>
        <mc:Fallback>
          <p:pic>
            <p:nvPicPr>
              <p:cNvPr id="173" name="잉크 172">
                <a:extLst>
                  <a:ext uri="{FF2B5EF4-FFF2-40B4-BE49-F238E27FC236}">
                    <a16:creationId xmlns:a16="http://schemas.microsoft.com/office/drawing/2014/main" id="{8795C03F-0911-241A-CEE0-FBDA73E4701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85362" y="5406517"/>
                <a:ext cx="58680" cy="6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1" name="그룹 250">
            <a:extLst>
              <a:ext uri="{FF2B5EF4-FFF2-40B4-BE49-F238E27FC236}">
                <a16:creationId xmlns:a16="http://schemas.microsoft.com/office/drawing/2014/main" id="{C3C4FFC6-7629-A83C-BFCC-4033593F869B}"/>
              </a:ext>
            </a:extLst>
          </p:cNvPr>
          <p:cNvGrpSpPr/>
          <p:nvPr/>
        </p:nvGrpSpPr>
        <p:grpSpPr>
          <a:xfrm>
            <a:off x="1263402" y="282637"/>
            <a:ext cx="10732680" cy="6493680"/>
            <a:chOff x="1263402" y="282637"/>
            <a:chExt cx="10732680" cy="64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453F30B2-373A-1F67-E562-1DBC81933539}"/>
                    </a:ext>
                  </a:extLst>
                </p14:cNvPr>
                <p14:cNvContentPartPr/>
                <p14:nvPr/>
              </p14:nvContentPartPr>
              <p14:xfrm>
                <a:off x="1263402" y="763597"/>
                <a:ext cx="123840" cy="236664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453F30B2-373A-1F67-E562-1DBC8193353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45762" y="745957"/>
                  <a:ext cx="159480" cy="24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EE543C7A-E8E8-3C0C-2F61-1376B98EFEAC}"/>
                    </a:ext>
                  </a:extLst>
                </p14:cNvPr>
                <p14:cNvContentPartPr/>
                <p14:nvPr/>
              </p14:nvContentPartPr>
              <p14:xfrm>
                <a:off x="1403442" y="778717"/>
                <a:ext cx="2937240" cy="22921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EE543C7A-E8E8-3C0C-2F61-1376B98EFEA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85442" y="760717"/>
                  <a:ext cx="2972880" cy="23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C47219A1-D812-9509-A226-5CE9CE03AE5A}"/>
                    </a:ext>
                  </a:extLst>
                </p14:cNvPr>
                <p14:cNvContentPartPr/>
                <p14:nvPr/>
              </p14:nvContentPartPr>
              <p14:xfrm>
                <a:off x="1425042" y="3157597"/>
                <a:ext cx="2810880" cy="410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C47219A1-D812-9509-A226-5CE9CE03AE5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07402" y="3139957"/>
                  <a:ext cx="2846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5C335115-CB7B-925C-A523-FA6F5D9F42DB}"/>
                    </a:ext>
                  </a:extLst>
                </p14:cNvPr>
                <p14:cNvContentPartPr/>
                <p14:nvPr/>
              </p14:nvContentPartPr>
              <p14:xfrm>
                <a:off x="1859202" y="1301437"/>
                <a:ext cx="63720" cy="579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5C335115-CB7B-925C-A523-FA6F5D9F42D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41202" y="1283797"/>
                  <a:ext cx="99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85FB458A-14A5-7E63-830B-923C7F11A923}"/>
                    </a:ext>
                  </a:extLst>
                </p14:cNvPr>
                <p14:cNvContentPartPr/>
                <p14:nvPr/>
              </p14:nvContentPartPr>
              <p14:xfrm>
                <a:off x="1574442" y="1042597"/>
                <a:ext cx="23400" cy="54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85FB458A-14A5-7E63-830B-923C7F11A92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56442" y="1024957"/>
                  <a:ext cx="590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1BB90D72-CEEE-125B-EA2D-5AB236E3E1D1}"/>
                    </a:ext>
                  </a:extLst>
                </p14:cNvPr>
                <p14:cNvContentPartPr/>
                <p14:nvPr/>
              </p14:nvContentPartPr>
              <p14:xfrm>
                <a:off x="1741122" y="1028197"/>
                <a:ext cx="27360" cy="684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1BB90D72-CEEE-125B-EA2D-5AB236E3E1D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23482" y="1010557"/>
                  <a:ext cx="63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2DF98F9-BDAB-B86D-1723-DD31B00F4D8F}"/>
                    </a:ext>
                  </a:extLst>
                </p14:cNvPr>
                <p14:cNvContentPartPr/>
                <p14:nvPr/>
              </p14:nvContentPartPr>
              <p14:xfrm>
                <a:off x="1894482" y="1031077"/>
                <a:ext cx="31680" cy="3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2DF98F9-BDAB-B86D-1723-DD31B00F4D8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76842" y="1013437"/>
                  <a:ext cx="67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43EC6AAC-4B1C-632E-AD17-B732F5AA12CB}"/>
                    </a:ext>
                  </a:extLst>
                </p14:cNvPr>
                <p14:cNvContentPartPr/>
                <p14:nvPr/>
              </p14:nvContentPartPr>
              <p14:xfrm>
                <a:off x="2052162" y="1027837"/>
                <a:ext cx="360" cy="3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43EC6AAC-4B1C-632E-AD17-B732F5AA12C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34162" y="100983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E589DA93-8D3E-6ABD-4CD8-395910F1241A}"/>
                    </a:ext>
                  </a:extLst>
                </p14:cNvPr>
                <p14:cNvContentPartPr/>
                <p14:nvPr/>
              </p14:nvContentPartPr>
              <p14:xfrm>
                <a:off x="2187882" y="1009837"/>
                <a:ext cx="5760" cy="187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E589DA93-8D3E-6ABD-4CD8-395910F1241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69882" y="991837"/>
                  <a:ext cx="414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FCF64A9-0BE7-2B88-22BC-17819AEF7BC9}"/>
                    </a:ext>
                  </a:extLst>
                </p14:cNvPr>
                <p14:cNvContentPartPr/>
                <p14:nvPr/>
              </p14:nvContentPartPr>
              <p14:xfrm>
                <a:off x="1586682" y="1103437"/>
                <a:ext cx="28800" cy="10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FCF64A9-0BE7-2B88-22BC-17819AEF7BC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68682" y="1085437"/>
                  <a:ext cx="644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03CB5CFD-6AF7-3187-C11C-965706362D6D}"/>
                    </a:ext>
                  </a:extLst>
                </p14:cNvPr>
                <p14:cNvContentPartPr/>
                <p14:nvPr/>
              </p14:nvContentPartPr>
              <p14:xfrm>
                <a:off x="1823922" y="1152397"/>
                <a:ext cx="360" cy="3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03CB5CFD-6AF7-3187-C11C-965706362D6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06282" y="113475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5D3F15E8-E4B1-CA92-C045-E52BF9A939AC}"/>
                    </a:ext>
                  </a:extLst>
                </p14:cNvPr>
                <p14:cNvContentPartPr/>
                <p14:nvPr/>
              </p14:nvContentPartPr>
              <p14:xfrm>
                <a:off x="2042442" y="1149517"/>
                <a:ext cx="61560" cy="147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5D3F15E8-E4B1-CA92-C045-E52BF9A939A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024802" y="1131877"/>
                  <a:ext cx="972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F00A3D48-5CED-63B3-5ECA-86C11F41E2E5}"/>
                    </a:ext>
                  </a:extLst>
                </p14:cNvPr>
                <p14:cNvContentPartPr/>
                <p14:nvPr/>
              </p14:nvContentPartPr>
              <p14:xfrm>
                <a:off x="2161962" y="1177957"/>
                <a:ext cx="8640" cy="68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F00A3D48-5CED-63B3-5ECA-86C11F41E2E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144322" y="1159957"/>
                  <a:ext cx="442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7324BEC2-9F1E-9DC1-2630-CA215073DB5B}"/>
                    </a:ext>
                  </a:extLst>
                </p14:cNvPr>
                <p14:cNvContentPartPr/>
                <p14:nvPr/>
              </p14:nvContentPartPr>
              <p14:xfrm>
                <a:off x="1615122" y="1300357"/>
                <a:ext cx="76320" cy="68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7324BEC2-9F1E-9DC1-2630-CA215073DB5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597122" y="1282357"/>
                  <a:ext cx="111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0F650121-5A8F-F844-9271-58E0AC19E791}"/>
                    </a:ext>
                  </a:extLst>
                </p14:cNvPr>
                <p14:cNvContentPartPr/>
                <p14:nvPr/>
              </p14:nvContentPartPr>
              <p14:xfrm>
                <a:off x="1963962" y="1289917"/>
                <a:ext cx="66960" cy="504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0F650121-5A8F-F844-9271-58E0AC19E79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945962" y="1272277"/>
                  <a:ext cx="1026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98FFF3DE-0540-A9C4-10D7-9591E16A5A09}"/>
                    </a:ext>
                  </a:extLst>
                </p14:cNvPr>
                <p14:cNvContentPartPr/>
                <p14:nvPr/>
              </p14:nvContentPartPr>
              <p14:xfrm>
                <a:off x="2130642" y="1314757"/>
                <a:ext cx="360" cy="36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98FFF3DE-0540-A9C4-10D7-9591E16A5A0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13002" y="129711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9F0A4C41-1539-EEFA-6299-38763391B534}"/>
                    </a:ext>
                  </a:extLst>
                </p14:cNvPr>
                <p14:cNvContentPartPr/>
                <p14:nvPr/>
              </p14:nvContentPartPr>
              <p14:xfrm>
                <a:off x="1598922" y="1466677"/>
                <a:ext cx="66960" cy="612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9F0A4C41-1539-EEFA-6299-38763391B53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80922" y="1449037"/>
                  <a:ext cx="1026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2E6E370C-15CD-1BF4-3F95-97E4978FBB20}"/>
                    </a:ext>
                  </a:extLst>
                </p14:cNvPr>
                <p14:cNvContentPartPr/>
                <p14:nvPr/>
              </p14:nvContentPartPr>
              <p14:xfrm>
                <a:off x="1794042" y="1470277"/>
                <a:ext cx="30240" cy="43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2E6E370C-15CD-1BF4-3F95-97E4978FBB2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76402" y="1452277"/>
                  <a:ext cx="65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5F4F4AB2-9359-4674-507A-9A190E2623DF}"/>
                    </a:ext>
                  </a:extLst>
                </p14:cNvPr>
                <p14:cNvContentPartPr/>
                <p14:nvPr/>
              </p14:nvContentPartPr>
              <p14:xfrm>
                <a:off x="2015442" y="1451557"/>
                <a:ext cx="77760" cy="57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5F4F4AB2-9359-4674-507A-9A190E2623D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97442" y="1433917"/>
                  <a:ext cx="1134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B0E5A75A-E883-4944-BBEA-B56D3E4F872F}"/>
                    </a:ext>
                  </a:extLst>
                </p14:cNvPr>
                <p14:cNvContentPartPr/>
                <p14:nvPr/>
              </p14:nvContentPartPr>
              <p14:xfrm>
                <a:off x="2145762" y="1440757"/>
                <a:ext cx="360" cy="36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B0E5A75A-E883-4944-BBEA-B56D3E4F872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27762" y="142275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BB2F5CE2-EDFF-6228-A38D-85FA85EB57F9}"/>
                    </a:ext>
                  </a:extLst>
                </p14:cNvPr>
                <p14:cNvContentPartPr/>
                <p14:nvPr/>
              </p14:nvContentPartPr>
              <p14:xfrm>
                <a:off x="1648962" y="1636597"/>
                <a:ext cx="73800" cy="68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BB2F5CE2-EDFF-6228-A38D-85FA85EB57F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631322" y="1618597"/>
                  <a:ext cx="1094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905DDB28-ABB1-6FE2-4D2F-9287FE704DAC}"/>
                    </a:ext>
                  </a:extLst>
                </p14:cNvPr>
                <p14:cNvContentPartPr/>
                <p14:nvPr/>
              </p14:nvContentPartPr>
              <p14:xfrm>
                <a:off x="1888002" y="1635877"/>
                <a:ext cx="360" cy="3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905DDB28-ABB1-6FE2-4D2F-9287FE704DA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70002" y="161823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8A7C22DC-FED8-9AB1-1456-739A34297FE7}"/>
                    </a:ext>
                  </a:extLst>
                </p14:cNvPr>
                <p14:cNvContentPartPr/>
                <p14:nvPr/>
              </p14:nvContentPartPr>
              <p14:xfrm>
                <a:off x="2096802" y="1641277"/>
                <a:ext cx="360" cy="3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8A7C22DC-FED8-9AB1-1456-739A34297FE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79162" y="162327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367C8C85-8634-7139-B3AC-A630159BE542}"/>
                    </a:ext>
                  </a:extLst>
                </p14:cNvPr>
                <p14:cNvContentPartPr/>
                <p14:nvPr/>
              </p14:nvContentPartPr>
              <p14:xfrm>
                <a:off x="2214882" y="1634797"/>
                <a:ext cx="21960" cy="32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367C8C85-8634-7139-B3AC-A630159BE54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197242" y="1617157"/>
                  <a:ext cx="576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FB54AFF0-9B81-A01C-11C2-0E10BF8FF5FD}"/>
                    </a:ext>
                  </a:extLst>
                </p14:cNvPr>
                <p14:cNvContentPartPr/>
                <p14:nvPr/>
              </p14:nvContentPartPr>
              <p14:xfrm>
                <a:off x="2231082" y="1049797"/>
                <a:ext cx="360" cy="36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FB54AFF0-9B81-A01C-11C2-0E10BF8FF5F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13442" y="103179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F25FC997-BB80-A107-92B6-BB81F5460399}"/>
                    </a:ext>
                  </a:extLst>
                </p14:cNvPr>
                <p14:cNvContentPartPr/>
                <p14:nvPr/>
              </p14:nvContentPartPr>
              <p14:xfrm>
                <a:off x="2214882" y="1277317"/>
                <a:ext cx="360" cy="36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F25FC997-BB80-A107-92B6-BB81F546039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97242" y="125931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55F6F404-6A7F-0EE6-09DD-A2C048A08395}"/>
                    </a:ext>
                  </a:extLst>
                </p14:cNvPr>
                <p14:cNvContentPartPr/>
                <p14:nvPr/>
              </p14:nvContentPartPr>
              <p14:xfrm>
                <a:off x="2230002" y="1466677"/>
                <a:ext cx="360" cy="3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55F6F404-6A7F-0EE6-09DD-A2C048A0839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12002" y="144903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65E2A88C-9455-D624-D6DE-4CD3A102E6F9}"/>
                    </a:ext>
                  </a:extLst>
                </p14:cNvPr>
                <p14:cNvContentPartPr/>
                <p14:nvPr/>
              </p14:nvContentPartPr>
              <p14:xfrm>
                <a:off x="2239362" y="1545877"/>
                <a:ext cx="360" cy="36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65E2A88C-9455-D624-D6DE-4CD3A102E6F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21362" y="152787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4B24694F-E7CB-C0B4-9DEF-293332256D80}"/>
                    </a:ext>
                  </a:extLst>
                </p14:cNvPr>
                <p14:cNvContentPartPr/>
                <p14:nvPr/>
              </p14:nvContentPartPr>
              <p14:xfrm>
                <a:off x="1594602" y="1612837"/>
                <a:ext cx="15120" cy="108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4B24694F-E7CB-C0B4-9DEF-293332256D8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576962" y="1595197"/>
                  <a:ext cx="507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DEA2AAEC-CC29-72E2-4478-6AFC0B88CF45}"/>
                    </a:ext>
                  </a:extLst>
                </p14:cNvPr>
                <p14:cNvContentPartPr/>
                <p14:nvPr/>
              </p14:nvContentPartPr>
              <p14:xfrm>
                <a:off x="1576962" y="1595557"/>
                <a:ext cx="32760" cy="1836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DEA2AAEC-CC29-72E2-4478-6AFC0B88CF4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559322" y="1577557"/>
                  <a:ext cx="68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1FF41618-5CFE-9101-AABB-B591C6167F89}"/>
                    </a:ext>
                  </a:extLst>
                </p14:cNvPr>
                <p14:cNvContentPartPr/>
                <p14:nvPr/>
              </p14:nvContentPartPr>
              <p14:xfrm>
                <a:off x="1641042" y="1458397"/>
                <a:ext cx="2880" cy="468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1FF41618-5CFE-9101-AABB-B591C6167F8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623402" y="1440397"/>
                  <a:ext cx="38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9E37D337-F4A2-C191-DDA0-F0AAF625F817}"/>
                    </a:ext>
                  </a:extLst>
                </p14:cNvPr>
                <p14:cNvContentPartPr/>
                <p14:nvPr/>
              </p14:nvContentPartPr>
              <p14:xfrm>
                <a:off x="1645002" y="1370917"/>
                <a:ext cx="360" cy="36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9E37D337-F4A2-C191-DDA0-F0AAF625F81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27002" y="135291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F56D4019-4A57-6786-E563-4835AD02B544}"/>
                    </a:ext>
                  </a:extLst>
                </p14:cNvPr>
                <p14:cNvContentPartPr/>
                <p14:nvPr/>
              </p14:nvContentPartPr>
              <p14:xfrm>
                <a:off x="1632762" y="1262197"/>
                <a:ext cx="360" cy="36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F56D4019-4A57-6786-E563-4835AD02B54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14762" y="124455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5FED4956-CB31-5C9F-172B-CE7BC6AAF692}"/>
                    </a:ext>
                  </a:extLst>
                </p14:cNvPr>
                <p14:cNvContentPartPr/>
                <p14:nvPr/>
              </p14:nvContentPartPr>
              <p14:xfrm>
                <a:off x="5733882" y="282637"/>
                <a:ext cx="65520" cy="38664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5FED4956-CB31-5C9F-172B-CE7BC6AAF69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716242" y="264637"/>
                  <a:ext cx="1011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BF970540-4E83-1E2E-A595-F6827B2BF7B7}"/>
                    </a:ext>
                  </a:extLst>
                </p14:cNvPr>
                <p14:cNvContentPartPr/>
                <p14:nvPr/>
              </p14:nvContentPartPr>
              <p14:xfrm>
                <a:off x="5873202" y="385957"/>
                <a:ext cx="131400" cy="21240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BF970540-4E83-1E2E-A595-F6827B2BF7B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855562" y="367957"/>
                  <a:ext cx="1670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9D93ADCC-18A2-B201-77EE-97F2F8CA2695}"/>
                    </a:ext>
                  </a:extLst>
                </p14:cNvPr>
                <p14:cNvContentPartPr/>
                <p14:nvPr/>
              </p14:nvContentPartPr>
              <p14:xfrm>
                <a:off x="6328242" y="311797"/>
                <a:ext cx="248760" cy="22824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9D93ADCC-18A2-B201-77EE-97F2F8CA269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310602" y="294157"/>
                  <a:ext cx="2844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D7993921-7513-03A1-0C98-F65390AF081F}"/>
                    </a:ext>
                  </a:extLst>
                </p14:cNvPr>
                <p14:cNvContentPartPr/>
                <p14:nvPr/>
              </p14:nvContentPartPr>
              <p14:xfrm>
                <a:off x="6350202" y="402157"/>
                <a:ext cx="163080" cy="14760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D7993921-7513-03A1-0C98-F65390AF081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332202" y="384157"/>
                  <a:ext cx="198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909B70B4-C152-CD1E-3DDD-7FF3D667484C}"/>
                    </a:ext>
                  </a:extLst>
                </p14:cNvPr>
                <p14:cNvContentPartPr/>
                <p14:nvPr/>
              </p14:nvContentPartPr>
              <p14:xfrm>
                <a:off x="6696882" y="318277"/>
                <a:ext cx="17280" cy="24768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909B70B4-C152-CD1E-3DDD-7FF3D667484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679242" y="300637"/>
                  <a:ext cx="529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5D01C20B-11EB-E98F-F05A-B299BF1B1BBB}"/>
                    </a:ext>
                  </a:extLst>
                </p14:cNvPr>
                <p14:cNvContentPartPr/>
                <p14:nvPr/>
              </p14:nvContentPartPr>
              <p14:xfrm>
                <a:off x="6793722" y="371917"/>
                <a:ext cx="130320" cy="24228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5D01C20B-11EB-E98F-F05A-B299BF1B1BB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776082" y="354277"/>
                  <a:ext cx="1659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15F5A1A4-9CAF-742F-2F92-E4F918A530FA}"/>
                    </a:ext>
                  </a:extLst>
                </p14:cNvPr>
                <p14:cNvContentPartPr/>
                <p14:nvPr/>
              </p14:nvContentPartPr>
              <p14:xfrm>
                <a:off x="7757442" y="572437"/>
                <a:ext cx="222840" cy="4500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15F5A1A4-9CAF-742F-2F92-E4F918A530F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739442" y="554797"/>
                  <a:ext cx="2584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B949042D-2DBC-6AB2-039B-A9FD6AFA0F79}"/>
                    </a:ext>
                  </a:extLst>
                </p14:cNvPr>
                <p14:cNvContentPartPr/>
                <p14:nvPr/>
              </p14:nvContentPartPr>
              <p14:xfrm>
                <a:off x="7989282" y="537877"/>
                <a:ext cx="83520" cy="24192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B949042D-2DBC-6AB2-039B-A9FD6AFA0F7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971642" y="519877"/>
                  <a:ext cx="1191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E20A3EC7-68F8-AA01-A6BF-96B6F2C43871}"/>
                    </a:ext>
                  </a:extLst>
                </p14:cNvPr>
                <p14:cNvContentPartPr/>
                <p14:nvPr/>
              </p14:nvContentPartPr>
              <p14:xfrm>
                <a:off x="8931402" y="465517"/>
                <a:ext cx="38520" cy="26424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E20A3EC7-68F8-AA01-A6BF-96B6F2C4387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913402" y="447877"/>
                  <a:ext cx="741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CA16D0E3-B4F6-3B7E-523E-C77DA8E64D38}"/>
                    </a:ext>
                  </a:extLst>
                </p14:cNvPr>
                <p14:cNvContentPartPr/>
                <p14:nvPr/>
              </p14:nvContentPartPr>
              <p14:xfrm>
                <a:off x="9104922" y="505477"/>
                <a:ext cx="83160" cy="12996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CA16D0E3-B4F6-3B7E-523E-C77DA8E64D3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087282" y="487477"/>
                  <a:ext cx="118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EEEF4B18-5847-424D-3542-1E9F03D7C1E0}"/>
                    </a:ext>
                  </a:extLst>
                </p14:cNvPr>
                <p14:cNvContentPartPr/>
                <p14:nvPr/>
              </p14:nvContentPartPr>
              <p14:xfrm>
                <a:off x="9239202" y="462997"/>
                <a:ext cx="105120" cy="28152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EEEF4B18-5847-424D-3542-1E9F03D7C1E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221562" y="444997"/>
                  <a:ext cx="140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6E430DA4-F4CE-EAA3-92B4-D81FC8A29A4E}"/>
                    </a:ext>
                  </a:extLst>
                </p14:cNvPr>
                <p14:cNvContentPartPr/>
                <p14:nvPr/>
              </p14:nvContentPartPr>
              <p14:xfrm>
                <a:off x="9716922" y="402157"/>
                <a:ext cx="104760" cy="39492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6E430DA4-F4CE-EAA3-92B4-D81FC8A29A4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699282" y="384157"/>
                  <a:ext cx="14040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A391F980-11C9-D19F-D8C9-3CD080B9ED77}"/>
                    </a:ext>
                  </a:extLst>
                </p14:cNvPr>
                <p14:cNvContentPartPr/>
                <p14:nvPr/>
              </p14:nvContentPartPr>
              <p14:xfrm>
                <a:off x="9660042" y="648037"/>
                <a:ext cx="156600" cy="5580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A391F980-11C9-D19F-D8C9-3CD080B9ED7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642402" y="630397"/>
                  <a:ext cx="1922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086B869B-C9EA-CFBF-B41E-747138084241}"/>
                    </a:ext>
                  </a:extLst>
                </p14:cNvPr>
                <p14:cNvContentPartPr/>
                <p14:nvPr/>
              </p14:nvContentPartPr>
              <p14:xfrm>
                <a:off x="9854442" y="643357"/>
                <a:ext cx="134640" cy="11196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086B869B-C9EA-CFBF-B41E-74713808424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836442" y="625717"/>
                  <a:ext cx="1702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0D7F787A-9154-7E80-1B31-3C0F2381959E}"/>
                    </a:ext>
                  </a:extLst>
                </p14:cNvPr>
                <p14:cNvContentPartPr/>
                <p14:nvPr/>
              </p14:nvContentPartPr>
              <p14:xfrm>
                <a:off x="9946602" y="642277"/>
                <a:ext cx="146880" cy="8856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0D7F787A-9154-7E80-1B31-3C0F2381959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928962" y="624637"/>
                  <a:ext cx="1825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FD2315A4-368C-9643-8FC3-78CFE51ACD42}"/>
                    </a:ext>
                  </a:extLst>
                </p14:cNvPr>
                <p14:cNvContentPartPr/>
                <p14:nvPr/>
              </p14:nvContentPartPr>
              <p14:xfrm>
                <a:off x="10052082" y="635437"/>
                <a:ext cx="114840" cy="22212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FD2315A4-368C-9643-8FC3-78CFE51ACD4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034442" y="617437"/>
                  <a:ext cx="1504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8D20719F-F595-80D2-C3C1-FB4EB82FD256}"/>
                    </a:ext>
                  </a:extLst>
                </p14:cNvPr>
                <p14:cNvContentPartPr/>
                <p14:nvPr/>
              </p14:nvContentPartPr>
              <p14:xfrm>
                <a:off x="10212282" y="385597"/>
                <a:ext cx="408960" cy="40176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8D20719F-F595-80D2-C3C1-FB4EB82FD25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194642" y="367597"/>
                  <a:ext cx="4446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5CB6E080-92DF-EEBD-8335-8BFFFA24C177}"/>
                    </a:ext>
                  </a:extLst>
                </p14:cNvPr>
                <p14:cNvContentPartPr/>
                <p14:nvPr/>
              </p14:nvContentPartPr>
              <p14:xfrm>
                <a:off x="10515042" y="598357"/>
                <a:ext cx="201240" cy="4356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5CB6E080-92DF-EEBD-8335-8BFFFA24C17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497402" y="580717"/>
                  <a:ext cx="2368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2A9948AC-4567-8ED7-4870-71D992A5C38E}"/>
                    </a:ext>
                  </a:extLst>
                </p14:cNvPr>
                <p14:cNvContentPartPr/>
                <p14:nvPr/>
              </p14:nvContentPartPr>
              <p14:xfrm>
                <a:off x="6841242" y="2570797"/>
                <a:ext cx="143640" cy="199440"/>
              </p14:xfrm>
            </p:contentPart>
          </mc:Choice>
          <mc:Fallback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2A9948AC-4567-8ED7-4870-71D992A5C38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823602" y="2553157"/>
                  <a:ext cx="1792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6C3FE66F-E8E9-B616-1371-BDD4D86E264C}"/>
                    </a:ext>
                  </a:extLst>
                </p14:cNvPr>
                <p14:cNvContentPartPr/>
                <p14:nvPr/>
              </p14:nvContentPartPr>
              <p14:xfrm>
                <a:off x="6814242" y="2633077"/>
                <a:ext cx="244800" cy="168480"/>
              </p14:xfrm>
            </p:contentPart>
          </mc:Choice>
          <mc:Fallback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6C3FE66F-E8E9-B616-1371-BDD4D86E264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796242" y="2615077"/>
                  <a:ext cx="280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DF8D6039-7457-7507-C975-F51B172F8565}"/>
                    </a:ext>
                  </a:extLst>
                </p14:cNvPr>
                <p14:cNvContentPartPr/>
                <p14:nvPr/>
              </p14:nvContentPartPr>
              <p14:xfrm>
                <a:off x="7411482" y="2535517"/>
                <a:ext cx="15120" cy="287640"/>
              </p14:xfrm>
            </p:contentPart>
          </mc:Choice>
          <mc:Fallback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DF8D6039-7457-7507-C975-F51B172F856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393842" y="2517517"/>
                  <a:ext cx="507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86CCFE71-A381-20EB-83C4-B88D4003B694}"/>
                    </a:ext>
                  </a:extLst>
                </p14:cNvPr>
                <p14:cNvContentPartPr/>
                <p14:nvPr/>
              </p14:nvContentPartPr>
              <p14:xfrm>
                <a:off x="7593282" y="2519317"/>
                <a:ext cx="101160" cy="342720"/>
              </p14:xfrm>
            </p:contentPart>
          </mc:Choice>
          <mc:Fallback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86CCFE71-A381-20EB-83C4-B88D4003B69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575282" y="2501317"/>
                  <a:ext cx="13680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DC397E88-1016-958F-B968-092B921CB2F7}"/>
                    </a:ext>
                  </a:extLst>
                </p14:cNvPr>
                <p14:cNvContentPartPr/>
                <p14:nvPr/>
              </p14:nvContentPartPr>
              <p14:xfrm>
                <a:off x="7787682" y="2572957"/>
                <a:ext cx="147960" cy="208800"/>
              </p14:xfrm>
            </p:contentPart>
          </mc:Choice>
          <mc:Fallback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DC397E88-1016-958F-B968-092B921CB2F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769682" y="2555317"/>
                  <a:ext cx="1836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3C8E69EC-68BB-134B-E253-22DD8EEC91CF}"/>
                    </a:ext>
                  </a:extLst>
                </p14:cNvPr>
                <p14:cNvContentPartPr/>
                <p14:nvPr/>
              </p14:nvContentPartPr>
              <p14:xfrm>
                <a:off x="7776522" y="2621917"/>
                <a:ext cx="171360" cy="185760"/>
              </p14:xfrm>
            </p:contentPart>
          </mc:Choice>
          <mc:Fallback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3C8E69EC-68BB-134B-E253-22DD8EEC91C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758522" y="2604277"/>
                  <a:ext cx="207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8620D88E-E3D9-AA64-5213-CFCB10B048D7}"/>
                    </a:ext>
                  </a:extLst>
                </p14:cNvPr>
                <p14:cNvContentPartPr/>
                <p14:nvPr/>
              </p14:nvContentPartPr>
              <p14:xfrm>
                <a:off x="7996122" y="2556757"/>
                <a:ext cx="20880" cy="264600"/>
              </p14:xfrm>
            </p:contentPart>
          </mc:Choice>
          <mc:Fallback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8620D88E-E3D9-AA64-5213-CFCB10B048D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978122" y="2539117"/>
                  <a:ext cx="565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080B4EF7-D22E-79E0-6747-B8B2C9AB85A3}"/>
                    </a:ext>
                  </a:extLst>
                </p14:cNvPr>
                <p14:cNvContentPartPr/>
                <p14:nvPr/>
              </p14:nvContentPartPr>
              <p14:xfrm>
                <a:off x="8122842" y="2540197"/>
                <a:ext cx="83160" cy="280800"/>
              </p14:xfrm>
            </p:contentPart>
          </mc:Choice>
          <mc:Fallback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080B4EF7-D22E-79E0-6747-B8B2C9AB85A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104842" y="2522197"/>
                  <a:ext cx="1188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5FE2C505-D7C4-EA9F-9660-7518A6E8CDB2}"/>
                    </a:ext>
                  </a:extLst>
                </p14:cNvPr>
                <p14:cNvContentPartPr/>
                <p14:nvPr/>
              </p14:nvContentPartPr>
              <p14:xfrm>
                <a:off x="8484642" y="2538757"/>
                <a:ext cx="8640" cy="141840"/>
              </p14:xfrm>
            </p:contentPart>
          </mc:Choice>
          <mc:Fallback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5FE2C505-D7C4-EA9F-9660-7518A6E8CDB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467002" y="2521117"/>
                  <a:ext cx="44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54E55B6C-B62E-6165-162C-6306BBB7D385}"/>
                    </a:ext>
                  </a:extLst>
                </p14:cNvPr>
                <p14:cNvContentPartPr/>
                <p14:nvPr/>
              </p14:nvContentPartPr>
              <p14:xfrm>
                <a:off x="8533242" y="2540557"/>
                <a:ext cx="153720" cy="201960"/>
              </p14:xfrm>
            </p:contentPart>
          </mc:Choice>
          <mc:Fallback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54E55B6C-B62E-6165-162C-6306BBB7D38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515602" y="2522917"/>
                  <a:ext cx="1893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BE50C3D0-AF4B-48DA-2E99-16860FF0F871}"/>
                    </a:ext>
                  </a:extLst>
                </p14:cNvPr>
                <p14:cNvContentPartPr/>
                <p14:nvPr/>
              </p14:nvContentPartPr>
              <p14:xfrm>
                <a:off x="8597322" y="2734237"/>
                <a:ext cx="189000" cy="87120"/>
              </p14:xfrm>
            </p:contentPart>
          </mc:Choice>
          <mc:Fallback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BE50C3D0-AF4B-48DA-2E99-16860FF0F87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579682" y="2716237"/>
                  <a:ext cx="2246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F5FFCBDE-F2FC-E452-AAD7-D41E271780C8}"/>
                    </a:ext>
                  </a:extLst>
                </p14:cNvPr>
                <p14:cNvContentPartPr/>
                <p14:nvPr/>
              </p14:nvContentPartPr>
              <p14:xfrm>
                <a:off x="8493282" y="3520837"/>
                <a:ext cx="53280" cy="200160"/>
              </p14:xfrm>
            </p:contentPart>
          </mc:Choice>
          <mc:Fallback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F5FFCBDE-F2FC-E452-AAD7-D41E271780C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475282" y="3502837"/>
                  <a:ext cx="889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035E7807-AF7D-5984-B019-E30021A46C6B}"/>
                    </a:ext>
                  </a:extLst>
                </p14:cNvPr>
                <p14:cNvContentPartPr/>
                <p14:nvPr/>
              </p14:nvContentPartPr>
              <p14:xfrm>
                <a:off x="8628642" y="3567997"/>
                <a:ext cx="102600" cy="125280"/>
              </p14:xfrm>
            </p:contentPart>
          </mc:Choice>
          <mc:Fallback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035E7807-AF7D-5984-B019-E30021A46C6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610642" y="3550357"/>
                  <a:ext cx="1382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6D342A5A-681D-8DAC-4975-D9FF31FDCC62}"/>
                    </a:ext>
                  </a:extLst>
                </p14:cNvPr>
                <p14:cNvContentPartPr/>
                <p14:nvPr/>
              </p14:nvContentPartPr>
              <p14:xfrm>
                <a:off x="8792802" y="3584197"/>
                <a:ext cx="101160" cy="113400"/>
              </p14:xfrm>
            </p:contentPart>
          </mc:Choice>
          <mc:Fallback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6D342A5A-681D-8DAC-4975-D9FF31FDCC6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775162" y="3566557"/>
                  <a:ext cx="1368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0FAF6DB2-6811-6ED1-D49A-D20EA9B00434}"/>
                    </a:ext>
                  </a:extLst>
                </p14:cNvPr>
                <p14:cNvContentPartPr/>
                <p14:nvPr/>
              </p14:nvContentPartPr>
              <p14:xfrm>
                <a:off x="8958402" y="3585997"/>
                <a:ext cx="101520" cy="110160"/>
              </p14:xfrm>
            </p:contentPart>
          </mc:Choice>
          <mc:Fallback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0FAF6DB2-6811-6ED1-D49A-D20EA9B0043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940762" y="3568357"/>
                  <a:ext cx="1371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AE5F35DF-A641-A82D-DD83-9CAF29D811AF}"/>
                    </a:ext>
                  </a:extLst>
                </p14:cNvPr>
                <p14:cNvContentPartPr/>
                <p14:nvPr/>
              </p14:nvContentPartPr>
              <p14:xfrm>
                <a:off x="9099522" y="3554317"/>
                <a:ext cx="146880" cy="124920"/>
              </p14:xfrm>
            </p:contentPart>
          </mc:Choice>
          <mc:Fallback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AE5F35DF-A641-A82D-DD83-9CAF29D811A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081882" y="3536677"/>
                  <a:ext cx="1825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15" name="잉크 114">
                  <a:extLst>
                    <a:ext uri="{FF2B5EF4-FFF2-40B4-BE49-F238E27FC236}">
                      <a16:creationId xmlns:a16="http://schemas.microsoft.com/office/drawing/2014/main" id="{066EDD26-5BC1-11B9-DC75-617571A5E09C}"/>
                    </a:ext>
                  </a:extLst>
                </p14:cNvPr>
                <p14:cNvContentPartPr/>
                <p14:nvPr/>
              </p14:nvContentPartPr>
              <p14:xfrm>
                <a:off x="9864882" y="3520477"/>
                <a:ext cx="138960" cy="15480"/>
              </p14:xfrm>
            </p:contentPart>
          </mc:Choice>
          <mc:Fallback>
            <p:pic>
              <p:nvPicPr>
                <p:cNvPr id="115" name="잉크 114">
                  <a:extLst>
                    <a:ext uri="{FF2B5EF4-FFF2-40B4-BE49-F238E27FC236}">
                      <a16:creationId xmlns:a16="http://schemas.microsoft.com/office/drawing/2014/main" id="{066EDD26-5BC1-11B9-DC75-617571A5E09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847242" y="3502477"/>
                  <a:ext cx="1746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16" name="잉크 115">
                  <a:extLst>
                    <a:ext uri="{FF2B5EF4-FFF2-40B4-BE49-F238E27FC236}">
                      <a16:creationId xmlns:a16="http://schemas.microsoft.com/office/drawing/2014/main" id="{97669986-4D26-0336-F1CF-01128925445C}"/>
                    </a:ext>
                  </a:extLst>
                </p14:cNvPr>
                <p14:cNvContentPartPr/>
                <p14:nvPr/>
              </p14:nvContentPartPr>
              <p14:xfrm>
                <a:off x="9926082" y="3448477"/>
                <a:ext cx="23400" cy="237600"/>
              </p14:xfrm>
            </p:contentPart>
          </mc:Choice>
          <mc:Fallback>
            <p:pic>
              <p:nvPicPr>
                <p:cNvPr id="116" name="잉크 115">
                  <a:extLst>
                    <a:ext uri="{FF2B5EF4-FFF2-40B4-BE49-F238E27FC236}">
                      <a16:creationId xmlns:a16="http://schemas.microsoft.com/office/drawing/2014/main" id="{97669986-4D26-0336-F1CF-01128925445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908082" y="3430477"/>
                  <a:ext cx="590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17" name="잉크 116">
                  <a:extLst>
                    <a:ext uri="{FF2B5EF4-FFF2-40B4-BE49-F238E27FC236}">
                      <a16:creationId xmlns:a16="http://schemas.microsoft.com/office/drawing/2014/main" id="{44769646-78A5-EB69-C410-18569E969300}"/>
                    </a:ext>
                  </a:extLst>
                </p14:cNvPr>
                <p14:cNvContentPartPr/>
                <p14:nvPr/>
              </p14:nvContentPartPr>
              <p14:xfrm>
                <a:off x="9988362" y="3559357"/>
                <a:ext cx="127440" cy="139320"/>
              </p14:xfrm>
            </p:contentPart>
          </mc:Choice>
          <mc:Fallback>
            <p:pic>
              <p:nvPicPr>
                <p:cNvPr id="117" name="잉크 116">
                  <a:extLst>
                    <a:ext uri="{FF2B5EF4-FFF2-40B4-BE49-F238E27FC236}">
                      <a16:creationId xmlns:a16="http://schemas.microsoft.com/office/drawing/2014/main" id="{44769646-78A5-EB69-C410-18569E96930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970722" y="3541357"/>
                  <a:ext cx="163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18" name="잉크 117">
                  <a:extLst>
                    <a:ext uri="{FF2B5EF4-FFF2-40B4-BE49-F238E27FC236}">
                      <a16:creationId xmlns:a16="http://schemas.microsoft.com/office/drawing/2014/main" id="{401A3521-9E87-2396-370D-81DF57871CB5}"/>
                    </a:ext>
                  </a:extLst>
                </p14:cNvPr>
                <p14:cNvContentPartPr/>
                <p14:nvPr/>
              </p14:nvContentPartPr>
              <p14:xfrm>
                <a:off x="10133442" y="3566557"/>
                <a:ext cx="111960" cy="129600"/>
              </p14:xfrm>
            </p:contentPart>
          </mc:Choice>
          <mc:Fallback>
            <p:pic>
              <p:nvPicPr>
                <p:cNvPr id="118" name="잉크 117">
                  <a:extLst>
                    <a:ext uri="{FF2B5EF4-FFF2-40B4-BE49-F238E27FC236}">
                      <a16:creationId xmlns:a16="http://schemas.microsoft.com/office/drawing/2014/main" id="{401A3521-9E87-2396-370D-81DF57871CB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115442" y="3548917"/>
                  <a:ext cx="1476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19" name="잉크 118">
                  <a:extLst>
                    <a:ext uri="{FF2B5EF4-FFF2-40B4-BE49-F238E27FC236}">
                      <a16:creationId xmlns:a16="http://schemas.microsoft.com/office/drawing/2014/main" id="{F19E53A3-0FC4-415B-7AE7-9CA6D9D6FA34}"/>
                    </a:ext>
                  </a:extLst>
                </p14:cNvPr>
                <p14:cNvContentPartPr/>
                <p14:nvPr/>
              </p14:nvContentPartPr>
              <p14:xfrm>
                <a:off x="10143162" y="3576997"/>
                <a:ext cx="107640" cy="85320"/>
              </p14:xfrm>
            </p:contentPart>
          </mc:Choice>
          <mc:Fallback>
            <p:pic>
              <p:nvPicPr>
                <p:cNvPr id="119" name="잉크 118">
                  <a:extLst>
                    <a:ext uri="{FF2B5EF4-FFF2-40B4-BE49-F238E27FC236}">
                      <a16:creationId xmlns:a16="http://schemas.microsoft.com/office/drawing/2014/main" id="{F19E53A3-0FC4-415B-7AE7-9CA6D9D6FA3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125522" y="3558997"/>
                  <a:ext cx="143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20" name="잉크 119">
                  <a:extLst>
                    <a:ext uri="{FF2B5EF4-FFF2-40B4-BE49-F238E27FC236}">
                      <a16:creationId xmlns:a16="http://schemas.microsoft.com/office/drawing/2014/main" id="{75E1324E-83F2-9099-A7C9-2566A9A4B187}"/>
                    </a:ext>
                  </a:extLst>
                </p14:cNvPr>
                <p14:cNvContentPartPr/>
                <p14:nvPr/>
              </p14:nvContentPartPr>
              <p14:xfrm>
                <a:off x="10208322" y="3551437"/>
                <a:ext cx="179280" cy="29880"/>
              </p14:xfrm>
            </p:contentPart>
          </mc:Choice>
          <mc:Fallback>
            <p:pic>
              <p:nvPicPr>
                <p:cNvPr id="120" name="잉크 119">
                  <a:extLst>
                    <a:ext uri="{FF2B5EF4-FFF2-40B4-BE49-F238E27FC236}">
                      <a16:creationId xmlns:a16="http://schemas.microsoft.com/office/drawing/2014/main" id="{75E1324E-83F2-9099-A7C9-2566A9A4B18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190682" y="3533797"/>
                  <a:ext cx="2149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21" name="잉크 120">
                  <a:extLst>
                    <a:ext uri="{FF2B5EF4-FFF2-40B4-BE49-F238E27FC236}">
                      <a16:creationId xmlns:a16="http://schemas.microsoft.com/office/drawing/2014/main" id="{8E3EB982-19C7-2959-94ED-B66F041A468C}"/>
                    </a:ext>
                  </a:extLst>
                </p14:cNvPr>
                <p14:cNvContentPartPr/>
                <p14:nvPr/>
              </p14:nvContentPartPr>
              <p14:xfrm>
                <a:off x="10270962" y="3457837"/>
                <a:ext cx="77760" cy="209880"/>
              </p14:xfrm>
            </p:contentPart>
          </mc:Choice>
          <mc:Fallback>
            <p:pic>
              <p:nvPicPr>
                <p:cNvPr id="121" name="잉크 120">
                  <a:extLst>
                    <a:ext uri="{FF2B5EF4-FFF2-40B4-BE49-F238E27FC236}">
                      <a16:creationId xmlns:a16="http://schemas.microsoft.com/office/drawing/2014/main" id="{8E3EB982-19C7-2959-94ED-B66F041A468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252962" y="3439837"/>
                  <a:ext cx="1134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22" name="잉크 121">
                  <a:extLst>
                    <a:ext uri="{FF2B5EF4-FFF2-40B4-BE49-F238E27FC236}">
                      <a16:creationId xmlns:a16="http://schemas.microsoft.com/office/drawing/2014/main" id="{E775A1B4-0D7C-96F7-EBB6-322FC7F2BF1A}"/>
                    </a:ext>
                  </a:extLst>
                </p14:cNvPr>
                <p14:cNvContentPartPr/>
                <p14:nvPr/>
              </p14:nvContentPartPr>
              <p14:xfrm>
                <a:off x="10369962" y="3543517"/>
                <a:ext cx="198360" cy="110160"/>
              </p14:xfrm>
            </p:contentPart>
          </mc:Choice>
          <mc:Fallback>
            <p:pic>
              <p:nvPicPr>
                <p:cNvPr id="122" name="잉크 121">
                  <a:extLst>
                    <a:ext uri="{FF2B5EF4-FFF2-40B4-BE49-F238E27FC236}">
                      <a16:creationId xmlns:a16="http://schemas.microsoft.com/office/drawing/2014/main" id="{E775A1B4-0D7C-96F7-EBB6-322FC7F2BF1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351962" y="3525517"/>
                  <a:ext cx="2340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23" name="잉크 122">
                  <a:extLst>
                    <a:ext uri="{FF2B5EF4-FFF2-40B4-BE49-F238E27FC236}">
                      <a16:creationId xmlns:a16="http://schemas.microsoft.com/office/drawing/2014/main" id="{CDB835CC-5BD1-9670-1BF2-645BFE21FAA1}"/>
                    </a:ext>
                  </a:extLst>
                </p14:cNvPr>
                <p14:cNvContentPartPr/>
                <p14:nvPr/>
              </p14:nvContentPartPr>
              <p14:xfrm>
                <a:off x="10581642" y="3527677"/>
                <a:ext cx="231120" cy="111240"/>
              </p14:xfrm>
            </p:contentPart>
          </mc:Choice>
          <mc:Fallback>
            <p:pic>
              <p:nvPicPr>
                <p:cNvPr id="123" name="잉크 122">
                  <a:extLst>
                    <a:ext uri="{FF2B5EF4-FFF2-40B4-BE49-F238E27FC236}">
                      <a16:creationId xmlns:a16="http://schemas.microsoft.com/office/drawing/2014/main" id="{CDB835CC-5BD1-9670-1BF2-645BFE21FAA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563642" y="3510037"/>
                  <a:ext cx="2667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24" name="잉크 123">
                  <a:extLst>
                    <a:ext uri="{FF2B5EF4-FFF2-40B4-BE49-F238E27FC236}">
                      <a16:creationId xmlns:a16="http://schemas.microsoft.com/office/drawing/2014/main" id="{29B81AE4-5826-5B35-6871-8703C1FDC425}"/>
                    </a:ext>
                  </a:extLst>
                </p14:cNvPr>
                <p14:cNvContentPartPr/>
                <p14:nvPr/>
              </p14:nvContentPartPr>
              <p14:xfrm>
                <a:off x="10440522" y="3833317"/>
                <a:ext cx="100440" cy="177120"/>
              </p14:xfrm>
            </p:contentPart>
          </mc:Choice>
          <mc:Fallback>
            <p:pic>
              <p:nvPicPr>
                <p:cNvPr id="124" name="잉크 123">
                  <a:extLst>
                    <a:ext uri="{FF2B5EF4-FFF2-40B4-BE49-F238E27FC236}">
                      <a16:creationId xmlns:a16="http://schemas.microsoft.com/office/drawing/2014/main" id="{29B81AE4-5826-5B35-6871-8703C1FDC42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422522" y="3815677"/>
                  <a:ext cx="1360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25" name="잉크 124">
                  <a:extLst>
                    <a:ext uri="{FF2B5EF4-FFF2-40B4-BE49-F238E27FC236}">
                      <a16:creationId xmlns:a16="http://schemas.microsoft.com/office/drawing/2014/main" id="{142F6467-8F1A-393E-FA5D-4224DDFB2F5A}"/>
                    </a:ext>
                  </a:extLst>
                </p14:cNvPr>
                <p14:cNvContentPartPr/>
                <p14:nvPr/>
              </p14:nvContentPartPr>
              <p14:xfrm>
                <a:off x="10560042" y="3881557"/>
                <a:ext cx="292320" cy="137160"/>
              </p14:xfrm>
            </p:contentPart>
          </mc:Choice>
          <mc:Fallback>
            <p:pic>
              <p:nvPicPr>
                <p:cNvPr id="125" name="잉크 124">
                  <a:extLst>
                    <a:ext uri="{FF2B5EF4-FFF2-40B4-BE49-F238E27FC236}">
                      <a16:creationId xmlns:a16="http://schemas.microsoft.com/office/drawing/2014/main" id="{142F6467-8F1A-393E-FA5D-4224DDFB2F5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542402" y="3863557"/>
                  <a:ext cx="327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26" name="잉크 125">
                  <a:extLst>
                    <a:ext uri="{FF2B5EF4-FFF2-40B4-BE49-F238E27FC236}">
                      <a16:creationId xmlns:a16="http://schemas.microsoft.com/office/drawing/2014/main" id="{BE036B49-1CDF-BEB6-DAE3-AC9C0228ED38}"/>
                    </a:ext>
                  </a:extLst>
                </p14:cNvPr>
                <p14:cNvContentPartPr/>
                <p14:nvPr/>
              </p14:nvContentPartPr>
              <p14:xfrm>
                <a:off x="10870722" y="3717397"/>
                <a:ext cx="38160" cy="286200"/>
              </p14:xfrm>
            </p:contentPart>
          </mc:Choice>
          <mc:Fallback>
            <p:pic>
              <p:nvPicPr>
                <p:cNvPr id="126" name="잉크 125">
                  <a:extLst>
                    <a:ext uri="{FF2B5EF4-FFF2-40B4-BE49-F238E27FC236}">
                      <a16:creationId xmlns:a16="http://schemas.microsoft.com/office/drawing/2014/main" id="{BE036B49-1CDF-BEB6-DAE3-AC9C0228ED3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852722" y="3699397"/>
                  <a:ext cx="738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27" name="잉크 126">
                  <a:extLst>
                    <a:ext uri="{FF2B5EF4-FFF2-40B4-BE49-F238E27FC236}">
                      <a16:creationId xmlns:a16="http://schemas.microsoft.com/office/drawing/2014/main" id="{353CBB07-D177-4B44-3E90-6DFF2A1333E0}"/>
                    </a:ext>
                  </a:extLst>
                </p14:cNvPr>
                <p14:cNvContentPartPr/>
                <p14:nvPr/>
              </p14:nvContentPartPr>
              <p14:xfrm>
                <a:off x="10920762" y="3866797"/>
                <a:ext cx="47880" cy="35640"/>
              </p14:xfrm>
            </p:contentPart>
          </mc:Choice>
          <mc:Fallback>
            <p:pic>
              <p:nvPicPr>
                <p:cNvPr id="127" name="잉크 126">
                  <a:extLst>
                    <a:ext uri="{FF2B5EF4-FFF2-40B4-BE49-F238E27FC236}">
                      <a16:creationId xmlns:a16="http://schemas.microsoft.com/office/drawing/2014/main" id="{353CBB07-D177-4B44-3E90-6DFF2A1333E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903122" y="3849157"/>
                  <a:ext cx="835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28" name="잉크 127">
                  <a:extLst>
                    <a:ext uri="{FF2B5EF4-FFF2-40B4-BE49-F238E27FC236}">
                      <a16:creationId xmlns:a16="http://schemas.microsoft.com/office/drawing/2014/main" id="{91A15657-466D-A051-4048-B3C3D17040E7}"/>
                    </a:ext>
                  </a:extLst>
                </p14:cNvPr>
                <p14:cNvContentPartPr/>
                <p14:nvPr/>
              </p14:nvContentPartPr>
              <p14:xfrm>
                <a:off x="10979082" y="3920077"/>
                <a:ext cx="261000" cy="232560"/>
              </p14:xfrm>
            </p:contentPart>
          </mc:Choice>
          <mc:Fallback>
            <p:pic>
              <p:nvPicPr>
                <p:cNvPr id="128" name="잉크 127">
                  <a:extLst>
                    <a:ext uri="{FF2B5EF4-FFF2-40B4-BE49-F238E27FC236}">
                      <a16:creationId xmlns:a16="http://schemas.microsoft.com/office/drawing/2014/main" id="{91A15657-466D-A051-4048-B3C3D17040E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961442" y="3902437"/>
                  <a:ext cx="2966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30" name="잉크 129">
                  <a:extLst>
                    <a:ext uri="{FF2B5EF4-FFF2-40B4-BE49-F238E27FC236}">
                      <a16:creationId xmlns:a16="http://schemas.microsoft.com/office/drawing/2014/main" id="{07BC37E5-1EF0-A736-5B08-211EC69ED5DA}"/>
                    </a:ext>
                  </a:extLst>
                </p14:cNvPr>
                <p14:cNvContentPartPr/>
                <p14:nvPr/>
              </p14:nvContentPartPr>
              <p14:xfrm>
                <a:off x="1645002" y="3887317"/>
                <a:ext cx="69480" cy="2548440"/>
              </p14:xfrm>
            </p:contentPart>
          </mc:Choice>
          <mc:Fallback>
            <p:pic>
              <p:nvPicPr>
                <p:cNvPr id="130" name="잉크 129">
                  <a:extLst>
                    <a:ext uri="{FF2B5EF4-FFF2-40B4-BE49-F238E27FC236}">
                      <a16:creationId xmlns:a16="http://schemas.microsoft.com/office/drawing/2014/main" id="{07BC37E5-1EF0-A736-5B08-211EC69ED5D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627002" y="3869317"/>
                  <a:ext cx="105120" cy="258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31" name="잉크 130">
                  <a:extLst>
                    <a:ext uri="{FF2B5EF4-FFF2-40B4-BE49-F238E27FC236}">
                      <a16:creationId xmlns:a16="http://schemas.microsoft.com/office/drawing/2014/main" id="{B91ECD16-7BE4-8110-01E2-A19E28C87479}"/>
                    </a:ext>
                  </a:extLst>
                </p14:cNvPr>
                <p14:cNvContentPartPr/>
                <p14:nvPr/>
              </p14:nvContentPartPr>
              <p14:xfrm>
                <a:off x="1671642" y="4017277"/>
                <a:ext cx="2935080" cy="2123640"/>
              </p14:xfrm>
            </p:contentPart>
          </mc:Choice>
          <mc:Fallback>
            <p:pic>
              <p:nvPicPr>
                <p:cNvPr id="131" name="잉크 130">
                  <a:extLst>
                    <a:ext uri="{FF2B5EF4-FFF2-40B4-BE49-F238E27FC236}">
                      <a16:creationId xmlns:a16="http://schemas.microsoft.com/office/drawing/2014/main" id="{B91ECD16-7BE4-8110-01E2-A19E28C8747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653642" y="3999637"/>
                  <a:ext cx="2970720" cy="21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32" name="잉크 131">
                  <a:extLst>
                    <a:ext uri="{FF2B5EF4-FFF2-40B4-BE49-F238E27FC236}">
                      <a16:creationId xmlns:a16="http://schemas.microsoft.com/office/drawing/2014/main" id="{39B307F7-82E9-E2BA-FDC3-3BC2BA494CF4}"/>
                    </a:ext>
                  </a:extLst>
                </p14:cNvPr>
                <p14:cNvContentPartPr/>
                <p14:nvPr/>
              </p14:nvContentPartPr>
              <p14:xfrm>
                <a:off x="1992762" y="6118597"/>
                <a:ext cx="2610720" cy="203400"/>
              </p14:xfrm>
            </p:contentPart>
          </mc:Choice>
          <mc:Fallback>
            <p:pic>
              <p:nvPicPr>
                <p:cNvPr id="132" name="잉크 131">
                  <a:extLst>
                    <a:ext uri="{FF2B5EF4-FFF2-40B4-BE49-F238E27FC236}">
                      <a16:creationId xmlns:a16="http://schemas.microsoft.com/office/drawing/2014/main" id="{39B307F7-82E9-E2BA-FDC3-3BC2BA494CF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975122" y="6100957"/>
                  <a:ext cx="2646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34" name="잉크 133">
                  <a:extLst>
                    <a:ext uri="{FF2B5EF4-FFF2-40B4-BE49-F238E27FC236}">
                      <a16:creationId xmlns:a16="http://schemas.microsoft.com/office/drawing/2014/main" id="{EA722456-B34D-D0B1-BB5F-561A73212F59}"/>
                    </a:ext>
                  </a:extLst>
                </p14:cNvPr>
                <p14:cNvContentPartPr/>
                <p14:nvPr/>
              </p14:nvContentPartPr>
              <p14:xfrm>
                <a:off x="2122362" y="4452157"/>
                <a:ext cx="38160" cy="33120"/>
              </p14:xfrm>
            </p:contentPart>
          </mc:Choice>
          <mc:Fallback>
            <p:pic>
              <p:nvPicPr>
                <p:cNvPr id="134" name="잉크 133">
                  <a:extLst>
                    <a:ext uri="{FF2B5EF4-FFF2-40B4-BE49-F238E27FC236}">
                      <a16:creationId xmlns:a16="http://schemas.microsoft.com/office/drawing/2014/main" id="{EA722456-B34D-D0B1-BB5F-561A73212F5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104722" y="4434157"/>
                  <a:ext cx="738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36" name="잉크 135">
                  <a:extLst>
                    <a:ext uri="{FF2B5EF4-FFF2-40B4-BE49-F238E27FC236}">
                      <a16:creationId xmlns:a16="http://schemas.microsoft.com/office/drawing/2014/main" id="{2BC4A4F6-BB93-FD05-96E0-A7C689F537B3}"/>
                    </a:ext>
                  </a:extLst>
                </p14:cNvPr>
                <p14:cNvContentPartPr/>
                <p14:nvPr/>
              </p14:nvContentPartPr>
              <p14:xfrm>
                <a:off x="1740042" y="4454317"/>
                <a:ext cx="857880" cy="39600"/>
              </p14:xfrm>
            </p:contentPart>
          </mc:Choice>
          <mc:Fallback>
            <p:pic>
              <p:nvPicPr>
                <p:cNvPr id="136" name="잉크 135">
                  <a:extLst>
                    <a:ext uri="{FF2B5EF4-FFF2-40B4-BE49-F238E27FC236}">
                      <a16:creationId xmlns:a16="http://schemas.microsoft.com/office/drawing/2014/main" id="{2BC4A4F6-BB93-FD05-96E0-A7C689F537B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722042" y="4436677"/>
                  <a:ext cx="8935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38" name="잉크 137">
                  <a:extLst>
                    <a:ext uri="{FF2B5EF4-FFF2-40B4-BE49-F238E27FC236}">
                      <a16:creationId xmlns:a16="http://schemas.microsoft.com/office/drawing/2014/main" id="{AF8D2D65-8876-C610-C967-F3F4235562C2}"/>
                    </a:ext>
                  </a:extLst>
                </p14:cNvPr>
                <p14:cNvContentPartPr/>
                <p14:nvPr/>
              </p14:nvContentPartPr>
              <p14:xfrm>
                <a:off x="2578482" y="4412917"/>
                <a:ext cx="16560" cy="104400"/>
              </p14:xfrm>
            </p:contentPart>
          </mc:Choice>
          <mc:Fallback>
            <p:pic>
              <p:nvPicPr>
                <p:cNvPr id="138" name="잉크 137">
                  <a:extLst>
                    <a:ext uri="{FF2B5EF4-FFF2-40B4-BE49-F238E27FC236}">
                      <a16:creationId xmlns:a16="http://schemas.microsoft.com/office/drawing/2014/main" id="{AF8D2D65-8876-C610-C967-F3F4235562C2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560842" y="4394917"/>
                  <a:ext cx="522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39" name="잉크 138">
                  <a:extLst>
                    <a:ext uri="{FF2B5EF4-FFF2-40B4-BE49-F238E27FC236}">
                      <a16:creationId xmlns:a16="http://schemas.microsoft.com/office/drawing/2014/main" id="{92A0711B-5EC2-2100-DA8F-8975F22A3B8A}"/>
                    </a:ext>
                  </a:extLst>
                </p14:cNvPr>
                <p14:cNvContentPartPr/>
                <p14:nvPr/>
              </p14:nvContentPartPr>
              <p14:xfrm>
                <a:off x="2357442" y="4413277"/>
                <a:ext cx="21960" cy="151200"/>
              </p14:xfrm>
            </p:contentPart>
          </mc:Choice>
          <mc:Fallback>
            <p:pic>
              <p:nvPicPr>
                <p:cNvPr id="139" name="잉크 138">
                  <a:extLst>
                    <a:ext uri="{FF2B5EF4-FFF2-40B4-BE49-F238E27FC236}">
                      <a16:creationId xmlns:a16="http://schemas.microsoft.com/office/drawing/2014/main" id="{92A0711B-5EC2-2100-DA8F-8975F22A3B8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339442" y="4395637"/>
                  <a:ext cx="576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40" name="잉크 139">
                  <a:extLst>
                    <a:ext uri="{FF2B5EF4-FFF2-40B4-BE49-F238E27FC236}">
                      <a16:creationId xmlns:a16="http://schemas.microsoft.com/office/drawing/2014/main" id="{C5997C8C-E546-1E01-FF7F-411943060518}"/>
                    </a:ext>
                  </a:extLst>
                </p14:cNvPr>
                <p14:cNvContentPartPr/>
                <p14:nvPr/>
              </p14:nvContentPartPr>
              <p14:xfrm>
                <a:off x="2352042" y="4469437"/>
                <a:ext cx="21960" cy="46080"/>
              </p14:xfrm>
            </p:contentPart>
          </mc:Choice>
          <mc:Fallback>
            <p:pic>
              <p:nvPicPr>
                <p:cNvPr id="140" name="잉크 139">
                  <a:extLst>
                    <a:ext uri="{FF2B5EF4-FFF2-40B4-BE49-F238E27FC236}">
                      <a16:creationId xmlns:a16="http://schemas.microsoft.com/office/drawing/2014/main" id="{C5997C8C-E546-1E01-FF7F-41194306051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334042" y="4451797"/>
                  <a:ext cx="57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41" name="잉크 140">
                  <a:extLst>
                    <a:ext uri="{FF2B5EF4-FFF2-40B4-BE49-F238E27FC236}">
                      <a16:creationId xmlns:a16="http://schemas.microsoft.com/office/drawing/2014/main" id="{03EBE7DF-EC07-9335-8440-242A709AF7D0}"/>
                    </a:ext>
                  </a:extLst>
                </p14:cNvPr>
                <p14:cNvContentPartPr/>
                <p14:nvPr/>
              </p14:nvContentPartPr>
              <p14:xfrm>
                <a:off x="2278602" y="4431997"/>
                <a:ext cx="3240" cy="103320"/>
              </p14:xfrm>
            </p:contentPart>
          </mc:Choice>
          <mc:Fallback>
            <p:pic>
              <p:nvPicPr>
                <p:cNvPr id="141" name="잉크 140">
                  <a:extLst>
                    <a:ext uri="{FF2B5EF4-FFF2-40B4-BE49-F238E27FC236}">
                      <a16:creationId xmlns:a16="http://schemas.microsoft.com/office/drawing/2014/main" id="{03EBE7DF-EC07-9335-8440-242A709AF7D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260962" y="4413997"/>
                  <a:ext cx="388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42" name="잉크 141">
                  <a:extLst>
                    <a:ext uri="{FF2B5EF4-FFF2-40B4-BE49-F238E27FC236}">
                      <a16:creationId xmlns:a16="http://schemas.microsoft.com/office/drawing/2014/main" id="{C9994029-98BA-13B5-0221-2DE5F826A5B6}"/>
                    </a:ext>
                  </a:extLst>
                </p14:cNvPr>
                <p14:cNvContentPartPr/>
                <p14:nvPr/>
              </p14:nvContentPartPr>
              <p14:xfrm>
                <a:off x="2230002" y="4438117"/>
                <a:ext cx="19440" cy="87120"/>
              </p14:xfrm>
            </p:contentPart>
          </mc:Choice>
          <mc:Fallback>
            <p:pic>
              <p:nvPicPr>
                <p:cNvPr id="142" name="잉크 141">
                  <a:extLst>
                    <a:ext uri="{FF2B5EF4-FFF2-40B4-BE49-F238E27FC236}">
                      <a16:creationId xmlns:a16="http://schemas.microsoft.com/office/drawing/2014/main" id="{C9994029-98BA-13B5-0221-2DE5F826A5B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212002" y="4420477"/>
                  <a:ext cx="550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43" name="잉크 142">
                  <a:extLst>
                    <a:ext uri="{FF2B5EF4-FFF2-40B4-BE49-F238E27FC236}">
                      <a16:creationId xmlns:a16="http://schemas.microsoft.com/office/drawing/2014/main" id="{6B94FB27-5AA5-128C-339E-145D8191BA8C}"/>
                    </a:ext>
                  </a:extLst>
                </p14:cNvPr>
                <p14:cNvContentPartPr/>
                <p14:nvPr/>
              </p14:nvContentPartPr>
              <p14:xfrm>
                <a:off x="2072322" y="4491397"/>
                <a:ext cx="9360" cy="65160"/>
              </p14:xfrm>
            </p:contentPart>
          </mc:Choice>
          <mc:Fallback>
            <p:pic>
              <p:nvPicPr>
                <p:cNvPr id="143" name="잉크 142">
                  <a:extLst>
                    <a:ext uri="{FF2B5EF4-FFF2-40B4-BE49-F238E27FC236}">
                      <a16:creationId xmlns:a16="http://schemas.microsoft.com/office/drawing/2014/main" id="{6B94FB27-5AA5-128C-339E-145D8191BA8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054682" y="4473757"/>
                  <a:ext cx="450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44" name="잉크 143">
                  <a:extLst>
                    <a:ext uri="{FF2B5EF4-FFF2-40B4-BE49-F238E27FC236}">
                      <a16:creationId xmlns:a16="http://schemas.microsoft.com/office/drawing/2014/main" id="{B5BEBAEC-3FDD-AE37-F1BC-FC8720633025}"/>
                    </a:ext>
                  </a:extLst>
                </p14:cNvPr>
                <p14:cNvContentPartPr/>
                <p14:nvPr/>
              </p14:nvContentPartPr>
              <p14:xfrm>
                <a:off x="1963962" y="4449277"/>
                <a:ext cx="38520" cy="85680"/>
              </p14:xfrm>
            </p:contentPart>
          </mc:Choice>
          <mc:Fallback>
            <p:pic>
              <p:nvPicPr>
                <p:cNvPr id="144" name="잉크 143">
                  <a:extLst>
                    <a:ext uri="{FF2B5EF4-FFF2-40B4-BE49-F238E27FC236}">
                      <a16:creationId xmlns:a16="http://schemas.microsoft.com/office/drawing/2014/main" id="{B5BEBAEC-3FDD-AE37-F1BC-FC872063302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945962" y="4431277"/>
                  <a:ext cx="741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45" name="잉크 144">
                  <a:extLst>
                    <a:ext uri="{FF2B5EF4-FFF2-40B4-BE49-F238E27FC236}">
                      <a16:creationId xmlns:a16="http://schemas.microsoft.com/office/drawing/2014/main" id="{696E283E-F788-F38B-BCCD-01D26D849303}"/>
                    </a:ext>
                  </a:extLst>
                </p14:cNvPr>
                <p14:cNvContentPartPr/>
                <p14:nvPr/>
              </p14:nvContentPartPr>
              <p14:xfrm>
                <a:off x="1837602" y="4491397"/>
                <a:ext cx="15120" cy="13680"/>
              </p14:xfrm>
            </p:contentPart>
          </mc:Choice>
          <mc:Fallback>
            <p:pic>
              <p:nvPicPr>
                <p:cNvPr id="145" name="잉크 144">
                  <a:extLst>
                    <a:ext uri="{FF2B5EF4-FFF2-40B4-BE49-F238E27FC236}">
                      <a16:creationId xmlns:a16="http://schemas.microsoft.com/office/drawing/2014/main" id="{696E283E-F788-F38B-BCCD-01D26D84930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819962" y="4473757"/>
                  <a:ext cx="507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46" name="잉크 145">
                  <a:extLst>
                    <a:ext uri="{FF2B5EF4-FFF2-40B4-BE49-F238E27FC236}">
                      <a16:creationId xmlns:a16="http://schemas.microsoft.com/office/drawing/2014/main" id="{9CD1CB11-44C6-6F3D-8D63-ECD8539D18DB}"/>
                    </a:ext>
                  </a:extLst>
                </p14:cNvPr>
                <p14:cNvContentPartPr/>
                <p14:nvPr/>
              </p14:nvContentPartPr>
              <p14:xfrm>
                <a:off x="1782162" y="4464757"/>
                <a:ext cx="12600" cy="40320"/>
              </p14:xfrm>
            </p:contentPart>
          </mc:Choice>
          <mc:Fallback>
            <p:pic>
              <p:nvPicPr>
                <p:cNvPr id="146" name="잉크 145">
                  <a:extLst>
                    <a:ext uri="{FF2B5EF4-FFF2-40B4-BE49-F238E27FC236}">
                      <a16:creationId xmlns:a16="http://schemas.microsoft.com/office/drawing/2014/main" id="{9CD1CB11-44C6-6F3D-8D63-ECD8539D18D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764162" y="4447117"/>
                  <a:ext cx="482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48" name="잉크 147">
                  <a:extLst>
                    <a:ext uri="{FF2B5EF4-FFF2-40B4-BE49-F238E27FC236}">
                      <a16:creationId xmlns:a16="http://schemas.microsoft.com/office/drawing/2014/main" id="{F1BCF21B-A7F2-54A2-62C4-2AEA5688EE1B}"/>
                    </a:ext>
                  </a:extLst>
                </p14:cNvPr>
                <p14:cNvContentPartPr/>
                <p14:nvPr/>
              </p14:nvContentPartPr>
              <p14:xfrm>
                <a:off x="5653602" y="4171717"/>
                <a:ext cx="42840" cy="217440"/>
              </p14:xfrm>
            </p:contentPart>
          </mc:Choice>
          <mc:Fallback>
            <p:pic>
              <p:nvPicPr>
                <p:cNvPr id="148" name="잉크 147">
                  <a:extLst>
                    <a:ext uri="{FF2B5EF4-FFF2-40B4-BE49-F238E27FC236}">
                      <a16:creationId xmlns:a16="http://schemas.microsoft.com/office/drawing/2014/main" id="{F1BCF21B-A7F2-54A2-62C4-2AEA5688EE1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635602" y="4153717"/>
                  <a:ext cx="784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0937677E-6513-BD41-5E28-72ACDD18D50A}"/>
                    </a:ext>
                  </a:extLst>
                </p14:cNvPr>
                <p14:cNvContentPartPr/>
                <p14:nvPr/>
              </p14:nvContentPartPr>
              <p14:xfrm>
                <a:off x="5799042" y="4123477"/>
                <a:ext cx="97920" cy="307080"/>
              </p14:xfrm>
            </p:contentPart>
          </mc:Choice>
          <mc:Fallback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0937677E-6513-BD41-5E28-72ACDD18D50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781402" y="4105477"/>
                  <a:ext cx="1335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31BF9E71-EC0D-58D6-56E2-1E060BEAF6C8}"/>
                    </a:ext>
                  </a:extLst>
                </p14:cNvPr>
                <p14:cNvContentPartPr/>
                <p14:nvPr/>
              </p14:nvContentPartPr>
              <p14:xfrm>
                <a:off x="6485922" y="4289077"/>
                <a:ext cx="217440" cy="25200"/>
              </p14:xfrm>
            </p:contentPart>
          </mc:Choice>
          <mc:Fallback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31BF9E71-EC0D-58D6-56E2-1E060BEAF6C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467922" y="4271437"/>
                  <a:ext cx="2530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52" name="잉크 151">
                  <a:extLst>
                    <a:ext uri="{FF2B5EF4-FFF2-40B4-BE49-F238E27FC236}">
                      <a16:creationId xmlns:a16="http://schemas.microsoft.com/office/drawing/2014/main" id="{23B78978-A033-7754-F2A1-074C5EFAD2CE}"/>
                    </a:ext>
                  </a:extLst>
                </p14:cNvPr>
                <p14:cNvContentPartPr/>
                <p14:nvPr/>
              </p14:nvContentPartPr>
              <p14:xfrm>
                <a:off x="6670242" y="4211677"/>
                <a:ext cx="66600" cy="193320"/>
              </p14:xfrm>
            </p:contentPart>
          </mc:Choice>
          <mc:Fallback>
            <p:pic>
              <p:nvPicPr>
                <p:cNvPr id="152" name="잉크 151">
                  <a:extLst>
                    <a:ext uri="{FF2B5EF4-FFF2-40B4-BE49-F238E27FC236}">
                      <a16:creationId xmlns:a16="http://schemas.microsoft.com/office/drawing/2014/main" id="{23B78978-A033-7754-F2A1-074C5EFAD2C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652602" y="4194037"/>
                  <a:ext cx="1022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53" name="잉크 152">
                  <a:extLst>
                    <a:ext uri="{FF2B5EF4-FFF2-40B4-BE49-F238E27FC236}">
                      <a16:creationId xmlns:a16="http://schemas.microsoft.com/office/drawing/2014/main" id="{841266A9-1527-E30D-F155-4855FD09227A}"/>
                    </a:ext>
                  </a:extLst>
                </p14:cNvPr>
                <p14:cNvContentPartPr/>
                <p14:nvPr/>
              </p14:nvContentPartPr>
              <p14:xfrm>
                <a:off x="7309602" y="4129957"/>
                <a:ext cx="57240" cy="300600"/>
              </p14:xfrm>
            </p:contentPart>
          </mc:Choice>
          <mc:Fallback>
            <p:pic>
              <p:nvPicPr>
                <p:cNvPr id="153" name="잉크 152">
                  <a:extLst>
                    <a:ext uri="{FF2B5EF4-FFF2-40B4-BE49-F238E27FC236}">
                      <a16:creationId xmlns:a16="http://schemas.microsoft.com/office/drawing/2014/main" id="{841266A9-1527-E30D-F155-4855FD09227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291602" y="4111957"/>
                  <a:ext cx="9288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54" name="잉크 153">
                  <a:extLst>
                    <a:ext uri="{FF2B5EF4-FFF2-40B4-BE49-F238E27FC236}">
                      <a16:creationId xmlns:a16="http://schemas.microsoft.com/office/drawing/2014/main" id="{34C359D5-B00F-1823-A413-46D27D7E232A}"/>
                    </a:ext>
                  </a:extLst>
                </p14:cNvPr>
                <p14:cNvContentPartPr/>
                <p14:nvPr/>
              </p14:nvContentPartPr>
              <p14:xfrm>
                <a:off x="7750242" y="4036357"/>
                <a:ext cx="92880" cy="399960"/>
              </p14:xfrm>
            </p:contentPart>
          </mc:Choice>
          <mc:Fallback>
            <p:pic>
              <p:nvPicPr>
                <p:cNvPr id="154" name="잉크 153">
                  <a:extLst>
                    <a:ext uri="{FF2B5EF4-FFF2-40B4-BE49-F238E27FC236}">
                      <a16:creationId xmlns:a16="http://schemas.microsoft.com/office/drawing/2014/main" id="{34C359D5-B00F-1823-A413-46D27D7E232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732602" y="4018357"/>
                  <a:ext cx="12852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FB47939E-DF23-E9A7-5A0B-CDC32C815F8D}"/>
                    </a:ext>
                  </a:extLst>
                </p14:cNvPr>
                <p14:cNvContentPartPr/>
                <p14:nvPr/>
              </p14:nvContentPartPr>
              <p14:xfrm>
                <a:off x="7705962" y="4342717"/>
                <a:ext cx="202680" cy="23040"/>
              </p14:xfrm>
            </p:contentPart>
          </mc:Choice>
          <mc:Fallback>
            <p:pic>
              <p:nvPicPr>
                <p:cNvPr id="155" name="잉크 154">
                  <a:extLst>
                    <a:ext uri="{FF2B5EF4-FFF2-40B4-BE49-F238E27FC236}">
                      <a16:creationId xmlns:a16="http://schemas.microsoft.com/office/drawing/2014/main" id="{FB47939E-DF23-E9A7-5A0B-CDC32C815F8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687962" y="4325077"/>
                  <a:ext cx="238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C8FD1229-12D5-4340-A2DE-CC25EF39FCF9}"/>
                    </a:ext>
                  </a:extLst>
                </p14:cNvPr>
                <p14:cNvContentPartPr/>
                <p14:nvPr/>
              </p14:nvContentPartPr>
              <p14:xfrm>
                <a:off x="7480602" y="4266757"/>
                <a:ext cx="64440" cy="115560"/>
              </p14:xfrm>
            </p:contentPart>
          </mc:Choice>
          <mc:Fallback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C8FD1229-12D5-4340-A2DE-CC25EF39FCF9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462602" y="4249117"/>
                  <a:ext cx="1000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2DBEF614-2097-D44B-C39E-D17CC9DA8922}"/>
                    </a:ext>
                  </a:extLst>
                </p14:cNvPr>
                <p14:cNvContentPartPr/>
                <p14:nvPr/>
              </p14:nvContentPartPr>
              <p14:xfrm>
                <a:off x="7586442" y="4227877"/>
                <a:ext cx="93960" cy="249840"/>
              </p14:xfrm>
            </p:contentPart>
          </mc:Choice>
          <mc:Fallback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2DBEF614-2097-D44B-C39E-D17CC9DA892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568442" y="4210237"/>
                  <a:ext cx="1296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48926161-29E0-5037-8535-7D7C834B97C8}"/>
                    </a:ext>
                  </a:extLst>
                </p14:cNvPr>
                <p14:cNvContentPartPr/>
                <p14:nvPr/>
              </p14:nvContentPartPr>
              <p14:xfrm>
                <a:off x="7918722" y="4274677"/>
                <a:ext cx="160560" cy="123480"/>
              </p14:xfrm>
            </p:contentPart>
          </mc:Choice>
          <mc:Fallback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48926161-29E0-5037-8535-7D7C834B97C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901082" y="4257037"/>
                  <a:ext cx="1962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59" name="잉크 158">
                  <a:extLst>
                    <a:ext uri="{FF2B5EF4-FFF2-40B4-BE49-F238E27FC236}">
                      <a16:creationId xmlns:a16="http://schemas.microsoft.com/office/drawing/2014/main" id="{A435380E-BA26-B481-B8D7-4F01AF8249BD}"/>
                    </a:ext>
                  </a:extLst>
                </p14:cNvPr>
                <p14:cNvContentPartPr/>
                <p14:nvPr/>
              </p14:nvContentPartPr>
              <p14:xfrm>
                <a:off x="8056242" y="4280437"/>
                <a:ext cx="134640" cy="324360"/>
              </p14:xfrm>
            </p:contentPart>
          </mc:Choice>
          <mc:Fallback>
            <p:pic>
              <p:nvPicPr>
                <p:cNvPr id="159" name="잉크 158">
                  <a:extLst>
                    <a:ext uri="{FF2B5EF4-FFF2-40B4-BE49-F238E27FC236}">
                      <a16:creationId xmlns:a16="http://schemas.microsoft.com/office/drawing/2014/main" id="{A435380E-BA26-B481-B8D7-4F01AF8249B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038242" y="4262797"/>
                  <a:ext cx="1702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60" name="잉크 159">
                  <a:extLst>
                    <a:ext uri="{FF2B5EF4-FFF2-40B4-BE49-F238E27FC236}">
                      <a16:creationId xmlns:a16="http://schemas.microsoft.com/office/drawing/2014/main" id="{2E085560-D00C-9639-CA15-0447AF2F270A}"/>
                    </a:ext>
                  </a:extLst>
                </p14:cNvPr>
                <p14:cNvContentPartPr/>
                <p14:nvPr/>
              </p14:nvContentPartPr>
              <p14:xfrm>
                <a:off x="8218602" y="4293757"/>
                <a:ext cx="270720" cy="106560"/>
              </p14:xfrm>
            </p:contentPart>
          </mc:Choice>
          <mc:Fallback>
            <p:pic>
              <p:nvPicPr>
                <p:cNvPr id="160" name="잉크 159">
                  <a:extLst>
                    <a:ext uri="{FF2B5EF4-FFF2-40B4-BE49-F238E27FC236}">
                      <a16:creationId xmlns:a16="http://schemas.microsoft.com/office/drawing/2014/main" id="{2E085560-D00C-9639-CA15-0447AF2F270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200602" y="4276117"/>
                  <a:ext cx="3063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63" name="잉크 162">
                  <a:extLst>
                    <a:ext uri="{FF2B5EF4-FFF2-40B4-BE49-F238E27FC236}">
                      <a16:creationId xmlns:a16="http://schemas.microsoft.com/office/drawing/2014/main" id="{CA2FC895-943F-662E-8F1C-AEBF7F86EB8C}"/>
                    </a:ext>
                  </a:extLst>
                </p14:cNvPr>
                <p14:cNvContentPartPr/>
                <p14:nvPr/>
              </p14:nvContentPartPr>
              <p14:xfrm>
                <a:off x="8467002" y="4128877"/>
                <a:ext cx="107640" cy="327600"/>
              </p14:xfrm>
            </p:contentPart>
          </mc:Choice>
          <mc:Fallback>
            <p:pic>
              <p:nvPicPr>
                <p:cNvPr id="163" name="잉크 162">
                  <a:extLst>
                    <a:ext uri="{FF2B5EF4-FFF2-40B4-BE49-F238E27FC236}">
                      <a16:creationId xmlns:a16="http://schemas.microsoft.com/office/drawing/2014/main" id="{CA2FC895-943F-662E-8F1C-AEBF7F86EB8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449362" y="4110877"/>
                  <a:ext cx="1432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64" name="잉크 163">
                  <a:extLst>
                    <a:ext uri="{FF2B5EF4-FFF2-40B4-BE49-F238E27FC236}">
                      <a16:creationId xmlns:a16="http://schemas.microsoft.com/office/drawing/2014/main" id="{FAF18328-F820-0D11-1237-E5DC6E1A82F2}"/>
                    </a:ext>
                  </a:extLst>
                </p14:cNvPr>
                <p14:cNvContentPartPr/>
                <p14:nvPr/>
              </p14:nvContentPartPr>
              <p14:xfrm>
                <a:off x="8433162" y="4280077"/>
                <a:ext cx="205200" cy="48240"/>
              </p14:xfrm>
            </p:contentPart>
          </mc:Choice>
          <mc:Fallback>
            <p:pic>
              <p:nvPicPr>
                <p:cNvPr id="164" name="잉크 163">
                  <a:extLst>
                    <a:ext uri="{FF2B5EF4-FFF2-40B4-BE49-F238E27FC236}">
                      <a16:creationId xmlns:a16="http://schemas.microsoft.com/office/drawing/2014/main" id="{FAF18328-F820-0D11-1237-E5DC6E1A82F2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415522" y="4262077"/>
                  <a:ext cx="2408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66" name="잉크 165">
                  <a:extLst>
                    <a:ext uri="{FF2B5EF4-FFF2-40B4-BE49-F238E27FC236}">
                      <a16:creationId xmlns:a16="http://schemas.microsoft.com/office/drawing/2014/main" id="{D79FFF13-9DAA-4DD0-FE4B-6099973B9BDD}"/>
                    </a:ext>
                  </a:extLst>
                </p14:cNvPr>
                <p14:cNvContentPartPr/>
                <p14:nvPr/>
              </p14:nvContentPartPr>
              <p14:xfrm>
                <a:off x="5374242" y="4588597"/>
                <a:ext cx="76320" cy="309240"/>
              </p14:xfrm>
            </p:contentPart>
          </mc:Choice>
          <mc:Fallback>
            <p:pic>
              <p:nvPicPr>
                <p:cNvPr id="166" name="잉크 165">
                  <a:extLst>
                    <a:ext uri="{FF2B5EF4-FFF2-40B4-BE49-F238E27FC236}">
                      <a16:creationId xmlns:a16="http://schemas.microsoft.com/office/drawing/2014/main" id="{D79FFF13-9DAA-4DD0-FE4B-6099973B9BD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356602" y="4570597"/>
                  <a:ext cx="1119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67" name="잉크 166">
                  <a:extLst>
                    <a:ext uri="{FF2B5EF4-FFF2-40B4-BE49-F238E27FC236}">
                      <a16:creationId xmlns:a16="http://schemas.microsoft.com/office/drawing/2014/main" id="{6535942E-559B-1FF1-1572-604C37533088}"/>
                    </a:ext>
                  </a:extLst>
                </p14:cNvPr>
                <p14:cNvContentPartPr/>
                <p14:nvPr/>
              </p14:nvContentPartPr>
              <p14:xfrm>
                <a:off x="5381082" y="4789117"/>
                <a:ext cx="169920" cy="155160"/>
              </p14:xfrm>
            </p:contentPart>
          </mc:Choice>
          <mc:Fallback>
            <p:pic>
              <p:nvPicPr>
                <p:cNvPr id="167" name="잉크 166">
                  <a:extLst>
                    <a:ext uri="{FF2B5EF4-FFF2-40B4-BE49-F238E27FC236}">
                      <a16:creationId xmlns:a16="http://schemas.microsoft.com/office/drawing/2014/main" id="{6535942E-559B-1FF1-1572-604C3753308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363082" y="4771117"/>
                  <a:ext cx="2055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69" name="잉크 168">
                  <a:extLst>
                    <a:ext uri="{FF2B5EF4-FFF2-40B4-BE49-F238E27FC236}">
                      <a16:creationId xmlns:a16="http://schemas.microsoft.com/office/drawing/2014/main" id="{EE15A64C-758F-4FD1-A523-F0320C65C540}"/>
                    </a:ext>
                  </a:extLst>
                </p14:cNvPr>
                <p14:cNvContentPartPr/>
                <p14:nvPr/>
              </p14:nvContentPartPr>
              <p14:xfrm>
                <a:off x="5549202" y="5244877"/>
                <a:ext cx="65520" cy="1195560"/>
              </p14:xfrm>
            </p:contentPart>
          </mc:Choice>
          <mc:Fallback>
            <p:pic>
              <p:nvPicPr>
                <p:cNvPr id="169" name="잉크 168">
                  <a:extLst>
                    <a:ext uri="{FF2B5EF4-FFF2-40B4-BE49-F238E27FC236}">
                      <a16:creationId xmlns:a16="http://schemas.microsoft.com/office/drawing/2014/main" id="{EE15A64C-758F-4FD1-A523-F0320C65C54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531202" y="5226877"/>
                  <a:ext cx="101160" cy="12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70" name="잉크 169">
                  <a:extLst>
                    <a:ext uri="{FF2B5EF4-FFF2-40B4-BE49-F238E27FC236}">
                      <a16:creationId xmlns:a16="http://schemas.microsoft.com/office/drawing/2014/main" id="{F5DC4937-23EF-9F07-4CAD-4757AE52988C}"/>
                    </a:ext>
                  </a:extLst>
                </p14:cNvPr>
                <p14:cNvContentPartPr/>
                <p14:nvPr/>
              </p14:nvContentPartPr>
              <p14:xfrm>
                <a:off x="5601042" y="5151997"/>
                <a:ext cx="1726560" cy="1624320"/>
              </p14:xfrm>
            </p:contentPart>
          </mc:Choice>
          <mc:Fallback>
            <p:pic>
              <p:nvPicPr>
                <p:cNvPr id="170" name="잉크 169">
                  <a:extLst>
                    <a:ext uri="{FF2B5EF4-FFF2-40B4-BE49-F238E27FC236}">
                      <a16:creationId xmlns:a16="http://schemas.microsoft.com/office/drawing/2014/main" id="{F5DC4937-23EF-9F07-4CAD-4757AE52988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583042" y="5134357"/>
                  <a:ext cx="1762200" cy="165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71" name="잉크 170">
                  <a:extLst>
                    <a:ext uri="{FF2B5EF4-FFF2-40B4-BE49-F238E27FC236}">
                      <a16:creationId xmlns:a16="http://schemas.microsoft.com/office/drawing/2014/main" id="{1DF4E316-9D4C-0AD8-DEA9-15225A753223}"/>
                    </a:ext>
                  </a:extLst>
                </p14:cNvPr>
                <p14:cNvContentPartPr/>
                <p14:nvPr/>
              </p14:nvContentPartPr>
              <p14:xfrm>
                <a:off x="5566842" y="6628717"/>
                <a:ext cx="1823040" cy="106920"/>
              </p14:xfrm>
            </p:contentPart>
          </mc:Choice>
          <mc:Fallback>
            <p:pic>
              <p:nvPicPr>
                <p:cNvPr id="171" name="잉크 170">
                  <a:extLst>
                    <a:ext uri="{FF2B5EF4-FFF2-40B4-BE49-F238E27FC236}">
                      <a16:creationId xmlns:a16="http://schemas.microsoft.com/office/drawing/2014/main" id="{1DF4E316-9D4C-0AD8-DEA9-15225A75322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549202" y="6611077"/>
                  <a:ext cx="18586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75" name="잉크 174">
                  <a:extLst>
                    <a:ext uri="{FF2B5EF4-FFF2-40B4-BE49-F238E27FC236}">
                      <a16:creationId xmlns:a16="http://schemas.microsoft.com/office/drawing/2014/main" id="{8ED4D290-419D-927B-453B-0F1F1DC788B0}"/>
                    </a:ext>
                  </a:extLst>
                </p14:cNvPr>
                <p14:cNvContentPartPr/>
                <p14:nvPr/>
              </p14:nvContentPartPr>
              <p14:xfrm>
                <a:off x="5808402" y="5234797"/>
                <a:ext cx="3240" cy="360"/>
              </p14:xfrm>
            </p:contentPart>
          </mc:Choice>
          <mc:Fallback>
            <p:pic>
              <p:nvPicPr>
                <p:cNvPr id="175" name="잉크 174">
                  <a:extLst>
                    <a:ext uri="{FF2B5EF4-FFF2-40B4-BE49-F238E27FC236}">
                      <a16:creationId xmlns:a16="http://schemas.microsoft.com/office/drawing/2014/main" id="{8ED4D290-419D-927B-453B-0F1F1DC788B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790762" y="5217157"/>
                  <a:ext cx="388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76" name="잉크 175">
                  <a:extLst>
                    <a:ext uri="{FF2B5EF4-FFF2-40B4-BE49-F238E27FC236}">
                      <a16:creationId xmlns:a16="http://schemas.microsoft.com/office/drawing/2014/main" id="{F459B7A4-3E5E-E755-AE38-705D27DD0D5C}"/>
                    </a:ext>
                  </a:extLst>
                </p14:cNvPr>
                <p14:cNvContentPartPr/>
                <p14:nvPr/>
              </p14:nvContentPartPr>
              <p14:xfrm>
                <a:off x="5793642" y="5234797"/>
                <a:ext cx="18000" cy="39600"/>
              </p14:xfrm>
            </p:contentPart>
          </mc:Choice>
          <mc:Fallback>
            <p:pic>
              <p:nvPicPr>
                <p:cNvPr id="176" name="잉크 175">
                  <a:extLst>
                    <a:ext uri="{FF2B5EF4-FFF2-40B4-BE49-F238E27FC236}">
                      <a16:creationId xmlns:a16="http://schemas.microsoft.com/office/drawing/2014/main" id="{F459B7A4-3E5E-E755-AE38-705D27DD0D5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775642" y="5217157"/>
                  <a:ext cx="536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77" name="잉크 176">
                  <a:extLst>
                    <a:ext uri="{FF2B5EF4-FFF2-40B4-BE49-F238E27FC236}">
                      <a16:creationId xmlns:a16="http://schemas.microsoft.com/office/drawing/2014/main" id="{420B0F6E-897B-EDBF-C6DA-2A2232A5BDF7}"/>
                    </a:ext>
                  </a:extLst>
                </p14:cNvPr>
                <p14:cNvContentPartPr/>
                <p14:nvPr/>
              </p14:nvContentPartPr>
              <p14:xfrm>
                <a:off x="5793642" y="5325157"/>
                <a:ext cx="360" cy="360"/>
              </p14:xfrm>
            </p:contentPart>
          </mc:Choice>
          <mc:Fallback>
            <p:pic>
              <p:nvPicPr>
                <p:cNvPr id="177" name="잉크 176">
                  <a:extLst>
                    <a:ext uri="{FF2B5EF4-FFF2-40B4-BE49-F238E27FC236}">
                      <a16:creationId xmlns:a16="http://schemas.microsoft.com/office/drawing/2014/main" id="{420B0F6E-897B-EDBF-C6DA-2A2232A5BDF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75642" y="530715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78" name="잉크 177">
                  <a:extLst>
                    <a:ext uri="{FF2B5EF4-FFF2-40B4-BE49-F238E27FC236}">
                      <a16:creationId xmlns:a16="http://schemas.microsoft.com/office/drawing/2014/main" id="{EDA90D80-A659-9D70-99DA-624E879BC021}"/>
                    </a:ext>
                  </a:extLst>
                </p14:cNvPr>
                <p14:cNvContentPartPr/>
                <p14:nvPr/>
              </p14:nvContentPartPr>
              <p14:xfrm>
                <a:off x="5801922" y="5386717"/>
                <a:ext cx="360" cy="360"/>
              </p14:xfrm>
            </p:contentPart>
          </mc:Choice>
          <mc:Fallback>
            <p:pic>
              <p:nvPicPr>
                <p:cNvPr id="178" name="잉크 177">
                  <a:extLst>
                    <a:ext uri="{FF2B5EF4-FFF2-40B4-BE49-F238E27FC236}">
                      <a16:creationId xmlns:a16="http://schemas.microsoft.com/office/drawing/2014/main" id="{EDA90D80-A659-9D70-99DA-624E879BC02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83922" y="536907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79" name="잉크 178">
                  <a:extLst>
                    <a:ext uri="{FF2B5EF4-FFF2-40B4-BE49-F238E27FC236}">
                      <a16:creationId xmlns:a16="http://schemas.microsoft.com/office/drawing/2014/main" id="{D70C78F7-CABF-7C89-7B2E-8CC01351CDFC}"/>
                    </a:ext>
                  </a:extLst>
                </p14:cNvPr>
                <p14:cNvContentPartPr/>
                <p14:nvPr/>
              </p14:nvContentPartPr>
              <p14:xfrm>
                <a:off x="5804442" y="5430277"/>
                <a:ext cx="360" cy="360"/>
              </p14:xfrm>
            </p:contentPart>
          </mc:Choice>
          <mc:Fallback>
            <p:pic>
              <p:nvPicPr>
                <p:cNvPr id="179" name="잉크 178">
                  <a:extLst>
                    <a:ext uri="{FF2B5EF4-FFF2-40B4-BE49-F238E27FC236}">
                      <a16:creationId xmlns:a16="http://schemas.microsoft.com/office/drawing/2014/main" id="{D70C78F7-CABF-7C89-7B2E-8CC01351CDF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86802" y="541227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80" name="잉크 179">
                  <a:extLst>
                    <a:ext uri="{FF2B5EF4-FFF2-40B4-BE49-F238E27FC236}">
                      <a16:creationId xmlns:a16="http://schemas.microsoft.com/office/drawing/2014/main" id="{6A1D95A1-8BE6-C06E-F534-4D0CD42DC745}"/>
                    </a:ext>
                  </a:extLst>
                </p14:cNvPr>
                <p14:cNvContentPartPr/>
                <p14:nvPr/>
              </p14:nvContentPartPr>
              <p14:xfrm>
                <a:off x="5801922" y="5475637"/>
                <a:ext cx="360" cy="17280"/>
              </p14:xfrm>
            </p:contentPart>
          </mc:Choice>
          <mc:Fallback>
            <p:pic>
              <p:nvPicPr>
                <p:cNvPr id="180" name="잉크 179">
                  <a:extLst>
                    <a:ext uri="{FF2B5EF4-FFF2-40B4-BE49-F238E27FC236}">
                      <a16:creationId xmlns:a16="http://schemas.microsoft.com/office/drawing/2014/main" id="{6A1D95A1-8BE6-C06E-F534-4D0CD42DC74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783922" y="5457997"/>
                  <a:ext cx="360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81" name="잉크 180">
                  <a:extLst>
                    <a:ext uri="{FF2B5EF4-FFF2-40B4-BE49-F238E27FC236}">
                      <a16:creationId xmlns:a16="http://schemas.microsoft.com/office/drawing/2014/main" id="{2BEEB268-8762-24F4-87BB-E30ACBB88CEE}"/>
                    </a:ext>
                  </a:extLst>
                </p14:cNvPr>
                <p14:cNvContentPartPr/>
                <p14:nvPr/>
              </p14:nvContentPartPr>
              <p14:xfrm>
                <a:off x="5804442" y="5526757"/>
                <a:ext cx="1800" cy="7200"/>
              </p14:xfrm>
            </p:contentPart>
          </mc:Choice>
          <mc:Fallback>
            <p:pic>
              <p:nvPicPr>
                <p:cNvPr id="181" name="잉크 180">
                  <a:extLst>
                    <a:ext uri="{FF2B5EF4-FFF2-40B4-BE49-F238E27FC236}">
                      <a16:creationId xmlns:a16="http://schemas.microsoft.com/office/drawing/2014/main" id="{2BEEB268-8762-24F4-87BB-E30ACBB88CE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786802" y="5508757"/>
                  <a:ext cx="37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82" name="잉크 181">
                  <a:extLst>
                    <a:ext uri="{FF2B5EF4-FFF2-40B4-BE49-F238E27FC236}">
                      <a16:creationId xmlns:a16="http://schemas.microsoft.com/office/drawing/2014/main" id="{8738426A-4A90-8BA6-936B-94345F0D6456}"/>
                    </a:ext>
                  </a:extLst>
                </p14:cNvPr>
                <p14:cNvContentPartPr/>
                <p14:nvPr/>
              </p14:nvContentPartPr>
              <p14:xfrm>
                <a:off x="5806962" y="5569237"/>
                <a:ext cx="2880" cy="18720"/>
              </p14:xfrm>
            </p:contentPart>
          </mc:Choice>
          <mc:Fallback>
            <p:pic>
              <p:nvPicPr>
                <p:cNvPr id="182" name="잉크 181">
                  <a:extLst>
                    <a:ext uri="{FF2B5EF4-FFF2-40B4-BE49-F238E27FC236}">
                      <a16:creationId xmlns:a16="http://schemas.microsoft.com/office/drawing/2014/main" id="{8738426A-4A90-8BA6-936B-94345F0D645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788962" y="5551597"/>
                  <a:ext cx="385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83" name="잉크 182">
                  <a:extLst>
                    <a:ext uri="{FF2B5EF4-FFF2-40B4-BE49-F238E27FC236}">
                      <a16:creationId xmlns:a16="http://schemas.microsoft.com/office/drawing/2014/main" id="{974B16CD-1F86-CA3E-D780-74D44CF7CD56}"/>
                    </a:ext>
                  </a:extLst>
                </p14:cNvPr>
                <p14:cNvContentPartPr/>
                <p14:nvPr/>
              </p14:nvContentPartPr>
              <p14:xfrm>
                <a:off x="5811282" y="5620717"/>
                <a:ext cx="7200" cy="28800"/>
              </p14:xfrm>
            </p:contentPart>
          </mc:Choice>
          <mc:Fallback>
            <p:pic>
              <p:nvPicPr>
                <p:cNvPr id="183" name="잉크 182">
                  <a:extLst>
                    <a:ext uri="{FF2B5EF4-FFF2-40B4-BE49-F238E27FC236}">
                      <a16:creationId xmlns:a16="http://schemas.microsoft.com/office/drawing/2014/main" id="{974B16CD-1F86-CA3E-D780-74D44CF7CD5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793282" y="5603077"/>
                  <a:ext cx="428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84" name="잉크 183">
                  <a:extLst>
                    <a:ext uri="{FF2B5EF4-FFF2-40B4-BE49-F238E27FC236}">
                      <a16:creationId xmlns:a16="http://schemas.microsoft.com/office/drawing/2014/main" id="{00F8BAD9-A8A7-F041-2514-372D391FA8E9}"/>
                    </a:ext>
                  </a:extLst>
                </p14:cNvPr>
                <p14:cNvContentPartPr/>
                <p14:nvPr/>
              </p14:nvContentPartPr>
              <p14:xfrm>
                <a:off x="5818122" y="5684437"/>
                <a:ext cx="4320" cy="27360"/>
              </p14:xfrm>
            </p:contentPart>
          </mc:Choice>
          <mc:Fallback>
            <p:pic>
              <p:nvPicPr>
                <p:cNvPr id="184" name="잉크 183">
                  <a:extLst>
                    <a:ext uri="{FF2B5EF4-FFF2-40B4-BE49-F238E27FC236}">
                      <a16:creationId xmlns:a16="http://schemas.microsoft.com/office/drawing/2014/main" id="{00F8BAD9-A8A7-F041-2514-372D391FA8E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800122" y="5666437"/>
                  <a:ext cx="399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85" name="잉크 184">
                  <a:extLst>
                    <a:ext uri="{FF2B5EF4-FFF2-40B4-BE49-F238E27FC236}">
                      <a16:creationId xmlns:a16="http://schemas.microsoft.com/office/drawing/2014/main" id="{3AA19C05-665C-23CF-FFE3-CBAD3F60B0DD}"/>
                    </a:ext>
                  </a:extLst>
                </p14:cNvPr>
                <p14:cNvContentPartPr/>
                <p14:nvPr/>
              </p14:nvContentPartPr>
              <p14:xfrm>
                <a:off x="5822082" y="5750317"/>
                <a:ext cx="360" cy="360"/>
              </p14:xfrm>
            </p:contentPart>
          </mc:Choice>
          <mc:Fallback>
            <p:pic>
              <p:nvPicPr>
                <p:cNvPr id="185" name="잉크 184">
                  <a:extLst>
                    <a:ext uri="{FF2B5EF4-FFF2-40B4-BE49-F238E27FC236}">
                      <a16:creationId xmlns:a16="http://schemas.microsoft.com/office/drawing/2014/main" id="{3AA19C05-665C-23CF-FFE3-CBAD3F60B0D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04442" y="573231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EB6173FD-0022-F61B-956E-38BB9F543324}"/>
                    </a:ext>
                  </a:extLst>
                </p14:cNvPr>
                <p14:cNvContentPartPr/>
                <p14:nvPr/>
              </p14:nvContentPartPr>
              <p14:xfrm>
                <a:off x="5092002" y="1697077"/>
                <a:ext cx="237960" cy="21996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EB6173FD-0022-F61B-956E-38BB9F543324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074002" y="1679437"/>
                  <a:ext cx="2736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DBE48389-E09C-9372-31A9-5B2A7BC86BD0}"/>
                    </a:ext>
                  </a:extLst>
                </p14:cNvPr>
                <p14:cNvContentPartPr/>
                <p14:nvPr/>
              </p14:nvContentPartPr>
              <p14:xfrm>
                <a:off x="5351202" y="1690237"/>
                <a:ext cx="135000" cy="21420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DBE48389-E09C-9372-31A9-5B2A7BC86BD0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333202" y="1672597"/>
                  <a:ext cx="1706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E8415648-533F-077D-24D3-3E0435D1F5F2}"/>
                    </a:ext>
                  </a:extLst>
                </p14:cNvPr>
                <p14:cNvContentPartPr/>
                <p14:nvPr/>
              </p14:nvContentPartPr>
              <p14:xfrm>
                <a:off x="5520762" y="1750717"/>
                <a:ext cx="147600" cy="14544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E8415648-533F-077D-24D3-3E0435D1F5F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503122" y="1732717"/>
                  <a:ext cx="183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670682CF-56C5-48B0-CC95-E1A1778C6927}"/>
                    </a:ext>
                  </a:extLst>
                </p14:cNvPr>
                <p14:cNvContentPartPr/>
                <p14:nvPr/>
              </p14:nvContentPartPr>
              <p14:xfrm>
                <a:off x="5769162" y="1798237"/>
                <a:ext cx="149760" cy="12888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670682CF-56C5-48B0-CC95-E1A1778C6927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751522" y="1780597"/>
                  <a:ext cx="1854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8D2E1596-B1A4-0A6B-35F1-050DF279E9E2}"/>
                    </a:ext>
                  </a:extLst>
                </p14:cNvPr>
                <p14:cNvContentPartPr/>
                <p14:nvPr/>
              </p14:nvContentPartPr>
              <p14:xfrm>
                <a:off x="5767722" y="1817317"/>
                <a:ext cx="189000" cy="93240"/>
              </p14:xfrm>
            </p:contentPart>
          </mc:Choice>
          <mc:Fallback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8D2E1596-B1A4-0A6B-35F1-050DF279E9E2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750082" y="1799677"/>
                  <a:ext cx="2246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35B30A3B-6F0F-E5F2-3098-BC49A6D36726}"/>
                    </a:ext>
                  </a:extLst>
                </p14:cNvPr>
                <p14:cNvContentPartPr/>
                <p14:nvPr/>
              </p14:nvContentPartPr>
              <p14:xfrm>
                <a:off x="5991642" y="1771597"/>
                <a:ext cx="127800" cy="13140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35B30A3B-6F0F-E5F2-3098-BC49A6D3672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974002" y="1753957"/>
                  <a:ext cx="1634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7472A72C-B1FB-6955-362A-21D2747D4B15}"/>
                    </a:ext>
                  </a:extLst>
                </p14:cNvPr>
                <p14:cNvContentPartPr/>
                <p14:nvPr/>
              </p14:nvContentPartPr>
              <p14:xfrm>
                <a:off x="6151122" y="1791757"/>
                <a:ext cx="133200" cy="12888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7472A72C-B1FB-6955-362A-21D2747D4B1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133122" y="1774117"/>
                  <a:ext cx="1688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1BC501B0-B345-F737-264B-E44BE064228C}"/>
                    </a:ext>
                  </a:extLst>
                </p14:cNvPr>
                <p14:cNvContentPartPr/>
                <p14:nvPr/>
              </p14:nvContentPartPr>
              <p14:xfrm>
                <a:off x="6314922" y="1784557"/>
                <a:ext cx="167760" cy="14616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1BC501B0-B345-F737-264B-E44BE064228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296922" y="1766557"/>
                  <a:ext cx="2034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14B1F0B9-50A1-AACA-0A63-FB42EB5D9270}"/>
                    </a:ext>
                  </a:extLst>
                </p14:cNvPr>
                <p14:cNvContentPartPr/>
                <p14:nvPr/>
              </p14:nvContentPartPr>
              <p14:xfrm>
                <a:off x="5380002" y="2547037"/>
                <a:ext cx="201960" cy="20844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14B1F0B9-50A1-AACA-0A63-FB42EB5D9270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362362" y="2529037"/>
                  <a:ext cx="2376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0CFA34DA-BD4A-6EB6-D165-E3F13AED80E8}"/>
                    </a:ext>
                  </a:extLst>
                </p14:cNvPr>
                <p14:cNvContentPartPr/>
                <p14:nvPr/>
              </p14:nvContentPartPr>
              <p14:xfrm>
                <a:off x="5480802" y="2627677"/>
                <a:ext cx="52560" cy="209880"/>
              </p14:xfrm>
            </p:contentPart>
          </mc:Choice>
          <mc:Fallback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0CFA34DA-BD4A-6EB6-D165-E3F13AED80E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463162" y="2610037"/>
                  <a:ext cx="882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E55CF5FE-495D-8A43-8B4A-D909F2D60F3B}"/>
                    </a:ext>
                  </a:extLst>
                </p14:cNvPr>
                <p14:cNvContentPartPr/>
                <p14:nvPr/>
              </p14:nvContentPartPr>
              <p14:xfrm>
                <a:off x="5674122" y="2652157"/>
                <a:ext cx="117360" cy="94320"/>
              </p14:xfrm>
            </p:contentPart>
          </mc:Choice>
          <mc:Fallback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E55CF5FE-495D-8A43-8B4A-D909F2D60F3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656122" y="2634157"/>
                  <a:ext cx="1530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49353C5C-5A4E-E55B-DF4E-301D5125F54A}"/>
                    </a:ext>
                  </a:extLst>
                </p14:cNvPr>
                <p14:cNvContentPartPr/>
                <p14:nvPr/>
              </p14:nvContentPartPr>
              <p14:xfrm>
                <a:off x="5895882" y="2633797"/>
                <a:ext cx="104400" cy="106920"/>
              </p14:xfrm>
            </p:contentPart>
          </mc:Choice>
          <mc:Fallback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49353C5C-5A4E-E55B-DF4E-301D5125F54A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877882" y="2615797"/>
                  <a:ext cx="1400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097B4CE2-3C9B-43E7-589D-02DEE113C8CF}"/>
                    </a:ext>
                  </a:extLst>
                </p14:cNvPr>
                <p14:cNvContentPartPr/>
                <p14:nvPr/>
              </p14:nvContentPartPr>
              <p14:xfrm>
                <a:off x="6104322" y="2670877"/>
                <a:ext cx="142200" cy="12096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097B4CE2-3C9B-43E7-589D-02DEE113C8C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086322" y="2652877"/>
                  <a:ext cx="1778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585001DA-450F-C4A8-9E33-B94A5422C0A3}"/>
                    </a:ext>
                  </a:extLst>
                </p14:cNvPr>
                <p14:cNvContentPartPr/>
                <p14:nvPr/>
              </p14:nvContentPartPr>
              <p14:xfrm>
                <a:off x="6299802" y="2643517"/>
                <a:ext cx="214560" cy="123840"/>
              </p14:xfrm>
            </p:contentPart>
          </mc:Choice>
          <mc:Fallback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585001DA-450F-C4A8-9E33-B94A5422C0A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282162" y="2625517"/>
                  <a:ext cx="2502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CC213643-D0E5-A051-6EEC-00BFBAB0ADD7}"/>
                    </a:ext>
                  </a:extLst>
                </p14:cNvPr>
                <p14:cNvContentPartPr/>
                <p14:nvPr/>
              </p14:nvContentPartPr>
              <p14:xfrm>
                <a:off x="6327882" y="2665837"/>
                <a:ext cx="16920" cy="76680"/>
              </p14:xfrm>
            </p:contentPart>
          </mc:Choice>
          <mc:Fallback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CC213643-D0E5-A051-6EEC-00BFBAB0ADD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310242" y="2648197"/>
                  <a:ext cx="525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09" name="잉크 208">
                  <a:extLst>
                    <a:ext uri="{FF2B5EF4-FFF2-40B4-BE49-F238E27FC236}">
                      <a16:creationId xmlns:a16="http://schemas.microsoft.com/office/drawing/2014/main" id="{6A5581DB-D038-B0D6-2359-6A0BD0308366}"/>
                    </a:ext>
                  </a:extLst>
                </p14:cNvPr>
                <p14:cNvContentPartPr/>
                <p14:nvPr/>
              </p14:nvContentPartPr>
              <p14:xfrm>
                <a:off x="4793202" y="1806517"/>
                <a:ext cx="368280" cy="1006200"/>
              </p14:xfrm>
            </p:contentPart>
          </mc:Choice>
          <mc:Fallback>
            <p:pic>
              <p:nvPicPr>
                <p:cNvPr id="209" name="잉크 208">
                  <a:extLst>
                    <a:ext uri="{FF2B5EF4-FFF2-40B4-BE49-F238E27FC236}">
                      <a16:creationId xmlns:a16="http://schemas.microsoft.com/office/drawing/2014/main" id="{6A5581DB-D038-B0D6-2359-6A0BD0308366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775562" y="1788517"/>
                  <a:ext cx="403920" cy="10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F88A0BAD-C4EE-8275-F69B-765C84E211D7}"/>
                    </a:ext>
                  </a:extLst>
                </p14:cNvPr>
                <p14:cNvContentPartPr/>
                <p14:nvPr/>
              </p14:nvContentPartPr>
              <p14:xfrm>
                <a:off x="6710202" y="3503197"/>
                <a:ext cx="245520" cy="174240"/>
              </p14:xfrm>
            </p:contentPart>
          </mc:Choice>
          <mc:Fallback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F88A0BAD-C4EE-8275-F69B-765C84E211D7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692562" y="3485557"/>
                  <a:ext cx="2811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96F2122C-98D7-2964-639A-603C9BA68B27}"/>
                    </a:ext>
                  </a:extLst>
                </p14:cNvPr>
                <p14:cNvContentPartPr/>
                <p14:nvPr/>
              </p14:nvContentPartPr>
              <p14:xfrm>
                <a:off x="6948522" y="3407077"/>
                <a:ext cx="203760" cy="291240"/>
              </p14:xfrm>
            </p:contentPart>
          </mc:Choice>
          <mc:Fallback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96F2122C-98D7-2964-639A-603C9BA68B2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930882" y="3389077"/>
                  <a:ext cx="2394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31A3C44C-0F9D-7BBE-60AC-0F1285ED9CC5}"/>
                    </a:ext>
                  </a:extLst>
                </p14:cNvPr>
                <p14:cNvContentPartPr/>
                <p14:nvPr/>
              </p14:nvContentPartPr>
              <p14:xfrm>
                <a:off x="7225362" y="3408157"/>
                <a:ext cx="97920" cy="249120"/>
              </p14:xfrm>
            </p:contentPart>
          </mc:Choice>
          <mc:Fallback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31A3C44C-0F9D-7BBE-60AC-0F1285ED9CC5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207722" y="3390517"/>
                  <a:ext cx="1335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1A6555FB-2128-468C-C061-A972A92AD283}"/>
                    </a:ext>
                  </a:extLst>
                </p14:cNvPr>
                <p14:cNvContentPartPr/>
                <p14:nvPr/>
              </p14:nvContentPartPr>
              <p14:xfrm>
                <a:off x="7445322" y="3489877"/>
                <a:ext cx="136080" cy="15588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1A6555FB-2128-468C-C061-A972A92AD283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427322" y="3471877"/>
                  <a:ext cx="1717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DAEB3E17-F16F-3947-A7F2-43891BA02A13}"/>
                    </a:ext>
                  </a:extLst>
                </p14:cNvPr>
                <p14:cNvContentPartPr/>
                <p14:nvPr/>
              </p14:nvContentPartPr>
              <p14:xfrm>
                <a:off x="7439922" y="3515077"/>
                <a:ext cx="138960" cy="148680"/>
              </p14:xfrm>
            </p:contentPart>
          </mc:Choice>
          <mc:Fallback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DAEB3E17-F16F-3947-A7F2-43891BA02A1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421922" y="3497437"/>
                  <a:ext cx="1746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CFFD78FA-BBA2-0713-CDC6-2205F145E0FC}"/>
                    </a:ext>
                  </a:extLst>
                </p14:cNvPr>
                <p14:cNvContentPartPr/>
                <p14:nvPr/>
              </p14:nvContentPartPr>
              <p14:xfrm>
                <a:off x="7684002" y="3465037"/>
                <a:ext cx="180720" cy="18360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CFFD78FA-BBA2-0713-CDC6-2205F145E0FC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666362" y="3447037"/>
                  <a:ext cx="2163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DC7C109E-EFE4-AC1F-0B94-D6D3963904DC}"/>
                    </a:ext>
                  </a:extLst>
                </p14:cNvPr>
                <p14:cNvContentPartPr/>
                <p14:nvPr/>
              </p14:nvContentPartPr>
              <p14:xfrm>
                <a:off x="7742322" y="3475117"/>
                <a:ext cx="68040" cy="311760"/>
              </p14:xfrm>
            </p:contentPart>
          </mc:Choice>
          <mc:Fallback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DC7C109E-EFE4-AC1F-0B94-D6D3963904DC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724682" y="3457477"/>
                  <a:ext cx="10368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974F7200-F58D-D058-A9FC-DFBCB03A66CB}"/>
                    </a:ext>
                  </a:extLst>
                </p14:cNvPr>
                <p14:cNvContentPartPr/>
                <p14:nvPr/>
              </p14:nvContentPartPr>
              <p14:xfrm>
                <a:off x="8036802" y="3536677"/>
                <a:ext cx="161640" cy="134640"/>
              </p14:xfrm>
            </p:contentPart>
          </mc:Choice>
          <mc:Fallback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974F7200-F58D-D058-A9FC-DFBCB03A66C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019162" y="3518677"/>
                  <a:ext cx="1972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7462B019-C8CA-CF5A-EE88-D02484CB74CF}"/>
                    </a:ext>
                  </a:extLst>
                </p14:cNvPr>
                <p14:cNvContentPartPr/>
                <p14:nvPr/>
              </p14:nvContentPartPr>
              <p14:xfrm>
                <a:off x="8046522" y="3481237"/>
                <a:ext cx="201240" cy="259560"/>
              </p14:xfrm>
            </p:contentPart>
          </mc:Choice>
          <mc:Fallback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7462B019-C8CA-CF5A-EE88-D02484CB74CF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028522" y="3463237"/>
                  <a:ext cx="2368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21" name="잉크 220">
                  <a:extLst>
                    <a:ext uri="{FF2B5EF4-FFF2-40B4-BE49-F238E27FC236}">
                      <a16:creationId xmlns:a16="http://schemas.microsoft.com/office/drawing/2014/main" id="{7C393DE0-1342-B420-E9F4-D9E6CD461486}"/>
                    </a:ext>
                  </a:extLst>
                </p14:cNvPr>
                <p14:cNvContentPartPr/>
                <p14:nvPr/>
              </p14:nvContentPartPr>
              <p14:xfrm>
                <a:off x="6755922" y="3176677"/>
                <a:ext cx="1218600" cy="819360"/>
              </p14:xfrm>
            </p:contentPart>
          </mc:Choice>
          <mc:Fallback>
            <p:pic>
              <p:nvPicPr>
                <p:cNvPr id="221" name="잉크 220">
                  <a:extLst>
                    <a:ext uri="{FF2B5EF4-FFF2-40B4-BE49-F238E27FC236}">
                      <a16:creationId xmlns:a16="http://schemas.microsoft.com/office/drawing/2014/main" id="{7C393DE0-1342-B420-E9F4-D9E6CD46148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738282" y="3158677"/>
                  <a:ext cx="1254240" cy="85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7" name="잉크 186">
                  <a:extLst>
                    <a:ext uri="{FF2B5EF4-FFF2-40B4-BE49-F238E27FC236}">
                      <a16:creationId xmlns:a16="http://schemas.microsoft.com/office/drawing/2014/main" id="{E655FEBE-7A4B-A55E-E2BC-6B0683E05DFC}"/>
                    </a:ext>
                  </a:extLst>
                </p14:cNvPr>
                <p14:cNvContentPartPr/>
                <p14:nvPr/>
              </p14:nvContentPartPr>
              <p14:xfrm>
                <a:off x="7568802" y="5204917"/>
                <a:ext cx="35640" cy="229680"/>
              </p14:xfrm>
            </p:contentPart>
          </mc:Choice>
          <mc:Fallback>
            <p:pic>
              <p:nvPicPr>
                <p:cNvPr id="187" name="잉크 186">
                  <a:extLst>
                    <a:ext uri="{FF2B5EF4-FFF2-40B4-BE49-F238E27FC236}">
                      <a16:creationId xmlns:a16="http://schemas.microsoft.com/office/drawing/2014/main" id="{E655FEBE-7A4B-A55E-E2BC-6B0683E05DFC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7550802" y="5186917"/>
                  <a:ext cx="712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8" name="잉크 187">
                  <a:extLst>
                    <a:ext uri="{FF2B5EF4-FFF2-40B4-BE49-F238E27FC236}">
                      <a16:creationId xmlns:a16="http://schemas.microsoft.com/office/drawing/2014/main" id="{54D8CD6E-7927-B1DC-4F2B-3EC77E6BC551}"/>
                    </a:ext>
                  </a:extLst>
                </p14:cNvPr>
                <p14:cNvContentPartPr/>
                <p14:nvPr/>
              </p14:nvContentPartPr>
              <p14:xfrm>
                <a:off x="7690842" y="5212477"/>
                <a:ext cx="108000" cy="268200"/>
              </p14:xfrm>
            </p:contentPart>
          </mc:Choice>
          <mc:Fallback>
            <p:pic>
              <p:nvPicPr>
                <p:cNvPr id="188" name="잉크 187">
                  <a:extLst>
                    <a:ext uri="{FF2B5EF4-FFF2-40B4-BE49-F238E27FC236}">
                      <a16:creationId xmlns:a16="http://schemas.microsoft.com/office/drawing/2014/main" id="{54D8CD6E-7927-B1DC-4F2B-3EC77E6BC551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673202" y="5194477"/>
                  <a:ext cx="1436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9" name="잉크 188">
                  <a:extLst>
                    <a:ext uri="{FF2B5EF4-FFF2-40B4-BE49-F238E27FC236}">
                      <a16:creationId xmlns:a16="http://schemas.microsoft.com/office/drawing/2014/main" id="{F5B60D2B-C507-4032-5D96-79DAD1554425}"/>
                    </a:ext>
                  </a:extLst>
                </p14:cNvPr>
                <p14:cNvContentPartPr/>
                <p14:nvPr/>
              </p14:nvContentPartPr>
              <p14:xfrm>
                <a:off x="8170002" y="5303557"/>
                <a:ext cx="185040" cy="13680"/>
              </p14:xfrm>
            </p:contentPart>
          </mc:Choice>
          <mc:Fallback>
            <p:pic>
              <p:nvPicPr>
                <p:cNvPr id="189" name="잉크 188">
                  <a:extLst>
                    <a:ext uri="{FF2B5EF4-FFF2-40B4-BE49-F238E27FC236}">
                      <a16:creationId xmlns:a16="http://schemas.microsoft.com/office/drawing/2014/main" id="{F5B60D2B-C507-4032-5D96-79DAD1554425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152002" y="5285557"/>
                  <a:ext cx="2206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0" name="잉크 189">
                  <a:extLst>
                    <a:ext uri="{FF2B5EF4-FFF2-40B4-BE49-F238E27FC236}">
                      <a16:creationId xmlns:a16="http://schemas.microsoft.com/office/drawing/2014/main" id="{CCFE56CE-D41C-1243-8464-DDC3E6336FC6}"/>
                    </a:ext>
                  </a:extLst>
                </p14:cNvPr>
                <p14:cNvContentPartPr/>
                <p14:nvPr/>
              </p14:nvContentPartPr>
              <p14:xfrm>
                <a:off x="8323362" y="5244877"/>
                <a:ext cx="60120" cy="221040"/>
              </p14:xfrm>
            </p:contentPart>
          </mc:Choice>
          <mc:Fallback>
            <p:pic>
              <p:nvPicPr>
                <p:cNvPr id="190" name="잉크 189">
                  <a:extLst>
                    <a:ext uri="{FF2B5EF4-FFF2-40B4-BE49-F238E27FC236}">
                      <a16:creationId xmlns:a16="http://schemas.microsoft.com/office/drawing/2014/main" id="{CCFE56CE-D41C-1243-8464-DDC3E6336FC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305362" y="5226877"/>
                  <a:ext cx="957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1" name="잉크 190">
                  <a:extLst>
                    <a:ext uri="{FF2B5EF4-FFF2-40B4-BE49-F238E27FC236}">
                      <a16:creationId xmlns:a16="http://schemas.microsoft.com/office/drawing/2014/main" id="{568CB9CE-5960-2BA2-9890-FD5B944D28B7}"/>
                    </a:ext>
                  </a:extLst>
                </p14:cNvPr>
                <p14:cNvContentPartPr/>
                <p14:nvPr/>
              </p14:nvContentPartPr>
              <p14:xfrm>
                <a:off x="9245682" y="5162077"/>
                <a:ext cx="28080" cy="306000"/>
              </p14:xfrm>
            </p:contentPart>
          </mc:Choice>
          <mc:Fallback>
            <p:pic>
              <p:nvPicPr>
                <p:cNvPr id="191" name="잉크 190">
                  <a:extLst>
                    <a:ext uri="{FF2B5EF4-FFF2-40B4-BE49-F238E27FC236}">
                      <a16:creationId xmlns:a16="http://schemas.microsoft.com/office/drawing/2014/main" id="{568CB9CE-5960-2BA2-9890-FD5B944D28B7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227682" y="5144437"/>
                  <a:ext cx="637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2" name="잉크 191">
                  <a:extLst>
                    <a:ext uri="{FF2B5EF4-FFF2-40B4-BE49-F238E27FC236}">
                      <a16:creationId xmlns:a16="http://schemas.microsoft.com/office/drawing/2014/main" id="{7E76718D-700E-ED0D-AD7A-A9D480B835E5}"/>
                    </a:ext>
                  </a:extLst>
                </p14:cNvPr>
                <p14:cNvContentPartPr/>
                <p14:nvPr/>
              </p14:nvContentPartPr>
              <p14:xfrm>
                <a:off x="9417042" y="5272957"/>
                <a:ext cx="65880" cy="58320"/>
              </p14:xfrm>
            </p:contentPart>
          </mc:Choice>
          <mc:Fallback>
            <p:pic>
              <p:nvPicPr>
                <p:cNvPr id="192" name="잉크 191">
                  <a:extLst>
                    <a:ext uri="{FF2B5EF4-FFF2-40B4-BE49-F238E27FC236}">
                      <a16:creationId xmlns:a16="http://schemas.microsoft.com/office/drawing/2014/main" id="{7E76718D-700E-ED0D-AD7A-A9D480B835E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399402" y="5255317"/>
                  <a:ext cx="1015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3" name="잉크 192">
                  <a:extLst>
                    <a:ext uri="{FF2B5EF4-FFF2-40B4-BE49-F238E27FC236}">
                      <a16:creationId xmlns:a16="http://schemas.microsoft.com/office/drawing/2014/main" id="{4AEBD542-1F54-09C6-EA20-8BE4D2F16E9F}"/>
                    </a:ext>
                  </a:extLst>
                </p14:cNvPr>
                <p14:cNvContentPartPr/>
                <p14:nvPr/>
              </p14:nvContentPartPr>
              <p14:xfrm>
                <a:off x="9532602" y="5220757"/>
                <a:ext cx="118440" cy="258120"/>
              </p14:xfrm>
            </p:contentPart>
          </mc:Choice>
          <mc:Fallback>
            <p:pic>
              <p:nvPicPr>
                <p:cNvPr id="193" name="잉크 192">
                  <a:extLst>
                    <a:ext uri="{FF2B5EF4-FFF2-40B4-BE49-F238E27FC236}">
                      <a16:creationId xmlns:a16="http://schemas.microsoft.com/office/drawing/2014/main" id="{4AEBD542-1F54-09C6-EA20-8BE4D2F16E9F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514602" y="5203117"/>
                  <a:ext cx="1540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4" name="잉크 193">
                  <a:extLst>
                    <a:ext uri="{FF2B5EF4-FFF2-40B4-BE49-F238E27FC236}">
                      <a16:creationId xmlns:a16="http://schemas.microsoft.com/office/drawing/2014/main" id="{205A1FB1-6717-30B6-85C1-18EC0AF122C4}"/>
                    </a:ext>
                  </a:extLst>
                </p14:cNvPr>
                <p14:cNvContentPartPr/>
                <p14:nvPr/>
              </p14:nvContentPartPr>
              <p14:xfrm>
                <a:off x="9938322" y="5103397"/>
                <a:ext cx="61560" cy="318600"/>
              </p14:xfrm>
            </p:contentPart>
          </mc:Choice>
          <mc:Fallback>
            <p:pic>
              <p:nvPicPr>
                <p:cNvPr id="194" name="잉크 193">
                  <a:extLst>
                    <a:ext uri="{FF2B5EF4-FFF2-40B4-BE49-F238E27FC236}">
                      <a16:creationId xmlns:a16="http://schemas.microsoft.com/office/drawing/2014/main" id="{205A1FB1-6717-30B6-85C1-18EC0AF122C4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920322" y="5085397"/>
                  <a:ext cx="972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5" name="잉크 194">
                  <a:extLst>
                    <a:ext uri="{FF2B5EF4-FFF2-40B4-BE49-F238E27FC236}">
                      <a16:creationId xmlns:a16="http://schemas.microsoft.com/office/drawing/2014/main" id="{D0B473F3-A874-81F7-20EA-891F377A7D31}"/>
                    </a:ext>
                  </a:extLst>
                </p14:cNvPr>
                <p14:cNvContentPartPr/>
                <p14:nvPr/>
              </p14:nvContentPartPr>
              <p14:xfrm>
                <a:off x="9867042" y="5327317"/>
                <a:ext cx="149040" cy="73080"/>
              </p14:xfrm>
            </p:contentPart>
          </mc:Choice>
          <mc:Fallback>
            <p:pic>
              <p:nvPicPr>
                <p:cNvPr id="195" name="잉크 194">
                  <a:extLst>
                    <a:ext uri="{FF2B5EF4-FFF2-40B4-BE49-F238E27FC236}">
                      <a16:creationId xmlns:a16="http://schemas.microsoft.com/office/drawing/2014/main" id="{D0B473F3-A874-81F7-20EA-891F377A7D31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849042" y="5309677"/>
                  <a:ext cx="184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6" name="잉크 195">
                  <a:extLst>
                    <a:ext uri="{FF2B5EF4-FFF2-40B4-BE49-F238E27FC236}">
                      <a16:creationId xmlns:a16="http://schemas.microsoft.com/office/drawing/2014/main" id="{E5C26DF2-7DEC-DE03-D388-4AE15747C241}"/>
                    </a:ext>
                  </a:extLst>
                </p14:cNvPr>
                <p14:cNvContentPartPr/>
                <p14:nvPr/>
              </p14:nvContentPartPr>
              <p14:xfrm>
                <a:off x="10051002" y="5330557"/>
                <a:ext cx="81720" cy="94320"/>
              </p14:xfrm>
            </p:contentPart>
          </mc:Choice>
          <mc:Fallback>
            <p:pic>
              <p:nvPicPr>
                <p:cNvPr id="196" name="잉크 195">
                  <a:extLst>
                    <a:ext uri="{FF2B5EF4-FFF2-40B4-BE49-F238E27FC236}">
                      <a16:creationId xmlns:a16="http://schemas.microsoft.com/office/drawing/2014/main" id="{E5C26DF2-7DEC-DE03-D388-4AE15747C241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033002" y="5312917"/>
                  <a:ext cx="117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7" name="잉크 196">
                  <a:extLst>
                    <a:ext uri="{FF2B5EF4-FFF2-40B4-BE49-F238E27FC236}">
                      <a16:creationId xmlns:a16="http://schemas.microsoft.com/office/drawing/2014/main" id="{14CF5D6D-B0C1-2186-1EBD-7591C0664523}"/>
                    </a:ext>
                  </a:extLst>
                </p14:cNvPr>
                <p14:cNvContentPartPr/>
                <p14:nvPr/>
              </p14:nvContentPartPr>
              <p14:xfrm>
                <a:off x="10136322" y="5334877"/>
                <a:ext cx="87480" cy="195120"/>
              </p14:xfrm>
            </p:contentPart>
          </mc:Choice>
          <mc:Fallback>
            <p:pic>
              <p:nvPicPr>
                <p:cNvPr id="197" name="잉크 196">
                  <a:extLst>
                    <a:ext uri="{FF2B5EF4-FFF2-40B4-BE49-F238E27FC236}">
                      <a16:creationId xmlns:a16="http://schemas.microsoft.com/office/drawing/2014/main" id="{14CF5D6D-B0C1-2186-1EBD-7591C0664523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118322" y="5316877"/>
                  <a:ext cx="1231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8" name="잉크 197">
                  <a:extLst>
                    <a:ext uri="{FF2B5EF4-FFF2-40B4-BE49-F238E27FC236}">
                      <a16:creationId xmlns:a16="http://schemas.microsoft.com/office/drawing/2014/main" id="{AF3B3E23-85FA-F6CF-D283-DBCFBCC93163}"/>
                    </a:ext>
                  </a:extLst>
                </p14:cNvPr>
                <p14:cNvContentPartPr/>
                <p14:nvPr/>
              </p14:nvContentPartPr>
              <p14:xfrm>
                <a:off x="10281762" y="5037877"/>
                <a:ext cx="446760" cy="359280"/>
              </p14:xfrm>
            </p:contentPart>
          </mc:Choice>
          <mc:Fallback>
            <p:pic>
              <p:nvPicPr>
                <p:cNvPr id="198" name="잉크 197">
                  <a:extLst>
                    <a:ext uri="{FF2B5EF4-FFF2-40B4-BE49-F238E27FC236}">
                      <a16:creationId xmlns:a16="http://schemas.microsoft.com/office/drawing/2014/main" id="{AF3B3E23-85FA-F6CF-D283-DBCFBCC9316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263762" y="5020237"/>
                  <a:ext cx="48240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3" name="잉크 202">
                  <a:extLst>
                    <a:ext uri="{FF2B5EF4-FFF2-40B4-BE49-F238E27FC236}">
                      <a16:creationId xmlns:a16="http://schemas.microsoft.com/office/drawing/2014/main" id="{F5C5A694-8ACB-D6A2-F1D5-4ABEDB138ED7}"/>
                    </a:ext>
                  </a:extLst>
                </p14:cNvPr>
                <p14:cNvContentPartPr/>
                <p14:nvPr/>
              </p14:nvContentPartPr>
              <p14:xfrm>
                <a:off x="7891722" y="5791357"/>
                <a:ext cx="189360" cy="286200"/>
              </p14:xfrm>
            </p:contentPart>
          </mc:Choice>
          <mc:Fallback>
            <p:pic>
              <p:nvPicPr>
                <p:cNvPr id="203" name="잉크 202">
                  <a:extLst>
                    <a:ext uri="{FF2B5EF4-FFF2-40B4-BE49-F238E27FC236}">
                      <a16:creationId xmlns:a16="http://schemas.microsoft.com/office/drawing/2014/main" id="{F5C5A694-8ACB-D6A2-F1D5-4ABEDB138ED7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7874082" y="5773717"/>
                  <a:ext cx="2250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4" name="잉크 203">
                  <a:extLst>
                    <a:ext uri="{FF2B5EF4-FFF2-40B4-BE49-F238E27FC236}">
                      <a16:creationId xmlns:a16="http://schemas.microsoft.com/office/drawing/2014/main" id="{7E08A0A8-A635-D1EE-4FEF-FD3322553A45}"/>
                    </a:ext>
                  </a:extLst>
                </p14:cNvPr>
                <p14:cNvContentPartPr/>
                <p14:nvPr/>
              </p14:nvContentPartPr>
              <p14:xfrm>
                <a:off x="8119602" y="5785597"/>
                <a:ext cx="266400" cy="278280"/>
              </p14:xfrm>
            </p:contentPart>
          </mc:Choice>
          <mc:Fallback>
            <p:pic>
              <p:nvPicPr>
                <p:cNvPr id="204" name="잉크 203">
                  <a:extLst>
                    <a:ext uri="{FF2B5EF4-FFF2-40B4-BE49-F238E27FC236}">
                      <a16:creationId xmlns:a16="http://schemas.microsoft.com/office/drawing/2014/main" id="{7E08A0A8-A635-D1EE-4FEF-FD3322553A45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101962" y="5767597"/>
                  <a:ext cx="3020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5" name="잉크 204">
                  <a:extLst>
                    <a:ext uri="{FF2B5EF4-FFF2-40B4-BE49-F238E27FC236}">
                      <a16:creationId xmlns:a16="http://schemas.microsoft.com/office/drawing/2014/main" id="{7DB4A953-7A6E-82A0-CFBD-1426DF20DEF7}"/>
                    </a:ext>
                  </a:extLst>
                </p14:cNvPr>
                <p14:cNvContentPartPr/>
                <p14:nvPr/>
              </p14:nvContentPartPr>
              <p14:xfrm>
                <a:off x="8438922" y="5740957"/>
                <a:ext cx="12240" cy="169200"/>
              </p14:xfrm>
            </p:contentPart>
          </mc:Choice>
          <mc:Fallback>
            <p:pic>
              <p:nvPicPr>
                <p:cNvPr id="205" name="잉크 204">
                  <a:extLst>
                    <a:ext uri="{FF2B5EF4-FFF2-40B4-BE49-F238E27FC236}">
                      <a16:creationId xmlns:a16="http://schemas.microsoft.com/office/drawing/2014/main" id="{7DB4A953-7A6E-82A0-CFBD-1426DF20DEF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421282" y="5722957"/>
                  <a:ext cx="47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6" name="잉크 205">
                  <a:extLst>
                    <a:ext uri="{FF2B5EF4-FFF2-40B4-BE49-F238E27FC236}">
                      <a16:creationId xmlns:a16="http://schemas.microsoft.com/office/drawing/2014/main" id="{F6D9FB3E-E4F5-6BCC-713E-9208D8A1C985}"/>
                    </a:ext>
                  </a:extLst>
                </p14:cNvPr>
                <p14:cNvContentPartPr/>
                <p14:nvPr/>
              </p14:nvContentPartPr>
              <p14:xfrm>
                <a:off x="8450442" y="5779837"/>
                <a:ext cx="185040" cy="225000"/>
              </p14:xfrm>
            </p:contentPart>
          </mc:Choice>
          <mc:Fallback>
            <p:pic>
              <p:nvPicPr>
                <p:cNvPr id="206" name="잉크 205">
                  <a:extLst>
                    <a:ext uri="{FF2B5EF4-FFF2-40B4-BE49-F238E27FC236}">
                      <a16:creationId xmlns:a16="http://schemas.microsoft.com/office/drawing/2014/main" id="{F6D9FB3E-E4F5-6BCC-713E-9208D8A1C985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432802" y="5761837"/>
                  <a:ext cx="2206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7" name="잉크 206">
                  <a:extLst>
                    <a:ext uri="{FF2B5EF4-FFF2-40B4-BE49-F238E27FC236}">
                      <a16:creationId xmlns:a16="http://schemas.microsoft.com/office/drawing/2014/main" id="{3CE535E6-F3EA-093C-439E-8B03621BE736}"/>
                    </a:ext>
                  </a:extLst>
                </p14:cNvPr>
                <p14:cNvContentPartPr/>
                <p14:nvPr/>
              </p14:nvContentPartPr>
              <p14:xfrm>
                <a:off x="8512002" y="6013477"/>
                <a:ext cx="205200" cy="74880"/>
              </p14:xfrm>
            </p:contentPart>
          </mc:Choice>
          <mc:Fallback>
            <p:pic>
              <p:nvPicPr>
                <p:cNvPr id="207" name="잉크 206">
                  <a:extLst>
                    <a:ext uri="{FF2B5EF4-FFF2-40B4-BE49-F238E27FC236}">
                      <a16:creationId xmlns:a16="http://schemas.microsoft.com/office/drawing/2014/main" id="{3CE535E6-F3EA-093C-439E-8B03621BE736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494002" y="5995837"/>
                  <a:ext cx="2408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1" name="잉크 210">
                  <a:extLst>
                    <a:ext uri="{FF2B5EF4-FFF2-40B4-BE49-F238E27FC236}">
                      <a16:creationId xmlns:a16="http://schemas.microsoft.com/office/drawing/2014/main" id="{432C8BD1-BF28-1E96-FFB2-FD48C1CED61F}"/>
                    </a:ext>
                  </a:extLst>
                </p14:cNvPr>
                <p14:cNvContentPartPr/>
                <p14:nvPr/>
              </p14:nvContentPartPr>
              <p14:xfrm>
                <a:off x="8870202" y="5872717"/>
                <a:ext cx="208080" cy="142200"/>
              </p14:xfrm>
            </p:contentPart>
          </mc:Choice>
          <mc:Fallback>
            <p:pic>
              <p:nvPicPr>
                <p:cNvPr id="211" name="잉크 210">
                  <a:extLst>
                    <a:ext uri="{FF2B5EF4-FFF2-40B4-BE49-F238E27FC236}">
                      <a16:creationId xmlns:a16="http://schemas.microsoft.com/office/drawing/2014/main" id="{432C8BD1-BF28-1E96-FFB2-FD48C1CED61F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852562" y="5854717"/>
                  <a:ext cx="2437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2" name="잉크 211">
                  <a:extLst>
                    <a:ext uri="{FF2B5EF4-FFF2-40B4-BE49-F238E27FC236}">
                      <a16:creationId xmlns:a16="http://schemas.microsoft.com/office/drawing/2014/main" id="{71552C3C-3E79-3CAC-A681-9986BC6DE981}"/>
                    </a:ext>
                  </a:extLst>
                </p14:cNvPr>
                <p14:cNvContentPartPr/>
                <p14:nvPr/>
              </p14:nvContentPartPr>
              <p14:xfrm>
                <a:off x="8905482" y="5831677"/>
                <a:ext cx="162000" cy="236160"/>
              </p14:xfrm>
            </p:contentPart>
          </mc:Choice>
          <mc:Fallback>
            <p:pic>
              <p:nvPicPr>
                <p:cNvPr id="212" name="잉크 211">
                  <a:extLst>
                    <a:ext uri="{FF2B5EF4-FFF2-40B4-BE49-F238E27FC236}">
                      <a16:creationId xmlns:a16="http://schemas.microsoft.com/office/drawing/2014/main" id="{71552C3C-3E79-3CAC-A681-9986BC6DE981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887842" y="5813677"/>
                  <a:ext cx="1976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3" name="잉크 212">
                  <a:extLst>
                    <a:ext uri="{FF2B5EF4-FFF2-40B4-BE49-F238E27FC236}">
                      <a16:creationId xmlns:a16="http://schemas.microsoft.com/office/drawing/2014/main" id="{B81D51E2-4F62-618B-C6CD-11673446D8E0}"/>
                    </a:ext>
                  </a:extLst>
                </p14:cNvPr>
                <p14:cNvContentPartPr/>
                <p14:nvPr/>
              </p14:nvContentPartPr>
              <p14:xfrm>
                <a:off x="9289602" y="5844997"/>
                <a:ext cx="182160" cy="153720"/>
              </p14:xfrm>
            </p:contentPart>
          </mc:Choice>
          <mc:Fallback>
            <p:pic>
              <p:nvPicPr>
                <p:cNvPr id="213" name="잉크 212">
                  <a:extLst>
                    <a:ext uri="{FF2B5EF4-FFF2-40B4-BE49-F238E27FC236}">
                      <a16:creationId xmlns:a16="http://schemas.microsoft.com/office/drawing/2014/main" id="{B81D51E2-4F62-618B-C6CD-11673446D8E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271602" y="5826997"/>
                  <a:ext cx="2178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4" name="잉크 213">
                  <a:extLst>
                    <a:ext uri="{FF2B5EF4-FFF2-40B4-BE49-F238E27FC236}">
                      <a16:creationId xmlns:a16="http://schemas.microsoft.com/office/drawing/2014/main" id="{5C9C8E85-6C44-1FD7-F589-5122BBAA73CB}"/>
                    </a:ext>
                  </a:extLst>
                </p14:cNvPr>
                <p14:cNvContentPartPr/>
                <p14:nvPr/>
              </p14:nvContentPartPr>
              <p14:xfrm>
                <a:off x="9386082" y="5881357"/>
                <a:ext cx="31680" cy="227880"/>
              </p14:xfrm>
            </p:contentPart>
          </mc:Choice>
          <mc:Fallback>
            <p:pic>
              <p:nvPicPr>
                <p:cNvPr id="214" name="잉크 213">
                  <a:extLst>
                    <a:ext uri="{FF2B5EF4-FFF2-40B4-BE49-F238E27FC236}">
                      <a16:creationId xmlns:a16="http://schemas.microsoft.com/office/drawing/2014/main" id="{5C9C8E85-6C44-1FD7-F589-5122BBAA73C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368082" y="5863357"/>
                  <a:ext cx="673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5" name="잉크 214">
                  <a:extLst>
                    <a:ext uri="{FF2B5EF4-FFF2-40B4-BE49-F238E27FC236}">
                      <a16:creationId xmlns:a16="http://schemas.microsoft.com/office/drawing/2014/main" id="{E8C35079-20AC-0A8F-13A7-BE3C98594FA1}"/>
                    </a:ext>
                  </a:extLst>
                </p14:cNvPr>
                <p14:cNvContentPartPr/>
                <p14:nvPr/>
              </p14:nvContentPartPr>
              <p14:xfrm>
                <a:off x="9554202" y="5916997"/>
                <a:ext cx="90000" cy="114840"/>
              </p14:xfrm>
            </p:contentPart>
          </mc:Choice>
          <mc:Fallback>
            <p:pic>
              <p:nvPicPr>
                <p:cNvPr id="215" name="잉크 214">
                  <a:extLst>
                    <a:ext uri="{FF2B5EF4-FFF2-40B4-BE49-F238E27FC236}">
                      <a16:creationId xmlns:a16="http://schemas.microsoft.com/office/drawing/2014/main" id="{E8C35079-20AC-0A8F-13A7-BE3C98594FA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536562" y="5898997"/>
                  <a:ext cx="125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6" name="잉크 215">
                  <a:extLst>
                    <a:ext uri="{FF2B5EF4-FFF2-40B4-BE49-F238E27FC236}">
                      <a16:creationId xmlns:a16="http://schemas.microsoft.com/office/drawing/2014/main" id="{32864CF6-E9ED-A2C1-981E-67F6EEE69C68}"/>
                    </a:ext>
                  </a:extLst>
                </p14:cNvPr>
                <p14:cNvContentPartPr/>
                <p14:nvPr/>
              </p14:nvContentPartPr>
              <p14:xfrm>
                <a:off x="9709002" y="5938957"/>
                <a:ext cx="97200" cy="120600"/>
              </p14:xfrm>
            </p:contentPart>
          </mc:Choice>
          <mc:Fallback>
            <p:pic>
              <p:nvPicPr>
                <p:cNvPr id="216" name="잉크 215">
                  <a:extLst>
                    <a:ext uri="{FF2B5EF4-FFF2-40B4-BE49-F238E27FC236}">
                      <a16:creationId xmlns:a16="http://schemas.microsoft.com/office/drawing/2014/main" id="{32864CF6-E9ED-A2C1-981E-67F6EEE69C68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691002" y="5921317"/>
                  <a:ext cx="1328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7" name="잉크 216">
                  <a:extLst>
                    <a:ext uri="{FF2B5EF4-FFF2-40B4-BE49-F238E27FC236}">
                      <a16:creationId xmlns:a16="http://schemas.microsoft.com/office/drawing/2014/main" id="{B453EC7A-1F09-3E1F-F4E0-FC42831F0B3F}"/>
                    </a:ext>
                  </a:extLst>
                </p14:cNvPr>
                <p14:cNvContentPartPr/>
                <p14:nvPr/>
              </p14:nvContentPartPr>
              <p14:xfrm>
                <a:off x="9902322" y="5954077"/>
                <a:ext cx="97560" cy="123480"/>
              </p14:xfrm>
            </p:contentPart>
          </mc:Choice>
          <mc:Fallback>
            <p:pic>
              <p:nvPicPr>
                <p:cNvPr id="217" name="잉크 216">
                  <a:extLst>
                    <a:ext uri="{FF2B5EF4-FFF2-40B4-BE49-F238E27FC236}">
                      <a16:creationId xmlns:a16="http://schemas.microsoft.com/office/drawing/2014/main" id="{B453EC7A-1F09-3E1F-F4E0-FC42831F0B3F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884322" y="5936437"/>
                  <a:ext cx="1332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8" name="잉크 217">
                  <a:extLst>
                    <a:ext uri="{FF2B5EF4-FFF2-40B4-BE49-F238E27FC236}">
                      <a16:creationId xmlns:a16="http://schemas.microsoft.com/office/drawing/2014/main" id="{41780161-C063-E16B-A020-47329D87B369}"/>
                    </a:ext>
                  </a:extLst>
                </p14:cNvPr>
                <p14:cNvContentPartPr/>
                <p14:nvPr/>
              </p14:nvContentPartPr>
              <p14:xfrm>
                <a:off x="10098522" y="5915917"/>
                <a:ext cx="118440" cy="141480"/>
              </p14:xfrm>
            </p:contentPart>
          </mc:Choice>
          <mc:Fallback>
            <p:pic>
              <p:nvPicPr>
                <p:cNvPr id="218" name="잉크 217">
                  <a:extLst>
                    <a:ext uri="{FF2B5EF4-FFF2-40B4-BE49-F238E27FC236}">
                      <a16:creationId xmlns:a16="http://schemas.microsoft.com/office/drawing/2014/main" id="{41780161-C063-E16B-A020-47329D87B369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080522" y="5898277"/>
                  <a:ext cx="1540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3" name="잉크 222">
                  <a:extLst>
                    <a:ext uri="{FF2B5EF4-FFF2-40B4-BE49-F238E27FC236}">
                      <a16:creationId xmlns:a16="http://schemas.microsoft.com/office/drawing/2014/main" id="{1873B0FB-3DF5-DBFD-53BF-78E733395EF2}"/>
                    </a:ext>
                  </a:extLst>
                </p14:cNvPr>
                <p14:cNvContentPartPr/>
                <p14:nvPr/>
              </p14:nvContentPartPr>
              <p14:xfrm>
                <a:off x="7867602" y="5495077"/>
                <a:ext cx="1653840" cy="841320"/>
              </p14:xfrm>
            </p:contentPart>
          </mc:Choice>
          <mc:Fallback>
            <p:pic>
              <p:nvPicPr>
                <p:cNvPr id="223" name="잉크 222">
                  <a:extLst>
                    <a:ext uri="{FF2B5EF4-FFF2-40B4-BE49-F238E27FC236}">
                      <a16:creationId xmlns:a16="http://schemas.microsoft.com/office/drawing/2014/main" id="{1873B0FB-3DF5-DBFD-53BF-78E733395EF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7849962" y="5477077"/>
                  <a:ext cx="1689480" cy="87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5" name="잉크 224">
                  <a:extLst>
                    <a:ext uri="{FF2B5EF4-FFF2-40B4-BE49-F238E27FC236}">
                      <a16:creationId xmlns:a16="http://schemas.microsoft.com/office/drawing/2014/main" id="{56E971A3-B99F-C8E3-7401-00202777083C}"/>
                    </a:ext>
                  </a:extLst>
                </p14:cNvPr>
                <p14:cNvContentPartPr/>
                <p14:nvPr/>
              </p14:nvContentPartPr>
              <p14:xfrm>
                <a:off x="9958482" y="1902277"/>
                <a:ext cx="244800" cy="267840"/>
              </p14:xfrm>
            </p:contentPart>
          </mc:Choice>
          <mc:Fallback>
            <p:pic>
              <p:nvPicPr>
                <p:cNvPr id="225" name="잉크 224">
                  <a:extLst>
                    <a:ext uri="{FF2B5EF4-FFF2-40B4-BE49-F238E27FC236}">
                      <a16:creationId xmlns:a16="http://schemas.microsoft.com/office/drawing/2014/main" id="{56E971A3-B99F-C8E3-7401-00202777083C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940842" y="1884277"/>
                  <a:ext cx="2804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6" name="잉크 225">
                  <a:extLst>
                    <a:ext uri="{FF2B5EF4-FFF2-40B4-BE49-F238E27FC236}">
                      <a16:creationId xmlns:a16="http://schemas.microsoft.com/office/drawing/2014/main" id="{4BC05341-7A56-0657-18E5-933670A7BED5}"/>
                    </a:ext>
                  </a:extLst>
                </p14:cNvPr>
                <p14:cNvContentPartPr/>
                <p14:nvPr/>
              </p14:nvContentPartPr>
              <p14:xfrm>
                <a:off x="10186362" y="1833877"/>
                <a:ext cx="194760" cy="293400"/>
              </p14:xfrm>
            </p:contentPart>
          </mc:Choice>
          <mc:Fallback>
            <p:pic>
              <p:nvPicPr>
                <p:cNvPr id="226" name="잉크 225">
                  <a:extLst>
                    <a:ext uri="{FF2B5EF4-FFF2-40B4-BE49-F238E27FC236}">
                      <a16:creationId xmlns:a16="http://schemas.microsoft.com/office/drawing/2014/main" id="{4BC05341-7A56-0657-18E5-933670A7BED5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168362" y="1815877"/>
                  <a:ext cx="2304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7" name="잉크 226">
                  <a:extLst>
                    <a:ext uri="{FF2B5EF4-FFF2-40B4-BE49-F238E27FC236}">
                      <a16:creationId xmlns:a16="http://schemas.microsoft.com/office/drawing/2014/main" id="{282AE4D1-5B28-07CF-7FC3-E8B11BFBB5A1}"/>
                    </a:ext>
                  </a:extLst>
                </p14:cNvPr>
                <p14:cNvContentPartPr/>
                <p14:nvPr/>
              </p14:nvContentPartPr>
              <p14:xfrm>
                <a:off x="10497762" y="1868077"/>
                <a:ext cx="91440" cy="279360"/>
              </p14:xfrm>
            </p:contentPart>
          </mc:Choice>
          <mc:Fallback>
            <p:pic>
              <p:nvPicPr>
                <p:cNvPr id="227" name="잉크 226">
                  <a:extLst>
                    <a:ext uri="{FF2B5EF4-FFF2-40B4-BE49-F238E27FC236}">
                      <a16:creationId xmlns:a16="http://schemas.microsoft.com/office/drawing/2014/main" id="{282AE4D1-5B28-07CF-7FC3-E8B11BFBB5A1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480122" y="1850437"/>
                  <a:ext cx="1270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8" name="잉크 227">
                  <a:extLst>
                    <a:ext uri="{FF2B5EF4-FFF2-40B4-BE49-F238E27FC236}">
                      <a16:creationId xmlns:a16="http://schemas.microsoft.com/office/drawing/2014/main" id="{21C8F930-A19C-0B60-B8A1-6C7AE8DFADD8}"/>
                    </a:ext>
                  </a:extLst>
                </p14:cNvPr>
                <p14:cNvContentPartPr/>
                <p14:nvPr/>
              </p14:nvContentPartPr>
              <p14:xfrm>
                <a:off x="10714482" y="1935757"/>
                <a:ext cx="192960" cy="166680"/>
              </p14:xfrm>
            </p:contentPart>
          </mc:Choice>
          <mc:Fallback>
            <p:pic>
              <p:nvPicPr>
                <p:cNvPr id="228" name="잉크 227">
                  <a:extLst>
                    <a:ext uri="{FF2B5EF4-FFF2-40B4-BE49-F238E27FC236}">
                      <a16:creationId xmlns:a16="http://schemas.microsoft.com/office/drawing/2014/main" id="{21C8F930-A19C-0B60-B8A1-6C7AE8DFADD8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696842" y="1918117"/>
                  <a:ext cx="2286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9" name="잉크 228">
                  <a:extLst>
                    <a:ext uri="{FF2B5EF4-FFF2-40B4-BE49-F238E27FC236}">
                      <a16:creationId xmlns:a16="http://schemas.microsoft.com/office/drawing/2014/main" id="{212449F2-988B-8DB8-A605-919EF4BE7B00}"/>
                    </a:ext>
                  </a:extLst>
                </p14:cNvPr>
                <p14:cNvContentPartPr/>
                <p14:nvPr/>
              </p14:nvContentPartPr>
              <p14:xfrm>
                <a:off x="10754082" y="1946197"/>
                <a:ext cx="149760" cy="178920"/>
              </p14:xfrm>
            </p:contentPart>
          </mc:Choice>
          <mc:Fallback>
            <p:pic>
              <p:nvPicPr>
                <p:cNvPr id="229" name="잉크 228">
                  <a:extLst>
                    <a:ext uri="{FF2B5EF4-FFF2-40B4-BE49-F238E27FC236}">
                      <a16:creationId xmlns:a16="http://schemas.microsoft.com/office/drawing/2014/main" id="{212449F2-988B-8DB8-A605-919EF4BE7B00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736082" y="1928197"/>
                  <a:ext cx="1854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30" name="잉크 229">
                  <a:extLst>
                    <a:ext uri="{FF2B5EF4-FFF2-40B4-BE49-F238E27FC236}">
                      <a16:creationId xmlns:a16="http://schemas.microsoft.com/office/drawing/2014/main" id="{EC3A5D18-964F-53B8-D450-CF647CFBF18B}"/>
                    </a:ext>
                  </a:extLst>
                </p14:cNvPr>
                <p14:cNvContentPartPr/>
                <p14:nvPr/>
              </p14:nvContentPartPr>
              <p14:xfrm>
                <a:off x="11040282" y="1937557"/>
                <a:ext cx="163080" cy="203760"/>
              </p14:xfrm>
            </p:contentPart>
          </mc:Choice>
          <mc:Fallback>
            <p:pic>
              <p:nvPicPr>
                <p:cNvPr id="230" name="잉크 229">
                  <a:extLst>
                    <a:ext uri="{FF2B5EF4-FFF2-40B4-BE49-F238E27FC236}">
                      <a16:creationId xmlns:a16="http://schemas.microsoft.com/office/drawing/2014/main" id="{EC3A5D18-964F-53B8-D450-CF647CFBF18B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1022642" y="1919557"/>
                  <a:ext cx="1987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31" name="잉크 230">
                  <a:extLst>
                    <a:ext uri="{FF2B5EF4-FFF2-40B4-BE49-F238E27FC236}">
                      <a16:creationId xmlns:a16="http://schemas.microsoft.com/office/drawing/2014/main" id="{5D21D121-91D9-A9A8-481C-9EB7D7F24287}"/>
                    </a:ext>
                  </a:extLst>
                </p14:cNvPr>
                <p14:cNvContentPartPr/>
                <p14:nvPr/>
              </p14:nvContentPartPr>
              <p14:xfrm>
                <a:off x="11059362" y="1946197"/>
                <a:ext cx="156600" cy="361440"/>
              </p14:xfrm>
            </p:contentPart>
          </mc:Choice>
          <mc:Fallback>
            <p:pic>
              <p:nvPicPr>
                <p:cNvPr id="231" name="잉크 230">
                  <a:extLst>
                    <a:ext uri="{FF2B5EF4-FFF2-40B4-BE49-F238E27FC236}">
                      <a16:creationId xmlns:a16="http://schemas.microsoft.com/office/drawing/2014/main" id="{5D21D121-91D9-A9A8-481C-9EB7D7F24287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1041362" y="1928197"/>
                  <a:ext cx="19224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2" name="잉크 231">
                  <a:extLst>
                    <a:ext uri="{FF2B5EF4-FFF2-40B4-BE49-F238E27FC236}">
                      <a16:creationId xmlns:a16="http://schemas.microsoft.com/office/drawing/2014/main" id="{579DF9AB-E055-E5F3-DA3F-BCDCD9F9DB48}"/>
                    </a:ext>
                  </a:extLst>
                </p14:cNvPr>
                <p14:cNvContentPartPr/>
                <p14:nvPr/>
              </p14:nvContentPartPr>
              <p14:xfrm>
                <a:off x="9922122" y="2378557"/>
                <a:ext cx="1603080" cy="101160"/>
              </p14:xfrm>
            </p:contentPart>
          </mc:Choice>
          <mc:Fallback>
            <p:pic>
              <p:nvPicPr>
                <p:cNvPr id="232" name="잉크 231">
                  <a:extLst>
                    <a:ext uri="{FF2B5EF4-FFF2-40B4-BE49-F238E27FC236}">
                      <a16:creationId xmlns:a16="http://schemas.microsoft.com/office/drawing/2014/main" id="{579DF9AB-E055-E5F3-DA3F-BCDCD9F9DB48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904122" y="2360917"/>
                  <a:ext cx="16387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3" name="잉크 232">
                  <a:extLst>
                    <a:ext uri="{FF2B5EF4-FFF2-40B4-BE49-F238E27FC236}">
                      <a16:creationId xmlns:a16="http://schemas.microsoft.com/office/drawing/2014/main" id="{F5C321E3-E769-1413-C2DA-1571B7C68656}"/>
                    </a:ext>
                  </a:extLst>
                </p14:cNvPr>
                <p14:cNvContentPartPr/>
                <p14:nvPr/>
              </p14:nvContentPartPr>
              <p14:xfrm>
                <a:off x="10219122" y="2544517"/>
                <a:ext cx="148680" cy="300240"/>
              </p14:xfrm>
            </p:contentPart>
          </mc:Choice>
          <mc:Fallback>
            <p:pic>
              <p:nvPicPr>
                <p:cNvPr id="233" name="잉크 232">
                  <a:extLst>
                    <a:ext uri="{FF2B5EF4-FFF2-40B4-BE49-F238E27FC236}">
                      <a16:creationId xmlns:a16="http://schemas.microsoft.com/office/drawing/2014/main" id="{F5C321E3-E769-1413-C2DA-1571B7C6865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201482" y="2526877"/>
                  <a:ext cx="1843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4" name="잉크 233">
                  <a:extLst>
                    <a:ext uri="{FF2B5EF4-FFF2-40B4-BE49-F238E27FC236}">
                      <a16:creationId xmlns:a16="http://schemas.microsoft.com/office/drawing/2014/main" id="{B60A5C22-7B8D-C9A9-6BCC-89C23304D04D}"/>
                    </a:ext>
                  </a:extLst>
                </p14:cNvPr>
                <p14:cNvContentPartPr/>
                <p14:nvPr/>
              </p14:nvContentPartPr>
              <p14:xfrm>
                <a:off x="10438722" y="2606437"/>
                <a:ext cx="205560" cy="200160"/>
              </p14:xfrm>
            </p:contentPart>
          </mc:Choice>
          <mc:Fallback>
            <p:pic>
              <p:nvPicPr>
                <p:cNvPr id="234" name="잉크 233">
                  <a:extLst>
                    <a:ext uri="{FF2B5EF4-FFF2-40B4-BE49-F238E27FC236}">
                      <a16:creationId xmlns:a16="http://schemas.microsoft.com/office/drawing/2014/main" id="{B60A5C22-7B8D-C9A9-6BCC-89C23304D04D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421082" y="2588797"/>
                  <a:ext cx="2412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5" name="잉크 234">
                  <a:extLst>
                    <a:ext uri="{FF2B5EF4-FFF2-40B4-BE49-F238E27FC236}">
                      <a16:creationId xmlns:a16="http://schemas.microsoft.com/office/drawing/2014/main" id="{28B88989-EDCC-70D5-D0D2-15D877147821}"/>
                    </a:ext>
                  </a:extLst>
                </p14:cNvPr>
                <p14:cNvContentPartPr/>
                <p14:nvPr/>
              </p14:nvContentPartPr>
              <p14:xfrm>
                <a:off x="10659042" y="2692117"/>
                <a:ext cx="165960" cy="130320"/>
              </p14:xfrm>
            </p:contentPart>
          </mc:Choice>
          <mc:Fallback>
            <p:pic>
              <p:nvPicPr>
                <p:cNvPr id="235" name="잉크 234">
                  <a:extLst>
                    <a:ext uri="{FF2B5EF4-FFF2-40B4-BE49-F238E27FC236}">
                      <a16:creationId xmlns:a16="http://schemas.microsoft.com/office/drawing/2014/main" id="{28B88989-EDCC-70D5-D0D2-15D877147821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0641042" y="2674117"/>
                  <a:ext cx="2016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6" name="잉크 235">
                  <a:extLst>
                    <a:ext uri="{FF2B5EF4-FFF2-40B4-BE49-F238E27FC236}">
                      <a16:creationId xmlns:a16="http://schemas.microsoft.com/office/drawing/2014/main" id="{A029BE0A-0F01-7A55-54E4-F56ADA6702F9}"/>
                    </a:ext>
                  </a:extLst>
                </p14:cNvPr>
                <p14:cNvContentPartPr/>
                <p14:nvPr/>
              </p14:nvContentPartPr>
              <p14:xfrm>
                <a:off x="10675242" y="2656837"/>
                <a:ext cx="122400" cy="214560"/>
              </p14:xfrm>
            </p:contentPart>
          </mc:Choice>
          <mc:Fallback>
            <p:pic>
              <p:nvPicPr>
                <p:cNvPr id="236" name="잉크 235">
                  <a:extLst>
                    <a:ext uri="{FF2B5EF4-FFF2-40B4-BE49-F238E27FC236}">
                      <a16:creationId xmlns:a16="http://schemas.microsoft.com/office/drawing/2014/main" id="{A029BE0A-0F01-7A55-54E4-F56ADA6702F9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657242" y="2638837"/>
                  <a:ext cx="1580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7" name="잉크 236">
                  <a:extLst>
                    <a:ext uri="{FF2B5EF4-FFF2-40B4-BE49-F238E27FC236}">
                      <a16:creationId xmlns:a16="http://schemas.microsoft.com/office/drawing/2014/main" id="{232BE48C-A5FA-1BF2-DBE3-F6CE2C234149}"/>
                    </a:ext>
                  </a:extLst>
                </p14:cNvPr>
                <p14:cNvContentPartPr/>
                <p14:nvPr/>
              </p14:nvContentPartPr>
              <p14:xfrm>
                <a:off x="10960362" y="2673757"/>
                <a:ext cx="220680" cy="423360"/>
              </p14:xfrm>
            </p:contentPart>
          </mc:Choice>
          <mc:Fallback>
            <p:pic>
              <p:nvPicPr>
                <p:cNvPr id="237" name="잉크 236">
                  <a:extLst>
                    <a:ext uri="{FF2B5EF4-FFF2-40B4-BE49-F238E27FC236}">
                      <a16:creationId xmlns:a16="http://schemas.microsoft.com/office/drawing/2014/main" id="{232BE48C-A5FA-1BF2-DBE3-F6CE2C234149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942722" y="2656117"/>
                  <a:ext cx="25632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9" name="잉크 238">
                  <a:extLst>
                    <a:ext uri="{FF2B5EF4-FFF2-40B4-BE49-F238E27FC236}">
                      <a16:creationId xmlns:a16="http://schemas.microsoft.com/office/drawing/2014/main" id="{4535E28D-0AE1-D716-93EF-DF9FB3D59AAC}"/>
                    </a:ext>
                  </a:extLst>
                </p14:cNvPr>
                <p14:cNvContentPartPr/>
                <p14:nvPr/>
              </p14:nvContentPartPr>
              <p14:xfrm>
                <a:off x="10857042" y="1830997"/>
                <a:ext cx="396720" cy="1301040"/>
              </p14:xfrm>
            </p:contentPart>
          </mc:Choice>
          <mc:Fallback>
            <p:pic>
              <p:nvPicPr>
                <p:cNvPr id="239" name="잉크 238">
                  <a:extLst>
                    <a:ext uri="{FF2B5EF4-FFF2-40B4-BE49-F238E27FC236}">
                      <a16:creationId xmlns:a16="http://schemas.microsoft.com/office/drawing/2014/main" id="{4535E28D-0AE1-D716-93EF-DF9FB3D59AAC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839402" y="1813357"/>
                  <a:ext cx="432360" cy="13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40" name="잉크 239">
                  <a:extLst>
                    <a:ext uri="{FF2B5EF4-FFF2-40B4-BE49-F238E27FC236}">
                      <a16:creationId xmlns:a16="http://schemas.microsoft.com/office/drawing/2014/main" id="{F923FD2C-9B15-0911-6401-BAB277C30EF6}"/>
                    </a:ext>
                  </a:extLst>
                </p14:cNvPr>
                <p14:cNvContentPartPr/>
                <p14:nvPr/>
              </p14:nvContentPartPr>
              <p14:xfrm>
                <a:off x="10243602" y="2599957"/>
                <a:ext cx="305640" cy="264960"/>
              </p14:xfrm>
            </p:contentPart>
          </mc:Choice>
          <mc:Fallback>
            <p:pic>
              <p:nvPicPr>
                <p:cNvPr id="240" name="잉크 239">
                  <a:extLst>
                    <a:ext uri="{FF2B5EF4-FFF2-40B4-BE49-F238E27FC236}">
                      <a16:creationId xmlns:a16="http://schemas.microsoft.com/office/drawing/2014/main" id="{F923FD2C-9B15-0911-6401-BAB277C30EF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225962" y="2582317"/>
                  <a:ext cx="3412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1" name="잉크 240">
                  <a:extLst>
                    <a:ext uri="{FF2B5EF4-FFF2-40B4-BE49-F238E27FC236}">
                      <a16:creationId xmlns:a16="http://schemas.microsoft.com/office/drawing/2014/main" id="{A10D9702-0CFD-88D1-E9E9-8408E07D7ABA}"/>
                    </a:ext>
                  </a:extLst>
                </p14:cNvPr>
                <p14:cNvContentPartPr/>
                <p14:nvPr/>
              </p14:nvContentPartPr>
              <p14:xfrm>
                <a:off x="10042722" y="1783117"/>
                <a:ext cx="551520" cy="402840"/>
              </p14:xfrm>
            </p:contentPart>
          </mc:Choice>
          <mc:Fallback>
            <p:pic>
              <p:nvPicPr>
                <p:cNvPr id="241" name="잉크 240">
                  <a:extLst>
                    <a:ext uri="{FF2B5EF4-FFF2-40B4-BE49-F238E27FC236}">
                      <a16:creationId xmlns:a16="http://schemas.microsoft.com/office/drawing/2014/main" id="{A10D9702-0CFD-88D1-E9E9-8408E07D7ABA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025082" y="1765477"/>
                  <a:ext cx="58716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3" name="잉크 242">
                  <a:extLst>
                    <a:ext uri="{FF2B5EF4-FFF2-40B4-BE49-F238E27FC236}">
                      <a16:creationId xmlns:a16="http://schemas.microsoft.com/office/drawing/2014/main" id="{87B25916-80B5-CE14-E95C-A27281453E03}"/>
                    </a:ext>
                  </a:extLst>
                </p14:cNvPr>
                <p14:cNvContentPartPr/>
                <p14:nvPr/>
              </p14:nvContentPartPr>
              <p14:xfrm>
                <a:off x="11520522" y="1419877"/>
                <a:ext cx="174960" cy="322200"/>
              </p14:xfrm>
            </p:contentPart>
          </mc:Choice>
          <mc:Fallback>
            <p:pic>
              <p:nvPicPr>
                <p:cNvPr id="243" name="잉크 242">
                  <a:extLst>
                    <a:ext uri="{FF2B5EF4-FFF2-40B4-BE49-F238E27FC236}">
                      <a16:creationId xmlns:a16="http://schemas.microsoft.com/office/drawing/2014/main" id="{87B25916-80B5-CE14-E95C-A27281453E03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1502882" y="1402237"/>
                  <a:ext cx="2106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4" name="잉크 243">
                  <a:extLst>
                    <a:ext uri="{FF2B5EF4-FFF2-40B4-BE49-F238E27FC236}">
                      <a16:creationId xmlns:a16="http://schemas.microsoft.com/office/drawing/2014/main" id="{8F40CCC9-1B05-D4B5-3AAF-1338A1137D6B}"/>
                    </a:ext>
                  </a:extLst>
                </p14:cNvPr>
                <p14:cNvContentPartPr/>
                <p14:nvPr/>
              </p14:nvContentPartPr>
              <p14:xfrm>
                <a:off x="11729322" y="1479997"/>
                <a:ext cx="53640" cy="196920"/>
              </p14:xfrm>
            </p:contentPart>
          </mc:Choice>
          <mc:Fallback>
            <p:pic>
              <p:nvPicPr>
                <p:cNvPr id="244" name="잉크 243">
                  <a:extLst>
                    <a:ext uri="{FF2B5EF4-FFF2-40B4-BE49-F238E27FC236}">
                      <a16:creationId xmlns:a16="http://schemas.microsoft.com/office/drawing/2014/main" id="{8F40CCC9-1B05-D4B5-3AAF-1338A1137D6B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1711682" y="1461997"/>
                  <a:ext cx="89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5" name="잉크 244">
                  <a:extLst>
                    <a:ext uri="{FF2B5EF4-FFF2-40B4-BE49-F238E27FC236}">
                      <a16:creationId xmlns:a16="http://schemas.microsoft.com/office/drawing/2014/main" id="{66A27558-484A-3765-3F95-965E8658C692}"/>
                    </a:ext>
                  </a:extLst>
                </p14:cNvPr>
                <p14:cNvContentPartPr/>
                <p14:nvPr/>
              </p14:nvContentPartPr>
              <p14:xfrm>
                <a:off x="11716002" y="1508797"/>
                <a:ext cx="280080" cy="601560"/>
              </p14:xfrm>
            </p:contentPart>
          </mc:Choice>
          <mc:Fallback>
            <p:pic>
              <p:nvPicPr>
                <p:cNvPr id="245" name="잉크 244">
                  <a:extLst>
                    <a:ext uri="{FF2B5EF4-FFF2-40B4-BE49-F238E27FC236}">
                      <a16:creationId xmlns:a16="http://schemas.microsoft.com/office/drawing/2014/main" id="{66A27558-484A-3765-3F95-965E8658C692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1698362" y="1491157"/>
                  <a:ext cx="31572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7" name="잉크 246">
                  <a:extLst>
                    <a:ext uri="{FF2B5EF4-FFF2-40B4-BE49-F238E27FC236}">
                      <a16:creationId xmlns:a16="http://schemas.microsoft.com/office/drawing/2014/main" id="{59F7615E-F45A-A6C1-EE80-59F54D556A15}"/>
                    </a:ext>
                  </a:extLst>
                </p14:cNvPr>
                <p14:cNvContentPartPr/>
                <p14:nvPr/>
              </p14:nvContentPartPr>
              <p14:xfrm>
                <a:off x="4651002" y="4815757"/>
                <a:ext cx="765720" cy="718200"/>
              </p14:xfrm>
            </p:contentPart>
          </mc:Choice>
          <mc:Fallback>
            <p:pic>
              <p:nvPicPr>
                <p:cNvPr id="247" name="잉크 246">
                  <a:extLst>
                    <a:ext uri="{FF2B5EF4-FFF2-40B4-BE49-F238E27FC236}">
                      <a16:creationId xmlns:a16="http://schemas.microsoft.com/office/drawing/2014/main" id="{59F7615E-F45A-A6C1-EE80-59F54D556A15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4633002" y="4798117"/>
                  <a:ext cx="801360" cy="75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8" name="잉크 247">
                  <a:extLst>
                    <a:ext uri="{FF2B5EF4-FFF2-40B4-BE49-F238E27FC236}">
                      <a16:creationId xmlns:a16="http://schemas.microsoft.com/office/drawing/2014/main" id="{B5D3F3B5-CD94-16FE-7C5F-CF07CF396E2D}"/>
                    </a:ext>
                  </a:extLst>
                </p14:cNvPr>
                <p14:cNvContentPartPr/>
                <p14:nvPr/>
              </p14:nvContentPartPr>
              <p14:xfrm>
                <a:off x="4736322" y="5155597"/>
                <a:ext cx="262440" cy="8280"/>
              </p14:xfrm>
            </p:contentPart>
          </mc:Choice>
          <mc:Fallback>
            <p:pic>
              <p:nvPicPr>
                <p:cNvPr id="248" name="잉크 247">
                  <a:extLst>
                    <a:ext uri="{FF2B5EF4-FFF2-40B4-BE49-F238E27FC236}">
                      <a16:creationId xmlns:a16="http://schemas.microsoft.com/office/drawing/2014/main" id="{B5D3F3B5-CD94-16FE-7C5F-CF07CF396E2D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4718682" y="5137597"/>
                  <a:ext cx="2980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50" name="잉크 249">
                  <a:extLst>
                    <a:ext uri="{FF2B5EF4-FFF2-40B4-BE49-F238E27FC236}">
                      <a16:creationId xmlns:a16="http://schemas.microsoft.com/office/drawing/2014/main" id="{BBCF5BA4-FDAD-6538-0260-5738CF0E9958}"/>
                    </a:ext>
                  </a:extLst>
                </p14:cNvPr>
                <p14:cNvContentPartPr/>
                <p14:nvPr/>
              </p14:nvContentPartPr>
              <p14:xfrm>
                <a:off x="5216922" y="5081077"/>
                <a:ext cx="301680" cy="172800"/>
              </p14:xfrm>
            </p:contentPart>
          </mc:Choice>
          <mc:Fallback>
            <p:pic>
              <p:nvPicPr>
                <p:cNvPr id="250" name="잉크 249">
                  <a:extLst>
                    <a:ext uri="{FF2B5EF4-FFF2-40B4-BE49-F238E27FC236}">
                      <a16:creationId xmlns:a16="http://schemas.microsoft.com/office/drawing/2014/main" id="{BBCF5BA4-FDAD-6538-0260-5738CF0E9958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5198922" y="5063437"/>
                  <a:ext cx="337320" cy="208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6335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39E84-B23F-3DB7-008E-0CE3A9A7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(FBO</a:t>
            </a:r>
            <a:r>
              <a:rPr lang="ko-KR" altLang="en-US" dirty="0"/>
              <a:t> 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F2CF75-4AFF-CF24-BB1A-481FD3529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glGenFramebuffers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(2,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glGenTextures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(2,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for (int i = 0; i &lt; 2; i++)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glTexImage2D(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GL_TEXTURE_2D, 0, GL_RGBA16F,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0, GL_RGBA, GL_FLOAT, NULL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GL_TEXTURE_MIN_FILTER,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GL_TEXTURE_MAG_FILTER,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GL_TEXTURE_WRAP_S, GL_CLAMP_TO_EDGE);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GL_TEXTURE_WRAP_T, GL_CLAMP_TO_EDGE);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glFramebufferTexture2D(GL_FRAMEBUFFER, GL_COLOR_ATTACHMENT0, 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], 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status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glCheckFramebufferStatus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if (status != GL_FRAMEBUFFER_COMPLETE)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std::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&lt;&lt;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creation failed" &lt;&lt; std::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5966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A579E-800A-3100-44CA-EDB2EE7E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VS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18C4A-0545-7191-4FED-BF068F9F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vec3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out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fr-FR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vec4 newPosition = vec4(a_Position, 1);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newPosition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5642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A579E-800A-3100-44CA-EDB2EE7E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FS </a:t>
            </a:r>
            <a:r>
              <a:rPr lang="ko-KR" altLang="en-US" dirty="0"/>
              <a:t>코드 </a:t>
            </a:r>
            <a:r>
              <a:rPr lang="en-US" altLang="ko-KR" dirty="0"/>
              <a:t>: </a:t>
            </a:r>
            <a:r>
              <a:rPr lang="ko-KR" altLang="en-US" dirty="0"/>
              <a:t>가로</a:t>
            </a:r>
            <a:r>
              <a:rPr lang="en-US" altLang="ko-KR" dirty="0"/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18C4A-0545-7191-4FED-BF068F9F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layout(location=0)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sampler2D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float weight[5] = float[] (0.227027, 0.1945946, 0.1216216, 0.054054, 0.016216);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            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1.0 /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textureSize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0); // gets size of single texel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result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weight[0]; // current fragment's contribution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for(int i = 1; i &lt; 5; ++i)</a:t>
            </a:r>
          </a:p>
          <a:p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result +=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+ vec2(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tex_offset.x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0.0)).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result +=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- vec2(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tex_offset.x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0.0)).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vec4(result, 1.0);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5363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A579E-800A-3100-44CA-EDB2EE7E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FS </a:t>
            </a:r>
            <a:r>
              <a:rPr lang="ko-KR" altLang="en-US" dirty="0"/>
              <a:t>코드 </a:t>
            </a:r>
            <a:r>
              <a:rPr lang="en-US" altLang="ko-KR" dirty="0"/>
              <a:t>: </a:t>
            </a:r>
            <a:r>
              <a:rPr lang="ko-KR" altLang="en-US" dirty="0"/>
              <a:t>세로</a:t>
            </a:r>
            <a:r>
              <a:rPr lang="en-US" altLang="ko-KR" dirty="0"/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m_GaussianBlurVShader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18C4A-0545-7191-4FED-BF068F9F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layout(location=0)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sampler2D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float weight[5] = float[] (0.227027, 0.1945946, 0.1216216, 0.054054, 0.016216);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            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1.0 /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textureSize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0); // gets size of single texel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result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weight[0]; // current fragment's contribution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for(int i = 1; i &lt; 5; ++i)</a:t>
            </a:r>
          </a:p>
          <a:p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result +=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+ vec2(0.0,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tex_offset.y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result +=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- vec2(0.0,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tex_offset.y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vec4(result, 1.0);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9394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788BC-B72B-FFDC-3C00-1FF24C55D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Draw </a:t>
            </a:r>
            <a:r>
              <a:rPr lang="ko-KR" altLang="en-US" dirty="0"/>
              <a:t>코드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408248-3984-93E4-18F4-2242641F0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Renderer::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targetFBOID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shader)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targetFBOID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glUseProgram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glGetAttribLocation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glEnableVertexAttribArray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glGetAttribLocation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glEnableVertexAttribArray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glUniform1i(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glGetUniformLocation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"), 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glActiveTexture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glBindBuffer(GL_ARRAY_BUFFER,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m_FullRectVBO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glVertexAttribPointer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3, GL_FLOAT, GL_FALSE, sizeof(float) * 5, 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glVertexAttribPointer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2, GL_FLOAT, GL_FALSE, sizeof(float) * 5, 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GLvoid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*)(sizeof(float) * 3));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glDrawArrays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(GL_TRIANGLES, 0, 6);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394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A579E-800A-3100-44CA-EDB2EE7E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Draw </a:t>
            </a:r>
            <a:r>
              <a:rPr lang="ko-KR" altLang="en-US" dirty="0"/>
              <a:t>코드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18C4A-0545-7191-4FED-BF068F9F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for (int i = 0; i &lt; 20; i++)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m_GaussianBlurVShader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8313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ko-KR" altLang="en-US" dirty="0"/>
              <a:t>원래 영상과 합성하여 최종 렌더링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122" name="Picture 2" descr="Bright regions extracted for glow or bloom effect are blurred in OpenG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195" y="4847655"/>
            <a:ext cx="2465242" cy="193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of a HDR scene where we need to add the bloom or glow effect in OpenG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90" y="3119463"/>
            <a:ext cx="2714678" cy="212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of a HDR scene where we need to add the bloom or glow effect in OpenG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195" y="2543399"/>
            <a:ext cx="2484621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Example of the Bloom or Glow post-processing effect in OpenGL with HD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2996952"/>
            <a:ext cx="3810000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직선 화살표 연결선 7"/>
          <p:cNvCxnSpPr>
            <a:stCxn id="5" idx="3"/>
            <a:endCxn id="5122" idx="1"/>
          </p:cNvCxnSpPr>
          <p:nvPr/>
        </p:nvCxnSpPr>
        <p:spPr>
          <a:xfrm>
            <a:off x="3334068" y="4181581"/>
            <a:ext cx="1021127" cy="163368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십자형 8"/>
          <p:cNvSpPr/>
          <p:nvPr/>
        </p:nvSpPr>
        <p:spPr>
          <a:xfrm>
            <a:off x="5395988" y="4452820"/>
            <a:ext cx="512541" cy="476371"/>
          </a:xfrm>
          <a:prstGeom prst="plus">
            <a:avLst>
              <a:gd name="adj" fmla="val 3792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줄무늬가 있는 오른쪽 화살표 9"/>
          <p:cNvSpPr/>
          <p:nvPr/>
        </p:nvSpPr>
        <p:spPr>
          <a:xfrm>
            <a:off x="7029695" y="3733338"/>
            <a:ext cx="703110" cy="1878959"/>
          </a:xfrm>
          <a:prstGeom prst="strip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142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A5A03-84AC-E0AA-B368-51DBF7B47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원래 영상과 합성하여 최종 렌더링</a:t>
            </a:r>
            <a:r>
              <a:rPr lang="en-US" altLang="ko-KR" dirty="0"/>
              <a:t> (VS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91D59F-8C66-101A-4CB5-404015394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vec3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out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fr-FR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vec4 newPosition = vec4(a_Position, 1);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newPosition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1889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A5A03-84AC-E0AA-B368-51DBF7B47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원래 영상과 합성하여 최종 렌더링</a:t>
            </a:r>
            <a:r>
              <a:rPr lang="en-US" altLang="ko-KR" dirty="0"/>
              <a:t> (FS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91D59F-8C66-101A-4CB5-404015394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layout(location=0)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sampler2D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u_TexSamplerScene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sampler2D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u_TexSamplerBloom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float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u_Exposure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            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const float gamma = 2.2;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hdrColor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u_TexSamplerScene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     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bloomColor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u_TexSamplerBloom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hdrColor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+=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bloomColor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// tone mapping</a:t>
            </a:r>
          </a:p>
          <a:p>
            <a:r>
              <a:rPr lang="es-E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result = vec3(1.0) - exp(-hdrColor * u_Exposure);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// also gamma correct while we're at it       </a:t>
            </a:r>
          </a:p>
          <a:p>
            <a:r>
              <a:rPr lang="sv-SE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result = pow(result, vec3(1.0 / gamma));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vec4(result, 1.0);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9176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A9998-B103-E1EB-0009-7C26BA4A3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원래 영상과 합성하여 최종 렌더링</a:t>
            </a:r>
            <a:r>
              <a:rPr lang="en-US" altLang="ko-KR" dirty="0"/>
              <a:t> (DRAW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77DFF2-CAC3-C7D6-90B1-0DCFA7B92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Renderer::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DrawMergeBloomTexture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sceneTexID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bloomTexID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float exposure)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shader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m_DrawMergeTextureShader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glUseProgram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glGetAttribLocation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glEnableVertexAttribArray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glGetAttribLocation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glEnableVertexAttribArray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glUniform1i(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glGetUniformLocation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u_TextureScene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"), 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glUniform1i(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glGetUniformLocation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u_TextureBloom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"), 1);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glActiveTexture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sceneTexID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glActiveTexture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(GL_TEXTURE1);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bloomTexID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exposureLoc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glGetUniformLocation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u_Exposure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glUniform1f(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exposureLoc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exposure);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glBindBuffer(GL_ARRAY_BUFFER,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m_FullRectVBO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glVertexAttribPointer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3, GL_FLOAT, GL_FALSE, sizeof(float) * 5, 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glVertexAttribPointer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2, GL_FLOAT, GL_FALSE, sizeof(float) * 5, 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GLvoid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*)(sizeof(float) * 3));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glDrawArrays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(GL_TRIANGLES, 0, 6);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6716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2788E-A61D-B0C5-31BE-FB4D603E3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</a:t>
            </a:r>
            <a:r>
              <a:rPr lang="en-US" altLang="ko-KR" dirty="0"/>
              <a:t> </a:t>
            </a:r>
            <a:r>
              <a:rPr lang="ko-KR" altLang="en-US" dirty="0"/>
              <a:t>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F35749-64B6-8EA9-E95D-2DE0DDE44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GLenum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[2] = { GL_COLOR_ATTACHMENT0, GL_COLOR_ATTACHMENT1 };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(2,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glClear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(GL_COLOR_BUFFER_BIT); 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DrawAlphaClear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DrawParticleEffect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for (int i = 0; i &lt; 20; i++)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m_GaussianBlurVShader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(-0.75, -0.75, 128, 128,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fr-FR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DrawTexture(-0.25, -0.75, 128, 128, m_PingpongTexture[0]);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DrawMergeBloomTexture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3.f);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2244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TM04033921[[fn=다마스크]]</Template>
  <TotalTime>1099</TotalTime>
  <Words>2347</Words>
  <Application>Microsoft Office PowerPoint</Application>
  <PresentationFormat>와이드스크린</PresentationFormat>
  <Paragraphs>275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돋움체</vt:lpstr>
      <vt:lpstr>맑은 고딕</vt:lpstr>
      <vt:lpstr>Arial</vt:lpstr>
      <vt:lpstr>Bookman Old Style</vt:lpstr>
      <vt:lpstr>Rockwell</vt:lpstr>
      <vt:lpstr>Damask</vt:lpstr>
      <vt:lpstr>셰이더 프로그래밍 Lecture8</vt:lpstr>
      <vt:lpstr>Bloom</vt:lpstr>
      <vt:lpstr>Bloom</vt:lpstr>
      <vt:lpstr>Bloom</vt:lpstr>
      <vt:lpstr>Bloom</vt:lpstr>
      <vt:lpstr>Bloom</vt:lpstr>
      <vt:lpstr>Color 의 세기를 HDR Texture에 출력</vt:lpstr>
      <vt:lpstr>Color 의 세기를 HDR Texture에 출력 (FBO 코드)</vt:lpstr>
      <vt:lpstr>Color 의 세기를 HDR Texture에 출력 (fs 코드)</vt:lpstr>
      <vt:lpstr>Color 의 세기를 HDR Texture에 출력 (draw  코드)</vt:lpstr>
      <vt:lpstr>Bloom</vt:lpstr>
      <vt:lpstr>HDR Texture를 Blur 시켜 빛이 퍼지는 영역 생성</vt:lpstr>
      <vt:lpstr>PowerPoint 프레젠테이션</vt:lpstr>
      <vt:lpstr>HDR Texture를 Blur 시켜 빛이 퍼지는 영역 생성 (FBO 코드)</vt:lpstr>
      <vt:lpstr>HDR Texture를 Blur 시켜 빛이 퍼지는 영역 생성 ( VS 코드)</vt:lpstr>
      <vt:lpstr>HDR Texture를 Blur 시켜 빛이 퍼지는 영역 생성 ( FS 코드 : 가로, m_GaussianBlurHShader)</vt:lpstr>
      <vt:lpstr>HDR Texture를 Blur 시켜 빛이 퍼지는 영역 생성 ( FS 코드 : 세로, m_GaussianBlurVShader)</vt:lpstr>
      <vt:lpstr>HDR Texture를 Blur 시켜 빛이 퍼지는 영역 생성 ( Draw 코드 )</vt:lpstr>
      <vt:lpstr>HDR Texture를 Blur 시켜 빛이 퍼지는 영역 생성 ( Draw 코드 )</vt:lpstr>
      <vt:lpstr>Bloom</vt:lpstr>
      <vt:lpstr>원래 영상과 합성하여 최종 렌더링 (VS 코드)</vt:lpstr>
      <vt:lpstr>원래 영상과 합성하여 최종 렌더링 (FS 코드)</vt:lpstr>
      <vt:lpstr>원래 영상과 합성하여 최종 렌더링 (DRAW 코드)</vt:lpstr>
      <vt:lpstr>전체 흐름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고급그래픽스효과</dc:title>
  <dc:creator>Microsoft Corporation</dc:creator>
  <cp:lastModifiedBy>이택희(A0344)</cp:lastModifiedBy>
  <cp:revision>69</cp:revision>
  <dcterms:created xsi:type="dcterms:W3CDTF">2006-10-05T04:04:58Z</dcterms:created>
  <dcterms:modified xsi:type="dcterms:W3CDTF">2026-06-06T18:15:56Z</dcterms:modified>
</cp:coreProperties>
</file>