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0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이등변 삼각형 6"/>
          <p:cNvSpPr/>
          <p:nvPr/>
        </p:nvSpPr>
        <p:spPr>
          <a:xfrm rot="16200000">
            <a:off x="10387963" y="5038579"/>
            <a:ext cx="1892949" cy="1725637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720726" y="776289"/>
            <a:ext cx="10750549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720726" y="2250280"/>
            <a:ext cx="10750549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1828800" y="6012657"/>
            <a:ext cx="77216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4E687720-8143-431B-8082-BB28F2C9E37E}" type="datetimeFigureOut">
              <a:rPr lang="ko-KR" altLang="en-US" smtClean="0">
                <a:solidFill>
                  <a:prstClr val="black"/>
                </a:solidFill>
              </a:rPr>
              <a:pPr/>
              <a:t>2023-09-07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1828800" y="5650705"/>
            <a:ext cx="77216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11189663" y="5752308"/>
            <a:ext cx="67056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4923848A-00AA-4040-8AA6-EB012A8BE3C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476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399032"/>
          </a:xfrm>
        </p:spPr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882808"/>
            <a:ext cx="109728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388608" y="6480048"/>
            <a:ext cx="2844800" cy="301752"/>
          </a:xfrm>
        </p:spPr>
        <p:txBody>
          <a:bodyPr/>
          <a:lstStyle/>
          <a:p>
            <a:fld id="{4E687720-8143-431B-8082-BB28F2C9E37E}" type="datetimeFigureOut">
              <a:rPr lang="ko-KR" altLang="en-US" smtClean="0">
                <a:solidFill>
                  <a:prstClr val="black"/>
                </a:solidFill>
              </a:rPr>
              <a:pPr/>
              <a:t>2023-09-07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480970"/>
            <a:ext cx="5680075" cy="300831"/>
          </a:xfr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848A-00AA-4040-8AA6-EB012A8BE3CC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69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각 삼각형 8"/>
          <p:cNvSpPr/>
          <p:nvPr/>
        </p:nvSpPr>
        <p:spPr>
          <a:xfrm flipV="1">
            <a:off x="9379" y="7035"/>
            <a:ext cx="12173243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8" name="이등변 삼각형 7"/>
          <p:cNvSpPr/>
          <p:nvPr/>
        </p:nvSpPr>
        <p:spPr>
          <a:xfrm rot="5400000" flipV="1">
            <a:off x="10387963" y="93786"/>
            <a:ext cx="1892949" cy="1725637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9274176" y="6477000"/>
            <a:ext cx="2844800" cy="304800"/>
          </a:xfrm>
        </p:spPr>
        <p:txBody>
          <a:bodyPr/>
          <a:lstStyle/>
          <a:p>
            <a:fld id="{4E687720-8143-431B-8082-BB28F2C9E37E}" type="datetimeFigureOut">
              <a:rPr lang="ko-KR" altLang="en-US" smtClean="0">
                <a:solidFill>
                  <a:prstClr val="black"/>
                </a:solidFill>
              </a:rPr>
              <a:pPr/>
              <a:t>2023-09-07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492501" y="6480970"/>
            <a:ext cx="5680075" cy="300831"/>
          </a:xfr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268075" y="809625"/>
            <a:ext cx="670560" cy="300831"/>
          </a:xfrm>
        </p:spPr>
        <p:txBody>
          <a:bodyPr/>
          <a:lstStyle/>
          <a:p>
            <a:fld id="{4923848A-00AA-4040-8AA6-EB012A8BE3CC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11" name="직선 연결선 10"/>
          <p:cNvCxnSpPr/>
          <p:nvPr/>
        </p:nvCxnSpPr>
        <p:spPr>
          <a:xfrm rot="10800000">
            <a:off x="8625059" y="9381"/>
            <a:ext cx="3563815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flipV="1">
            <a:off x="0" y="7035"/>
            <a:ext cx="12182621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8000" y="271465"/>
            <a:ext cx="9652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08000" y="1633536"/>
            <a:ext cx="51816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736496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722438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722438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388608" y="6480969"/>
            <a:ext cx="2844800" cy="301752"/>
          </a:xfrm>
        </p:spPr>
        <p:txBody>
          <a:bodyPr/>
          <a:lstStyle/>
          <a:p>
            <a:fld id="{4E687720-8143-431B-8082-BB28F2C9E37E}" type="datetimeFigureOut">
              <a:rPr lang="ko-KR" altLang="en-US" smtClean="0">
                <a:solidFill>
                  <a:prstClr val="black"/>
                </a:solidFill>
              </a:rPr>
              <a:pPr/>
              <a:t>2023-09-07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480969"/>
            <a:ext cx="5680075" cy="301752"/>
          </a:xfr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10119360" y="6480969"/>
            <a:ext cx="670560" cy="301752"/>
          </a:xfrm>
        </p:spPr>
        <p:txBody>
          <a:bodyPr/>
          <a:lstStyle/>
          <a:p>
            <a:fld id="{4923848A-00AA-4040-8AA6-EB012A8BE3CC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458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0931" y="290732"/>
            <a:ext cx="14224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820008" y="290732"/>
            <a:ext cx="774699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1820008" y="3427124"/>
            <a:ext cx="774699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2696307" y="290732"/>
            <a:ext cx="9144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2696307" y="3427124"/>
            <a:ext cx="9144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6388608" y="6480969"/>
            <a:ext cx="2840736" cy="301752"/>
          </a:xfrm>
        </p:spPr>
        <p:txBody>
          <a:bodyPr/>
          <a:lstStyle/>
          <a:p>
            <a:fld id="{4E687720-8143-431B-8082-BB28F2C9E37E}" type="datetimeFigureOut">
              <a:rPr lang="ko-KR" altLang="en-US" smtClean="0">
                <a:solidFill>
                  <a:prstClr val="black"/>
                </a:solidFill>
              </a:rPr>
              <a:pPr/>
              <a:t>2023-09-07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609600" y="6480969"/>
            <a:ext cx="5681472" cy="301752"/>
          </a:xfr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10119360" y="6483096"/>
            <a:ext cx="670560" cy="301752"/>
          </a:xfrm>
        </p:spPr>
        <p:txBody>
          <a:bodyPr/>
          <a:lstStyle>
            <a:lvl1pPr algn="ctr">
              <a:defRPr/>
            </a:lvl1pPr>
          </a:lstStyle>
          <a:p>
            <a:fld id="{4923848A-00AA-4040-8AA6-EB012A8BE3CC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362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87720-8143-431B-8082-BB28F2C9E37E}" type="datetimeFigureOut">
              <a:rPr lang="ko-KR" altLang="en-US" smtClean="0">
                <a:solidFill>
                  <a:prstClr val="black"/>
                </a:solidFill>
              </a:rPr>
              <a:pPr/>
              <a:t>2023-09-07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848A-00AA-4040-8AA6-EB012A8BE3CC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001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388608" y="6480969"/>
            <a:ext cx="2844800" cy="301752"/>
          </a:xfrm>
        </p:spPr>
        <p:txBody>
          <a:bodyPr/>
          <a:lstStyle/>
          <a:p>
            <a:fld id="{4E687720-8143-431B-8082-BB28F2C9E37E}" type="datetimeFigureOut">
              <a:rPr lang="ko-KR" altLang="en-US" smtClean="0">
                <a:solidFill>
                  <a:prstClr val="black"/>
                </a:solidFill>
              </a:rPr>
              <a:pPr/>
              <a:t>2023-09-07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609600" y="6481891"/>
            <a:ext cx="5680075" cy="300831"/>
          </a:xfr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119360" y="6480969"/>
            <a:ext cx="670560" cy="301752"/>
          </a:xfrm>
        </p:spPr>
        <p:txBody>
          <a:bodyPr/>
          <a:lstStyle/>
          <a:p>
            <a:fld id="{4923848A-00AA-4040-8AA6-EB012A8BE3CC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775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92608" y="367664"/>
            <a:ext cx="12192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1514475" y="367664"/>
            <a:ext cx="32512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4868333" y="320040"/>
            <a:ext cx="7034784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71968" y="6556248"/>
            <a:ext cx="2844800" cy="301752"/>
          </a:xfrm>
        </p:spPr>
        <p:txBody>
          <a:bodyPr/>
          <a:lstStyle>
            <a:lvl1pPr>
              <a:defRPr sz="900"/>
            </a:lvl1pPr>
          </a:lstStyle>
          <a:p>
            <a:fld id="{4E687720-8143-431B-8082-BB28F2C9E37E}" type="datetimeFigureOut">
              <a:rPr lang="ko-KR" altLang="en-US" smtClean="0">
                <a:solidFill>
                  <a:prstClr val="black"/>
                </a:solidFill>
              </a:rPr>
              <a:pPr/>
              <a:t>2023-09-07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1514475" y="6556248"/>
            <a:ext cx="6857493" cy="301752"/>
          </a:xfrm>
        </p:spPr>
        <p:txBody>
          <a:bodyPr/>
          <a:lstStyle>
            <a:lvl1pPr>
              <a:defRPr sz="900"/>
            </a:lvl1pPr>
          </a:lstStyle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11214101" y="6556248"/>
            <a:ext cx="670560" cy="301752"/>
          </a:xfrm>
        </p:spPr>
        <p:txBody>
          <a:bodyPr/>
          <a:lstStyle>
            <a:lvl1pPr>
              <a:defRPr sz="900"/>
            </a:lvl1pPr>
          </a:lstStyle>
          <a:p>
            <a:fld id="{4923848A-00AA-4040-8AA6-EB012A8BE3CC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392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92608" y="150896"/>
            <a:ext cx="12192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17649" y="373966"/>
            <a:ext cx="9777984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524000" y="5867400"/>
            <a:ext cx="9777984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144256" y="6556248"/>
            <a:ext cx="2804160" cy="301752"/>
          </a:xfrm>
        </p:spPr>
        <p:txBody>
          <a:bodyPr/>
          <a:lstStyle>
            <a:lvl1pPr>
              <a:defRPr sz="900"/>
            </a:lvl1pPr>
          </a:lstStyle>
          <a:p>
            <a:fld id="{4E687720-8143-431B-8082-BB28F2C9E37E}" type="datetimeFigureOut">
              <a:rPr lang="ko-KR" altLang="en-US" smtClean="0">
                <a:solidFill>
                  <a:prstClr val="black"/>
                </a:solidFill>
              </a:rPr>
              <a:pPr/>
              <a:t>2023-09-07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1560576" y="6557169"/>
            <a:ext cx="6597429" cy="301752"/>
          </a:xfrm>
        </p:spPr>
        <p:txBody>
          <a:bodyPr/>
          <a:lstStyle>
            <a:lvl1pPr>
              <a:defRPr sz="900"/>
            </a:lvl1pPr>
          </a:lstStyle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10956256" y="6556248"/>
            <a:ext cx="487680" cy="301752"/>
          </a:xfrm>
        </p:spPr>
        <p:txBody>
          <a:bodyPr/>
          <a:lstStyle>
            <a:lvl1pPr algn="ctr">
              <a:defRPr sz="900"/>
            </a:lvl1pPr>
          </a:lstStyle>
          <a:p>
            <a:fld id="{4923848A-00AA-4040-8AA6-EB012A8BE3CC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862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87720-8143-431B-8082-BB28F2C9E37E}" type="datetimeFigureOut">
              <a:rPr lang="ko-KR" altLang="en-US" smtClean="0">
                <a:solidFill>
                  <a:prstClr val="black"/>
                </a:solidFill>
              </a:rPr>
              <a:pPr/>
              <a:t>2023-09-07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848A-00AA-4040-8AA6-EB012A8BE3CC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639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042400" y="381000"/>
            <a:ext cx="2540000" cy="5486400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87720-8143-431B-8082-BB28F2C9E37E}" type="datetimeFigureOut">
              <a:rPr lang="ko-KR" altLang="en-US" smtClean="0">
                <a:solidFill>
                  <a:prstClr val="black"/>
                </a:solidFill>
              </a:rPr>
              <a:pPr/>
              <a:t>2023-09-07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3848A-00AA-4040-8AA6-EB012A8BE3CC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760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각 삼각형 10"/>
          <p:cNvSpPr/>
          <p:nvPr/>
        </p:nvSpPr>
        <p:spPr>
          <a:xfrm>
            <a:off x="9379" y="14069"/>
            <a:ext cx="12173243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0" y="7035"/>
            <a:ext cx="12182621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 rot="10800000" flipV="1">
            <a:off x="8625059" y="4948410"/>
            <a:ext cx="3563815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09600" y="1882808"/>
            <a:ext cx="109728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388608" y="6480969"/>
            <a:ext cx="28448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4E687720-8143-431B-8082-BB28F2C9E37E}" type="datetimeFigureOut">
              <a:rPr lang="ko-KR" altLang="en-US" smtClean="0">
                <a:solidFill>
                  <a:prstClr val="black"/>
                </a:solidFill>
              </a:rPr>
              <a:pPr/>
              <a:t>2023-09-07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481891"/>
            <a:ext cx="5680075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10119360" y="6480969"/>
            <a:ext cx="67056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4923848A-00AA-4040-8AA6-EB012A8BE3CC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1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484632" algn="l" rtl="0" eaLnBrk="1" latinLnBrk="1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1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1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1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1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1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1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1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1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1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박보경\Pictures\iceberg mode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67042" y="2"/>
            <a:ext cx="6000792" cy="68579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8462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열정">
  <a:themeElements>
    <a:clrScheme name="열정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태양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열정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HY엽서L</vt:lpstr>
      <vt:lpstr>휴먼매직체</vt:lpstr>
      <vt:lpstr>Gill Sans MT</vt:lpstr>
      <vt:lpstr>Verdana</vt:lpstr>
      <vt:lpstr>Wingdings 2</vt:lpstr>
      <vt:lpstr>열정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7</cp:revision>
  <dcterms:created xsi:type="dcterms:W3CDTF">2022-09-16T00:02:18Z</dcterms:created>
  <dcterms:modified xsi:type="dcterms:W3CDTF">2023-09-07T04:22:05Z</dcterms:modified>
</cp:coreProperties>
</file>