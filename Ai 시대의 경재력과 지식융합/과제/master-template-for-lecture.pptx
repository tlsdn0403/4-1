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14" d="100"/>
          <a:sy n="114" d="100"/>
        </p:scale>
        <p:origin x="108" y="3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5935211" cy="3394472"/>
          </a:xfrm>
        </p:spPr>
        <p:txBody>
          <a:bodyPr/>
          <a:lstStyle>
            <a:lvl1pPr>
              <a:defRPr sz="2100" baseline="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342900" rtl="0" eaLnBrk="1" latinLnBrk="0" hangingPunct="1">
        <a:spcBef>
          <a:spcPct val="0"/>
        </a:spcBef>
        <a:buNone/>
        <a:defRPr sz="33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1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5758962" cy="34949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sz="2100" dirty="0"/>
              <a:t>Hello, world.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sz="1800" dirty="0"/>
              <a:t>This is level 2 indent</a:t>
            </a:r>
          </a:p>
          <a:p>
            <a:pPr lvl="2">
              <a:buFont typeface="Wingdings" panose="05000000000000000000" pitchFamily="2" charset="2"/>
              <a:buChar char="l"/>
            </a:pPr>
            <a:r>
              <a:rPr lang="en-US" sz="1400" dirty="0"/>
              <a:t>This is level 3 indent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1C0319-3F1E-2F19-10E8-156DE4E6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780852" cy="273844"/>
          </a:xfrm>
        </p:spPr>
        <p:txBody>
          <a:bodyPr/>
          <a:lstStyle/>
          <a:p>
            <a:r>
              <a:rPr lang="en-US" altLang="ko-KR"/>
              <a:t>2026-03-11 </a:t>
            </a:r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EFD025-0058-3316-83AF-85F2F33AD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7015" y="4767263"/>
            <a:ext cx="4200516" cy="273844"/>
          </a:xfrm>
        </p:spPr>
        <p:txBody>
          <a:bodyPr/>
          <a:lstStyle/>
          <a:p>
            <a:r>
              <a:rPr lang="ko-KR" altLang="en-US" dirty="0" err="1"/>
              <a:t>송경모</a:t>
            </a:r>
            <a:r>
              <a:rPr lang="ko-KR" altLang="en-US" dirty="0"/>
              <a:t> </a:t>
            </a:r>
            <a:r>
              <a:rPr lang="en-US" altLang="ko-KR" dirty="0"/>
              <a:t>/ AI </a:t>
            </a:r>
            <a:r>
              <a:rPr lang="ko-KR" altLang="en-US" dirty="0"/>
              <a:t>시대의 경쟁력과 지식 융합 </a:t>
            </a:r>
            <a:r>
              <a:rPr lang="en-US" altLang="ko-KR" dirty="0"/>
              <a:t>/ </a:t>
            </a:r>
            <a:r>
              <a:rPr lang="ko-KR" altLang="en-US" dirty="0"/>
              <a:t>한국공학대학교</a:t>
            </a:r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51A46-0FB4-362B-197C-3F6F6BD4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6AE7F6-7473-2FCC-5D40-EBD997ED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391A4F-338B-C11C-1F8B-891E9CA0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7DFD2-1960-7454-E1AC-33816980C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the left.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E4D451-5153-4D2E-32CE-1C767A1C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2026-03-11 </a:t>
            </a:r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8A1505-116D-25DA-1CC7-B7FADC7E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송경모 </a:t>
            </a:r>
            <a:r>
              <a:rPr lang="en-US" altLang="ko-KR"/>
              <a:t>/ AI </a:t>
            </a:r>
            <a:r>
              <a:rPr lang="ko-KR" altLang="en-US"/>
              <a:t>시대의 경쟁력과 지식 융합 </a:t>
            </a:r>
            <a:r>
              <a:rPr lang="en-US" altLang="ko-KR"/>
              <a:t>/ </a:t>
            </a:r>
            <a:r>
              <a:rPr lang="ko-KR" altLang="en-US"/>
              <a:t>한국공학대학교</a:t>
            </a:r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4442F2-F635-4EFC-E48C-4F059A93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89</Words>
  <Application>Microsoft Office PowerPoint</Application>
  <PresentationFormat>화면 슬라이드 쇼(16:9)</PresentationFormat>
  <Paragraphs>25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Kyung Mo Song</cp:lastModifiedBy>
  <cp:revision>11</cp:revision>
  <dcterms:created xsi:type="dcterms:W3CDTF">2017-06-05T14:10:58Z</dcterms:created>
  <dcterms:modified xsi:type="dcterms:W3CDTF">2026-03-10T04:05:48Z</dcterms:modified>
</cp:coreProperties>
</file>