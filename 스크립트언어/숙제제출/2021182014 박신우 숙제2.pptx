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8"/>
  </p:notesMasterIdLst>
  <p:sldIdLst>
    <p:sldId id="258" r:id="rId2"/>
    <p:sldId id="269" r:id="rId3"/>
    <p:sldId id="335" r:id="rId4"/>
    <p:sldId id="259" r:id="rId5"/>
    <p:sldId id="336" r:id="rId6"/>
    <p:sldId id="342" r:id="rId7"/>
    <p:sldId id="337" r:id="rId8"/>
    <p:sldId id="343" r:id="rId9"/>
    <p:sldId id="339" r:id="rId10"/>
    <p:sldId id="345" r:id="rId11"/>
    <p:sldId id="346" r:id="rId12"/>
    <p:sldId id="340" r:id="rId13"/>
    <p:sldId id="348" r:id="rId14"/>
    <p:sldId id="347" r:id="rId15"/>
    <p:sldId id="341" r:id="rId16"/>
    <p:sldId id="344" r:id="rId17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1" autoAdjust="0"/>
    <p:restoredTop sz="95660" autoAdjust="0"/>
  </p:normalViewPr>
  <p:slideViewPr>
    <p:cSldViewPr>
      <p:cViewPr varScale="1">
        <p:scale>
          <a:sx n="91" d="100"/>
          <a:sy n="91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2026-03-23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6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1EF1-E9DF-8DD8-6BD7-C8A34CB1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111B76-D485-1E66-9285-3C6CA801F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9C60FE-910F-FE1F-EBB4-4A99E1F3A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627192-1C93-BADE-3D34-02904F58F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474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2. </a:t>
            </a:r>
            <a:r>
              <a:rPr lang="ko-KR" altLang="en-US" b="1" dirty="0" err="1">
                <a:solidFill>
                  <a:srgbClr val="0000FF"/>
                </a:solidFill>
              </a:rPr>
              <a:t>그리디</a:t>
            </a:r>
            <a:r>
              <a:rPr lang="ko-KR" altLang="en-US" b="1" dirty="0">
                <a:solidFill>
                  <a:srgbClr val="0000FF"/>
                </a:solidFill>
              </a:rPr>
              <a:t> </a:t>
            </a:r>
            <a:r>
              <a:rPr lang="en-US" altLang="ko-KR" b="1" dirty="0">
                <a:solidFill>
                  <a:srgbClr val="0000FF"/>
                </a:solidFill>
              </a:rPr>
              <a:t>&amp; </a:t>
            </a:r>
            <a:r>
              <a:rPr lang="ko-KR" altLang="en-US" b="1" dirty="0">
                <a:solidFill>
                  <a:srgbClr val="0000FF"/>
                </a:solidFill>
              </a:rPr>
              <a:t>구현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동전 </a:t>
            </a:r>
            <a:r>
              <a:rPr lang="en-US" altLang="ko-KR" sz="3200" dirty="0"/>
              <a:t>0(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 err="1"/>
              <a:t>그리디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https://www.acmicpc.net/problem/11047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준규가 가지고 있는 동전은 총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종류이고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각각의 동전을 매우 많이 가지고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동전을 적절히 사용해서 그 가치의 합을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K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로 만들려고 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이때 필요한 동전 개수의 최솟값을 구하는 프로그램을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62901E-857C-FAE8-E367-7EC88FA7E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800" y="2761837"/>
            <a:ext cx="6132512" cy="390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7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B8C36-D6B8-03CB-7CFE-B8480ACD2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동전 </a:t>
            </a:r>
            <a:r>
              <a:rPr lang="en-US" altLang="ko-KR" dirty="0"/>
              <a:t>0(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ko-KR" altLang="en-US" dirty="0" err="1"/>
              <a:t>그리디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3616593-0A62-6AAC-6541-C3775B40D8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1052736"/>
            <a:ext cx="8229600" cy="61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95BB6E-D8DA-EF2E-FCAF-E4C438DD8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E3FB78-28EA-8BFA-512E-E1E0B94A8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05DFFAB-9615-F9F9-A348-02D32576E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85" y="1648876"/>
            <a:ext cx="6595902" cy="501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49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2. </a:t>
            </a:r>
            <a:r>
              <a:rPr lang="ko-KR" altLang="en-US" sz="3200" dirty="0" err="1"/>
              <a:t>블랙잭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en-US" altLang="ko-KR" sz="3200" dirty="0" err="1"/>
              <a:t>Bruteforce</a:t>
            </a:r>
            <a:r>
              <a:rPr lang="en-US" altLang="ko-KR" sz="3200" dirty="0"/>
              <a:t>, </a:t>
            </a:r>
            <a:r>
              <a:rPr lang="ko-KR" altLang="en-US" sz="3200" dirty="0"/>
              <a:t>조합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https://www.acmicpc.net/problem/2798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장의 카드에 써져 있는 숫자가 주어졌을 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을 넘지 않으면서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에 최대한 가까운 카드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장의 합을 구해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출력하시오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963C7B-844D-A169-D5F9-FEA2F0B50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708920"/>
            <a:ext cx="7452320" cy="189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D5B3D-1796-12C8-8F7C-0A2114BFB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 err="1"/>
              <a:t>블랙잭</a:t>
            </a:r>
            <a:r>
              <a:rPr lang="en-US" altLang="ko-KR" dirty="0"/>
              <a:t>(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en-US" altLang="ko-KR" dirty="0" err="1"/>
              <a:t>Bruteforce</a:t>
            </a:r>
            <a:r>
              <a:rPr lang="en-US" altLang="ko-KR" dirty="0"/>
              <a:t>, </a:t>
            </a:r>
            <a:r>
              <a:rPr lang="ko-KR" altLang="en-US" dirty="0"/>
              <a:t>조합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3DE9285-DE9B-6554-5B2E-E925762C0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1560" y="1124744"/>
            <a:ext cx="3478509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1D88D-A894-2F29-DFDB-51080CC2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0B7FAB-329B-9EE9-76BD-0F3E6249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F851701-4EFF-118D-6122-7E4D5BA05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6091464"/>
            <a:ext cx="8585482" cy="44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65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3. </a:t>
            </a:r>
            <a:r>
              <a:rPr lang="ko-KR" altLang="en-US" sz="3200" dirty="0" err="1"/>
              <a:t>자산증감</a:t>
            </a:r>
            <a:r>
              <a:rPr lang="ko-KR" altLang="en-US" sz="3200" dirty="0"/>
              <a:t> 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구현</a:t>
            </a:r>
            <a:r>
              <a:rPr lang="en-US" altLang="ko-KR" sz="3200" dirty="0"/>
              <a:t>) </a:t>
            </a:r>
            <a:br>
              <a:rPr lang="en-US" altLang="ko-KR" sz="3200" dirty="0"/>
            </a:br>
            <a:r>
              <a:rPr lang="en-US" altLang="ko-KR" sz="3200" dirty="0"/>
              <a:t>http://210.93.60.51/problem/0067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일 동안 회사의 순자산이 어떻게 변했는지 나타내는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개의 문자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('+', '-'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및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'=')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문자열</a:t>
            </a:r>
            <a:endParaRPr lang="en-US" altLang="ko-KR" sz="20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자산증감을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 나타내는 문자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'.', '/', '\'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및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'_'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를 포함하는 최소 행렬을 출력한다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3EF3E5-9BA3-02A1-8128-00E95BFAB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212976"/>
            <a:ext cx="8005430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D240E0-4D0F-1125-8FD3-19AB304A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 err="1"/>
              <a:t>자산증감</a:t>
            </a:r>
            <a:r>
              <a:rPr lang="ko-KR" altLang="en-US" dirty="0"/>
              <a:t> 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</a:t>
            </a:r>
            <a:r>
              <a:rPr lang="ko-KR" altLang="en-US" dirty="0"/>
              <a:t>구현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A18E542-1883-B8FB-A024-C33D01305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23528" y="1104379"/>
            <a:ext cx="2356922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12592D-01E1-92F8-C7A3-1FBB7073A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B8DC79-2A5D-D623-9253-F7C1BFB72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52275C4-16A3-B0C9-671E-7E44F55BD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1246448"/>
            <a:ext cx="3010241" cy="436510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668333-A0C6-8F1A-2610-E7B6E90EC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469" y="1096187"/>
            <a:ext cx="2978331" cy="466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555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E5496-B77B-3483-7EA7-A0CF5F626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 err="1"/>
              <a:t>자산증감</a:t>
            </a:r>
            <a:r>
              <a:rPr lang="ko-KR" altLang="en-US" dirty="0"/>
              <a:t> 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</a:t>
            </a:r>
            <a:r>
              <a:rPr lang="ko-KR" altLang="en-US" dirty="0"/>
              <a:t>구현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E91B1CA-7A74-6432-D9DE-A834ED147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1560" y="2204864"/>
            <a:ext cx="8229600" cy="1593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0A4BA-3B3D-FCC6-76A3-9F65844F0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45E1E0-0BB8-B435-B7E0-63A0C6BE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963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A5642-9742-DB2E-8596-D53A2226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479E0-32A8-8019-C1E5-6961CFAA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4. </a:t>
            </a:r>
            <a:r>
              <a:rPr lang="ko-KR" altLang="en-US" sz="3200" dirty="0"/>
              <a:t>균형 잡힌 영양소 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조합</a:t>
            </a:r>
            <a:r>
              <a:rPr lang="en-US" altLang="ko-KR" sz="3200" dirty="0"/>
              <a:t>) </a:t>
            </a:r>
            <a:br>
              <a:rPr lang="en-US" altLang="ko-KR" sz="3200" dirty="0"/>
            </a:br>
            <a:r>
              <a:rPr lang="en-US" altLang="ko-KR" sz="3200" dirty="0"/>
              <a:t>http://210.93.60.51/problem/0099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CB0224-82D0-B771-1585-7FB1EE082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식단은 음식을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3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가지까지 포함할 수 있음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탄수화물 합이 기준치 이하</a:t>
            </a:r>
            <a:endParaRPr lang="en-US" altLang="ko-KR" sz="20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단백질 합이 기준치 이상</a:t>
            </a:r>
            <a:endParaRPr lang="en-US" altLang="ko-KR" sz="20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지방 합이 기준치 이하</a:t>
            </a:r>
            <a:endParaRPr lang="en-US" altLang="ko-KR" sz="20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열량 합이 기준치 이하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(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열량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=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탄수화물 *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4 +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단백질 *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4 +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지방 *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9)</a:t>
            </a:r>
          </a:p>
          <a:p>
            <a:pPr algn="just"/>
            <a:r>
              <a:rPr lang="ko-KR" altLang="en-US" sz="2000" dirty="0"/>
              <a:t>기준치에 맞게 조합하여 만들 수 있는 식단의 가짓수 </a:t>
            </a:r>
            <a:r>
              <a:rPr lang="en-US" altLang="ko-KR" sz="2000" dirty="0"/>
              <a:t>(</a:t>
            </a:r>
            <a:r>
              <a:rPr lang="ko-KR" altLang="en-US" sz="2000" dirty="0"/>
              <a:t>정수</a:t>
            </a:r>
            <a:r>
              <a:rPr lang="en-US" altLang="ko-KR" sz="2000" dirty="0"/>
              <a:t>) </a:t>
            </a:r>
            <a:r>
              <a:rPr lang="ko-KR" altLang="en-US" sz="2000" dirty="0"/>
              <a:t>출력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829A30-A769-2181-FA67-4E42B50C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C2F244-8E2C-632A-28C7-02BFEDE65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99" y="3717032"/>
            <a:ext cx="7305473" cy="275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405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658C62-66F2-EE5B-4A81-51A8F3E58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균형 잡힌 영양소 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</a:t>
            </a:r>
            <a:r>
              <a:rPr lang="ko-KR" altLang="en-US" dirty="0"/>
              <a:t>조합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3A773B5A-0D8F-1E0C-8699-966BCE5E4B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55576" y="1153254"/>
            <a:ext cx="4085594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23D1C2-E8D6-43D8-6261-1FCD846B5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B88143-0B6F-BD83-7A66-BE15FF8E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D77913F-65D8-A9F3-C730-86F9A8C28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1121201"/>
            <a:ext cx="4392488" cy="230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9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3584ED-41EE-A1DB-B594-252252D6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균형 잡힌 영양소 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</a:t>
            </a:r>
            <a:r>
              <a:rPr lang="ko-KR" altLang="en-US" dirty="0"/>
              <a:t>조합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F13181C-CAD7-A713-4F49-C2EFAEF29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35899" y="1762812"/>
            <a:ext cx="8003232" cy="3332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4DA668-C72C-607A-5006-7CA9C6F39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A5AE7E-0596-9A3D-1848-AAC9AE9A8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315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5. </a:t>
            </a:r>
            <a:r>
              <a:rPr lang="ko-KR" altLang="en-US" sz="3200" dirty="0"/>
              <a:t>체육복 </a:t>
            </a:r>
            <a:r>
              <a:rPr lang="en-US" altLang="ko-KR" sz="3200" dirty="0"/>
              <a:t>(Programmers, </a:t>
            </a:r>
            <a:r>
              <a:rPr lang="ko-KR" altLang="en-US" sz="3200" dirty="0" err="1"/>
              <a:t>그리디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2000" dirty="0"/>
              <a:t>https://school.programmers.co.kr/learn/courses/30/lessons/42862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일부 학생이 체육복을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도난당했습니다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다행히 여벌 체육복이 있는 학생이 이들에게 체육복을 빌려주려 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학생들의 번호는 체격 순으로 매겨져 있어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바로 앞번호의 학생이나 바로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뒷번호의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 학생에게만 체육복을 빌려줄 수 있습니다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dirty="0"/>
              <a:t>전체 학생의 수 </a:t>
            </a:r>
            <a:r>
              <a:rPr lang="en-US" altLang="ko-KR" sz="1800" dirty="0"/>
              <a:t>n, </a:t>
            </a:r>
            <a:r>
              <a:rPr lang="ko-KR" altLang="en-US" sz="1800" dirty="0"/>
              <a:t>체육복을 도난당한 학생들의 번호가 담긴 배열 </a:t>
            </a:r>
            <a:r>
              <a:rPr lang="en-US" altLang="ko-KR" sz="1800" dirty="0"/>
              <a:t>lost, </a:t>
            </a:r>
            <a:r>
              <a:rPr lang="ko-KR" altLang="en-US" sz="1800" dirty="0"/>
              <a:t>여벌의 체육복을 가져온 학생들의 번호가 담긴 배열 </a:t>
            </a:r>
            <a:r>
              <a:rPr lang="en-US" altLang="ko-KR" sz="1800" dirty="0"/>
              <a:t>reserve</a:t>
            </a:r>
            <a:r>
              <a:rPr lang="ko-KR" altLang="en-US" sz="1800" dirty="0"/>
              <a:t>가 매개변수로 주어질 때</a:t>
            </a:r>
            <a:r>
              <a:rPr lang="en-US" altLang="ko-KR" sz="1800" dirty="0"/>
              <a:t>, </a:t>
            </a:r>
            <a:r>
              <a:rPr lang="ko-KR" altLang="en-US" sz="1800" dirty="0"/>
              <a:t>체육수업을 들을 수 있는 학생의 최댓값을 </a:t>
            </a:r>
            <a:r>
              <a:rPr lang="en-US" altLang="ko-KR" sz="1800" dirty="0"/>
              <a:t>return </a:t>
            </a:r>
            <a:r>
              <a:rPr lang="ko-KR" altLang="en-US" sz="1800" dirty="0"/>
              <a:t>하도록 </a:t>
            </a:r>
            <a:r>
              <a:rPr lang="en-US" altLang="ko-KR" sz="1800" dirty="0"/>
              <a:t>solution </a:t>
            </a:r>
            <a:r>
              <a:rPr lang="ko-KR" altLang="en-US" sz="1800" dirty="0"/>
              <a:t>함수를 작성해주세요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10704C9-7E47-FC05-7246-E89392918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3720889"/>
            <a:ext cx="416242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25754-DC93-74BC-9533-8FD56BC22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3551"/>
          </a:xfrm>
        </p:spPr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체육복 </a:t>
            </a:r>
            <a:r>
              <a:rPr lang="en-US" altLang="ko-KR"/>
              <a:t>(Programmers, </a:t>
            </a:r>
            <a:r>
              <a:rPr lang="ko-KR" altLang="en-US"/>
              <a:t>그리디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B3D3385-14BC-79A6-48D7-E85CC9501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76774" y="1268760"/>
            <a:ext cx="4329246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EC0646-2182-F192-6162-A63D5A7BD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B1468D-E605-30F4-F433-69AE85E4A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6F402D9-8B93-FDC8-DB01-F56F42390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764704"/>
            <a:ext cx="2488636" cy="587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762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4557</TotalTime>
  <Words>550</Words>
  <Application>Microsoft Office PowerPoint</Application>
  <PresentationFormat>화면 슬라이드 쇼(4:3)</PresentationFormat>
  <Paragraphs>67</Paragraphs>
  <Slides>16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굴림</vt:lpstr>
      <vt:lpstr>맑은 고딕</vt:lpstr>
      <vt:lpstr>맑은 고딕</vt:lpstr>
      <vt:lpstr>Arial</vt:lpstr>
      <vt:lpstr>Open Sans</vt:lpstr>
      <vt:lpstr>Office 테마</vt:lpstr>
      <vt:lpstr>숙제2. 그리디 &amp; 구현</vt:lpstr>
      <vt:lpstr>백준 온라인저지  https://www.acmicpc.net/</vt:lpstr>
      <vt:lpstr>TUKorea 온라인저지  http://210.93.60.51/</vt:lpstr>
      <vt:lpstr>Programmers https://school.programmers.co.kr/</vt:lpstr>
      <vt:lpstr>1. 동전 0(백준, 그리디) https://www.acmicpc.net/problem/11047</vt:lpstr>
      <vt:lpstr>1. 동전 0(백준, 그리디)</vt:lpstr>
      <vt:lpstr>2. 블랙잭(백준, Bruteforce, 조합) https://www.acmicpc.net/problem/2798</vt:lpstr>
      <vt:lpstr>2. 블랙잭(백준, Bruteforce, 조합)</vt:lpstr>
      <vt:lpstr>3. 자산증감 (TUKorea, 구현)  http://210.93.60.51/problem/0067</vt:lpstr>
      <vt:lpstr>3. 자산증감 (TUKorea, 구현)</vt:lpstr>
      <vt:lpstr>3. 자산증감 (TUKorea, 구현)</vt:lpstr>
      <vt:lpstr>4. 균형 잡힌 영양소 (TUKorea, 조합)  http://210.93.60.51/problem/0099</vt:lpstr>
      <vt:lpstr>4. 균형 잡힌 영양소 (TUKorea, 조합)</vt:lpstr>
      <vt:lpstr>4. 균형 잡힌 영양소 (TUKorea, 조합)</vt:lpstr>
      <vt:lpstr>5. 체육복 (Programmers, 그리디) https://school.programmers.co.kr/learn/courses/30/lessons/42862</vt:lpstr>
      <vt:lpstr>5. 체육복 (Programmers, 그리디)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신우 박</cp:lastModifiedBy>
  <cp:revision>226</cp:revision>
  <cp:lastPrinted>2023-07-23T09:30:34Z</cp:lastPrinted>
  <dcterms:created xsi:type="dcterms:W3CDTF">2008-03-02T04:39:19Z</dcterms:created>
  <dcterms:modified xsi:type="dcterms:W3CDTF">2026-03-23T02:00:25Z</dcterms:modified>
</cp:coreProperties>
</file>