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3"/>
  </p:notesMasterIdLst>
  <p:sldIdLst>
    <p:sldId id="258" r:id="rId2"/>
    <p:sldId id="269" r:id="rId3"/>
    <p:sldId id="335" r:id="rId4"/>
    <p:sldId id="259" r:id="rId5"/>
    <p:sldId id="336" r:id="rId6"/>
    <p:sldId id="337" r:id="rId7"/>
    <p:sldId id="339" r:id="rId8"/>
    <p:sldId id="341" r:id="rId9"/>
    <p:sldId id="343" r:id="rId10"/>
    <p:sldId id="344" r:id="rId11"/>
    <p:sldId id="342" r:id="rId12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660"/>
  </p:normalViewPr>
  <p:slideViewPr>
    <p:cSldViewPr>
      <p:cViewPr varScale="1">
        <p:scale>
          <a:sx n="87" d="100"/>
          <a:sy n="87" d="100"/>
        </p:scale>
        <p:origin x="60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AEE-7A0D-96F3-DC00-CD1982E9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57D1CC-D413-2624-3D37-F91AFB7E4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2FA2A9-8E56-659F-504C-F85BE8634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4232F-ADED-A902-AE9F-DE2B502B7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09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124B-599C-5A9B-55F1-49BCC692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513158-2355-0AA2-C25A-73B1481B6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9D15D-D6D3-443E-D4BB-0EE666F91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E741E-9D23-5E5B-30D8-2B51E1B6C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361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06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1260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www.youtube.com/watch?v=uQ5oq802r9k&amp;list=PLg0hsGjqxAUZimgPzzUdTjrV0bn5ALtAl&amp;index=26" TargetMode="External"/><Relationship Id="rId4" Type="http://schemas.openxmlformats.org/officeDocument/2006/relationships/hyperlink" Target="https://www.youtube.com/watch?v=UQyUuiDRB1o&amp;list=PLg0hsGjqxAUZimgPzzUdTjrV0bn5ALtAl&amp;index=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210.93.60.51/problem/004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youtube.com/watch?v=tjxW8sJf1Rg&amp;list=PLg0hsGjqxAUZimgPzzUdTjrV0bn5ALtAl&amp;index=28" TargetMode="External"/><Relationship Id="rId4" Type="http://schemas.openxmlformats.org/officeDocument/2006/relationships/hyperlink" Target="https://www.youtube.com/watch?v=_qNcHcGlp2s&amp;list=PLg0hsGjqxAUZimgPzzUdTjrV0bn5ALtAl&amp;index=7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4316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youtube.com/watch?v=SPdMC1wNKDs&amp;list=PLg0hsGjqxAUZimgPzzUdTjrV0bn5ALtAl&amp;index=27" TargetMode="External"/><Relationship Id="rId4" Type="http://schemas.openxmlformats.org/officeDocument/2006/relationships/hyperlink" Target="https://www.youtube.com/watch?v=b1G0EsqOvr8&amp;list=PLg0hsGjqxAUZimgPzzUdTjrV0bn5ALtAl&amp;index=6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3. DFS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&amp; BFS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218"/>
          </a:xfrm>
        </p:spPr>
        <p:txBody>
          <a:bodyPr/>
          <a:lstStyle/>
          <a:p>
            <a:r>
              <a:rPr lang="en-US" altLang="ko-KR" sz="3200" dirty="0"/>
              <a:t>1. DFS</a:t>
            </a:r>
            <a:r>
              <a:rPr lang="ko-KR" altLang="en-US" sz="3200" dirty="0"/>
              <a:t>와 </a:t>
            </a:r>
            <a:r>
              <a:rPr lang="en-US" altLang="ko-KR" sz="3200" dirty="0"/>
              <a:t>BFS 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https://www.acmicpc.net/problem/1260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https://www.youtube.com/watch?v=UQyUuiDRB1o&amp;list=PLg0hsGjqxAUZimgPzzUdTjrV0bn5ALtAl&amp;index=5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https://www.youtube.com/watch?v=uQ5oq802r9k&amp;list=PLg0hsGjqxAUZimgPzzUdTjrV0bn5ALtAl&amp;index=26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그래프를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DFS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탐색한 결과와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BFS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탐색한 결과를 출력하는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방문할 수 있는 정점이 여러 개인 경우에는 정점 번호가 작은 것을 먼저 방문하고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더 이상 방문할 수 있는 점이 없는 경우 종료한다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정점 번호는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번부터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번까지이다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1954E7-C108-EFB3-78D5-9D3A3FD3F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8" y="4177939"/>
            <a:ext cx="8568952" cy="23474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635B26-5451-17D8-CA6A-1A61ECBFB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712" y="3550448"/>
            <a:ext cx="6668351" cy="261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순박꼭질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BFS</a:t>
            </a:r>
            <a:r>
              <a:rPr lang="ko-KR" altLang="en-US" sz="3200" dirty="0"/>
              <a:t>최단거리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https://www.acmicpc.net/problem/1697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동생과 숨바꼭질을 하고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현재 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N(0 ≤ N ≤ 100,000)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있고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동생은 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K(0 ≤ K ≤ 100,000)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걷거나 순간이동을 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만약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수빈이의 위치가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 때 걷는다면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 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X-1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X+1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로 이동하게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순간이동을 하는 경우에는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 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2*X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위치로 이동하게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수빈이와 동생의 위치가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수빈이가 동생을 찾을 수 있는 가장 빠른 시간이 몇 초 후인지 구하는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97AE92-6E72-0BD7-C162-0A5E50A2B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04" y="3861048"/>
            <a:ext cx="7164288" cy="16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중요한 교차로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DFS/BFS</a:t>
            </a:r>
            <a:r>
              <a:rPr lang="ko-KR" altLang="en-US" sz="2800" dirty="0"/>
              <a:t>완전탐색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http://210.93.60.51/problem/0045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https://www.youtube.com/watch?v=_qNcHcGlp2s&amp;list=PLg0hsGjqxAUZimgPzzUdTjrV0bn5ALtAl&amp;index=7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https://www.youtube.com/watch?v=tjxW8sJf1Rg&amp;list=PLg0hsGjqxAUZimgPzzUdTjrV0bn5ALtAl&amp;index=28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도로는 모두 양방향 통행이 가능하며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모든 교차로를 이용할 수 있다면 어느 교차로에서 든지 다른 교차로로 갈 수 있습니다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J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에서 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가려면 반드시 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통과해야 한다면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중요한 교차로 라고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dirty="0">
                <a:latin typeface="Open Sans" panose="020F0502020204030204" pitchFamily="34" charset="0"/>
              </a:rPr>
              <a:t>A </a:t>
            </a:r>
            <a:r>
              <a:rPr lang="ko-KR" altLang="en-US" sz="2000" dirty="0">
                <a:latin typeface="Open Sans" panose="020F0502020204030204" pitchFamily="34" charset="0"/>
              </a:rPr>
              <a:t>교차로가 중요한 교차로라면</a:t>
            </a:r>
            <a:r>
              <a:rPr lang="en-US" altLang="ko-KR" sz="2000" dirty="0">
                <a:latin typeface="Open Sans" panose="020F0502020204030204" pitchFamily="34" charset="0"/>
              </a:rPr>
              <a:t>, A </a:t>
            </a:r>
            <a:r>
              <a:rPr lang="ko-KR" altLang="en-US" sz="2000" dirty="0">
                <a:latin typeface="Open Sans" panose="020F0502020204030204" pitchFamily="34" charset="0"/>
              </a:rPr>
              <a:t>교차로를 제외한 다른 임의의 교차로에서 시작해서 나머지 모든 교차로들을 방문하려고 할 때 하나라도 방문하지 못하는 교차로가 존재한다</a:t>
            </a:r>
            <a:r>
              <a:rPr lang="en-US" altLang="ko-KR" sz="20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dirty="0"/>
              <a:t>I2</a:t>
            </a:r>
            <a:r>
              <a:rPr lang="ko-KR" altLang="en-US" sz="2000" dirty="0"/>
              <a:t> </a:t>
            </a:r>
            <a:r>
              <a:rPr lang="en-US" altLang="ko-KR" sz="2000" dirty="0"/>
              <a:t>=</a:t>
            </a:r>
            <a:r>
              <a:rPr lang="ko-KR" altLang="en-US" sz="2000" dirty="0"/>
              <a:t> 중요한 교차로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F2C50E13-0EE7-BA83-B682-C8FE9E99B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3" y="4005064"/>
            <a:ext cx="3704411" cy="256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42194"/>
          </a:xfrm>
        </p:spPr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여행경로</a:t>
            </a:r>
            <a:r>
              <a:rPr lang="en-US" altLang="ko-KR" sz="2800" dirty="0"/>
              <a:t>(Programmers, DFS)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https://school.programmers.co.kr/learn/courses/30/lessons/43164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https://www.youtube.com/watch?v=b1G0EsqOvr8&amp;list=PLg0hsGjqxAUZimgPzzUdTjrV0bn5ALtAl&amp;index=6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https://www.youtube.com/watch?v=SPdMC1wNKDs&amp;list=PLg0hsGjqxAUZimgPzzUdTjrV0bn5ALtAl&amp;index=27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주어진 항공권을 모두 이용하여 여행경로를 짜려고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항상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"ICN"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공항에서 출발합니다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동일한 항공권이 여러 장 있을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항공권 정보가 담긴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배열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tickets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주어질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방문하는 공항 경로를 배열에 담아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작성해주세요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가능한 경로가 </a:t>
            </a:r>
            <a:r>
              <a:rPr lang="en-US" altLang="ko-KR" sz="1800" dirty="0"/>
              <a:t>2</a:t>
            </a:r>
            <a:r>
              <a:rPr lang="ko-KR" altLang="en-US" sz="1800" dirty="0"/>
              <a:t>개 이상일 경우 알파벳 순서가 앞서는 경로를 </a:t>
            </a:r>
            <a:r>
              <a:rPr lang="en-US" altLang="ko-KR" sz="1800" dirty="0"/>
              <a:t>return </a:t>
            </a:r>
            <a:endParaRPr lang="ko-KR" altLang="en-US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F8B673-170E-B5A8-D7F6-5057E87A7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84" y="3933056"/>
            <a:ext cx="8534103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FC37-21E2-51FA-12C8-E959F3E8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F97A1-C191-5822-CF9D-EA1A65E7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알파벳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DFS</a:t>
            </a:r>
            <a:r>
              <a:rPr lang="ko-KR" altLang="en-US" sz="3200" dirty="0"/>
              <a:t>재귀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백트레킹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비트마스킹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https://www.acmicpc.net/problem/1987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26206-F067-2066-18BA-79006F01E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세로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칸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칸으로 된 표 모양 보드의 각 칸에는 대문자 알파벳이 하나씩 적혀 있고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좌측 상단 칸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행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에는 말이 놓여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말은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상하좌우로 인접한 네 칸 중의 한 칸으로 이동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할 수 있는데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새로 이동한 칸에 적혀 있는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알파벳은 지금까지 지나온 모든 칸에 적혀 있는 알파벳과는 달라야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말이 최대한 몇 칸을 지날 수 있는지를 구하는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말이 지나는 칸은 좌측 상단의 칸도 포함된다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9FAEA8-5681-3846-F5F1-849427CF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A4F564-EEBD-4CC2-F6B9-A29BD0ED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419737"/>
            <a:ext cx="5184576" cy="311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0B89-A314-7404-82C5-CD497EB4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05985-4355-4625-FD61-1428CEE3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섬의 개수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DFS/BFS</a:t>
            </a:r>
            <a:r>
              <a:rPr lang="ko-KR" altLang="en-US" sz="3200" dirty="0"/>
              <a:t> 완전탐색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https://www.acmicpc.net/problem/4963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7D852-373A-0402-A529-2B5347A07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섬의 개수를 세는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한 정사각형과 </a:t>
            </a:r>
            <a:r>
              <a:rPr lang="ko-KR" altLang="en-US" sz="1800" b="1" dirty="0"/>
              <a:t>가로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세로 또는 대각선으로 연결</a:t>
            </a:r>
            <a:r>
              <a:rPr lang="en-US" altLang="ko-KR" sz="1800" b="1" dirty="0"/>
              <a:t> </a:t>
            </a:r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r>
              <a:rPr lang="ko-KR" altLang="en-US" sz="1800" dirty="0"/>
              <a:t>입력은 </a:t>
            </a:r>
            <a:r>
              <a:rPr lang="ko-KR" altLang="en-US" sz="1800" b="1" dirty="0"/>
              <a:t>여러 개의 테스트 케이스로 </a:t>
            </a:r>
            <a:r>
              <a:rPr lang="ko-KR" altLang="en-US" sz="1800" dirty="0"/>
              <a:t>이루어져 있다</a:t>
            </a:r>
            <a:r>
              <a:rPr lang="en-US" altLang="ko-KR" sz="1800" dirty="0"/>
              <a:t>. </a:t>
            </a:r>
            <a:r>
              <a:rPr lang="ko-KR" altLang="en-US" sz="1800" dirty="0"/>
              <a:t>각 테스트 케이스의 첫째 줄에는 </a:t>
            </a:r>
            <a:r>
              <a:rPr lang="ko-KR" altLang="en-US" sz="1800" b="1" dirty="0"/>
              <a:t>지도의 너비 </a:t>
            </a:r>
            <a:r>
              <a:rPr lang="en-US" altLang="ko-KR" sz="1800" b="1" dirty="0"/>
              <a:t>w</a:t>
            </a:r>
            <a:r>
              <a:rPr lang="ko-KR" altLang="en-US" sz="1800" b="1" dirty="0"/>
              <a:t>와 높이 </a:t>
            </a:r>
            <a:r>
              <a:rPr lang="en-US" altLang="ko-KR" sz="1800" b="1" dirty="0"/>
              <a:t>h</a:t>
            </a:r>
            <a:r>
              <a:rPr lang="ko-KR" altLang="en-US" sz="1800" dirty="0"/>
              <a:t>가 주어진다</a:t>
            </a:r>
            <a:r>
              <a:rPr lang="en-US" altLang="ko-KR" sz="1800" dirty="0"/>
              <a:t>. </a:t>
            </a:r>
          </a:p>
          <a:p>
            <a:pPr algn="just"/>
            <a:r>
              <a:rPr lang="ko-KR" altLang="en-US" sz="1800" dirty="0"/>
              <a:t>둘째 줄부터 </a:t>
            </a:r>
            <a:r>
              <a:rPr lang="en-US" altLang="ko-KR" sz="1800" dirty="0"/>
              <a:t>h</a:t>
            </a:r>
            <a:r>
              <a:rPr lang="ko-KR" altLang="en-US" sz="1800" dirty="0"/>
              <a:t>개 줄에는 지도가 주어진다</a:t>
            </a:r>
            <a:r>
              <a:rPr lang="en-US" altLang="ko-KR" sz="1800" dirty="0"/>
              <a:t>. </a:t>
            </a:r>
            <a:r>
              <a:rPr lang="en-US" altLang="ko-KR" sz="1800" b="1" dirty="0"/>
              <a:t>1</a:t>
            </a:r>
            <a:r>
              <a:rPr lang="ko-KR" altLang="en-US" sz="1800" b="1" dirty="0"/>
              <a:t>은 땅</a:t>
            </a:r>
            <a:r>
              <a:rPr lang="en-US" altLang="ko-KR" sz="1800" b="1" dirty="0"/>
              <a:t>, 0</a:t>
            </a:r>
            <a:r>
              <a:rPr lang="ko-KR" altLang="en-US" sz="1800" b="1" dirty="0"/>
              <a:t>은 바다이다</a:t>
            </a:r>
            <a:r>
              <a:rPr lang="en-US" altLang="ko-KR" sz="1800" b="1" dirty="0"/>
              <a:t>.</a:t>
            </a:r>
          </a:p>
          <a:p>
            <a:pPr algn="just"/>
            <a:r>
              <a:rPr lang="ko-KR" altLang="en-US" sz="1800" b="1" dirty="0"/>
              <a:t>입력의 마지막 줄에는 </a:t>
            </a:r>
            <a:r>
              <a:rPr lang="en-US" altLang="ko-KR" sz="1800" b="1" dirty="0"/>
              <a:t>0</a:t>
            </a:r>
            <a:r>
              <a:rPr lang="ko-KR" altLang="en-US" sz="1800" b="1" dirty="0"/>
              <a:t>이 두 개 주어진다</a:t>
            </a:r>
            <a:r>
              <a:rPr lang="en-US" altLang="ko-KR" sz="1800" b="1" dirty="0"/>
              <a:t>.</a:t>
            </a:r>
          </a:p>
          <a:p>
            <a:pPr algn="just"/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393B46-A32F-A08C-E86F-C74FA11E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438236B-E0DD-8CC8-79B3-7B0349387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1" y="1988840"/>
            <a:ext cx="26955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88AACBD-E1D3-BBB1-81EC-758F49D93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31" y="4670035"/>
            <a:ext cx="4660024" cy="199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2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7. </a:t>
            </a:r>
            <a:r>
              <a:rPr lang="ko-KR" altLang="en-US" sz="3200" dirty="0"/>
              <a:t>트리순회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이진트리순회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https://www.acmicpc.net/problem/1991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이진 트리를 </a:t>
            </a:r>
            <a:r>
              <a:rPr lang="ko-KR" altLang="en-US" sz="1800" dirty="0" err="1">
                <a:latin typeface="Open Sans" panose="020F0502020204030204" pitchFamily="34" charset="0"/>
              </a:rPr>
              <a:t>입력받아</a:t>
            </a:r>
            <a:r>
              <a:rPr lang="ko-KR" altLang="en-US" sz="1800" dirty="0">
                <a:latin typeface="Open Sans" panose="020F0502020204030204" pitchFamily="34" charset="0"/>
              </a:rPr>
              <a:t> 전위 순회</a:t>
            </a:r>
            <a:r>
              <a:rPr lang="en-US" altLang="ko-KR" sz="1800" dirty="0">
                <a:latin typeface="Open Sans" panose="020F0502020204030204" pitchFamily="34" charset="0"/>
              </a:rPr>
              <a:t>(preorder traversal), </a:t>
            </a:r>
            <a:r>
              <a:rPr lang="ko-KR" altLang="en-US" sz="1800" dirty="0">
                <a:latin typeface="Open Sans" panose="020F0502020204030204" pitchFamily="34" charset="0"/>
              </a:rPr>
              <a:t>중위 순회</a:t>
            </a:r>
            <a:r>
              <a:rPr lang="en-US" altLang="ko-KR" sz="1800" dirty="0">
                <a:latin typeface="Open Sans" panose="020F0502020204030204" pitchFamily="34" charset="0"/>
              </a:rPr>
              <a:t>(</a:t>
            </a:r>
            <a:r>
              <a:rPr lang="en-US" altLang="ko-KR" sz="1800" dirty="0" err="1">
                <a:latin typeface="Open Sans" panose="020F0502020204030204" pitchFamily="34" charset="0"/>
              </a:rPr>
              <a:t>inorder</a:t>
            </a:r>
            <a:r>
              <a:rPr lang="en-US" altLang="ko-KR" sz="1800" dirty="0">
                <a:latin typeface="Open Sans" panose="020F0502020204030204" pitchFamily="34" charset="0"/>
              </a:rPr>
              <a:t> traversal), </a:t>
            </a:r>
            <a:r>
              <a:rPr lang="ko-KR" altLang="en-US" sz="1800" dirty="0">
                <a:latin typeface="Open Sans" panose="020F0502020204030204" pitchFamily="34" charset="0"/>
              </a:rPr>
              <a:t>후위 순회</a:t>
            </a:r>
            <a:r>
              <a:rPr lang="en-US" altLang="ko-KR" sz="1800" dirty="0">
                <a:latin typeface="Open Sans" panose="020F0502020204030204" pitchFamily="34" charset="0"/>
              </a:rPr>
              <a:t>(</a:t>
            </a:r>
            <a:r>
              <a:rPr lang="en-US" altLang="ko-KR" sz="1800" dirty="0" err="1">
                <a:latin typeface="Open Sans" panose="020F0502020204030204" pitchFamily="34" charset="0"/>
              </a:rPr>
              <a:t>postorder</a:t>
            </a:r>
            <a:r>
              <a:rPr lang="en-US" altLang="ko-KR" sz="1800" dirty="0">
                <a:latin typeface="Open Sans" panose="020F0502020204030204" pitchFamily="34" charset="0"/>
              </a:rPr>
              <a:t> traversal)</a:t>
            </a:r>
            <a:r>
              <a:rPr lang="ko-KR" altLang="en-US" sz="1800" dirty="0">
                <a:latin typeface="Open Sans" panose="020F0502020204030204" pitchFamily="34" charset="0"/>
              </a:rPr>
              <a:t>한 결과를 출력하는 프로그램을 </a:t>
            </a:r>
            <a:r>
              <a:rPr lang="ko-KR" altLang="en-US" sz="1800" dirty="0" err="1">
                <a:latin typeface="Open Sans" panose="020F0502020204030204" pitchFamily="34" charset="0"/>
              </a:rPr>
              <a:t>작성하시오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첫째 줄에는 이진 트리의 노드의 개수 </a:t>
            </a:r>
            <a:r>
              <a:rPr lang="en-US" altLang="ko-KR" sz="1800" dirty="0">
                <a:latin typeface="Open Sans" panose="020F0502020204030204" pitchFamily="34" charset="0"/>
              </a:rPr>
              <a:t>N(1 ≤ N ≤ 26)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둘째 줄부터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개의 줄에 걸쳐 각 노드와 그의 왼쪽 자식 노드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오른쪽 자식 노드가 주어진다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노드의 이름은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부터 차례대로 알파벳 대문자로 매겨지며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항상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가 루트 노드가 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자식 노드가 없는 경우에는 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  <a:r>
              <a:rPr lang="ko-KR" altLang="en-US" sz="1800" dirty="0">
                <a:latin typeface="Open Sans" panose="020F0502020204030204" pitchFamily="34" charset="0"/>
              </a:rPr>
              <a:t>으로 표현한다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전위 순회 </a:t>
            </a:r>
            <a:r>
              <a:rPr lang="en-US" altLang="ko-KR" sz="1800" dirty="0"/>
              <a:t>: ABDCEFG // (</a:t>
            </a:r>
            <a:r>
              <a:rPr lang="ko-KR" altLang="en-US" sz="1800" dirty="0"/>
              <a:t>루트</a:t>
            </a:r>
            <a:r>
              <a:rPr lang="en-US" altLang="ko-KR" sz="1800" dirty="0"/>
              <a:t>)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</a:t>
            </a:r>
          </a:p>
          <a:p>
            <a:pPr algn="just"/>
            <a:r>
              <a:rPr lang="ko-KR" altLang="en-US" sz="1800" dirty="0"/>
              <a:t>중위 순회 </a:t>
            </a:r>
            <a:r>
              <a:rPr lang="en-US" altLang="ko-KR" sz="1800" dirty="0"/>
              <a:t>: DBAECFG //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루트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</a:t>
            </a:r>
          </a:p>
          <a:p>
            <a:pPr algn="just"/>
            <a:r>
              <a:rPr lang="ko-KR" altLang="en-US" sz="1800" dirty="0"/>
              <a:t>후위 순회 </a:t>
            </a:r>
            <a:r>
              <a:rPr lang="en-US" altLang="ko-KR" sz="1800" dirty="0"/>
              <a:t>: DBEGFCA //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루트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pic>
        <p:nvPicPr>
          <p:cNvPr id="1026" name="Picture 2" descr="https://www.acmicpc.net/JudgeOnline/upload/201007/trtr.png">
            <a:extLst>
              <a:ext uri="{FF2B5EF4-FFF2-40B4-BE49-F238E27FC236}">
                <a16:creationId xmlns:a16="http://schemas.microsoft.com/office/drawing/2014/main" id="{78262772-1B4F-4F4D-870E-2BA1A2B2B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424764"/>
            <a:ext cx="25241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14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4558</TotalTime>
  <Words>932</Words>
  <Application>Microsoft Office PowerPoint</Application>
  <PresentationFormat>화면 슬라이드 쇼(4:3)</PresentationFormat>
  <Paragraphs>71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굴림</vt:lpstr>
      <vt:lpstr>맑은 고딕</vt:lpstr>
      <vt:lpstr>맑은 고딕</vt:lpstr>
      <vt:lpstr>Arial</vt:lpstr>
      <vt:lpstr>Open Sans</vt:lpstr>
      <vt:lpstr>Office 테마</vt:lpstr>
      <vt:lpstr>숙제3. DFS &amp; BFS</vt:lpstr>
      <vt:lpstr>백준 온라인저지  https://www.acmicpc.net/</vt:lpstr>
      <vt:lpstr>TUKorea 온라인저지  http://210.93.60.51/</vt:lpstr>
      <vt:lpstr>Programmers https://school.programmers.co.kr/</vt:lpstr>
      <vt:lpstr>1. DFS와 BFS (백준) https://www.acmicpc.net/problem/1260 https://www.youtube.com/watch?v=UQyUuiDRB1o&amp;list=PLg0hsGjqxAUZimgPzzUdTjrV0bn5ALtAl&amp;index=5 https://www.youtube.com/watch?v=uQ5oq802r9k&amp;list=PLg0hsGjqxAUZimgPzzUdTjrV0bn5ALtAl&amp;index=26 </vt:lpstr>
      <vt:lpstr>2. 순박꼭질 (백준, BFS최단거리) https://www.acmicpc.net/problem/1697</vt:lpstr>
      <vt:lpstr>3. 중요한 교차로 (TUKorea, DFS/BFS완전탐색) http://210.93.60.51/problem/0045 https://www.youtube.com/watch?v=_qNcHcGlp2s&amp;list=PLg0hsGjqxAUZimgPzzUdTjrV0bn5ALtAl&amp;index=7 https://www.youtube.com/watch?v=tjxW8sJf1Rg&amp;list=PLg0hsGjqxAUZimgPzzUdTjrV0bn5ALtAl&amp;index=28 </vt:lpstr>
      <vt:lpstr>4. 여행경로(Programmers, DFS) https://school.programmers.co.kr/learn/courses/30/lessons/43164 https://www.youtube.com/watch?v=b1G0EsqOvr8&amp;list=PLg0hsGjqxAUZimgPzzUdTjrV0bn5ALtAl&amp;index=6 https://www.youtube.com/watch?v=SPdMC1wNKDs&amp;list=PLg0hsGjqxAUZimgPzzUdTjrV0bn5ALtAl&amp;index=27 </vt:lpstr>
      <vt:lpstr>5. 알파벳 (백준, DFS재귀, 백트레킹, 비트마스킹) https://www.acmicpc.net/problem/1987</vt:lpstr>
      <vt:lpstr>6. 섬의 개수 (백준, DFS/BFS 완전탐색) https://www.acmicpc.net/problem/4963</vt:lpstr>
      <vt:lpstr>7. 트리순회 (백준, 이진트리순회) https://www.acmicpc.net/problem/1991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235</cp:revision>
  <cp:lastPrinted>2023-07-23T09:30:34Z</cp:lastPrinted>
  <dcterms:created xsi:type="dcterms:W3CDTF">2008-03-02T04:39:19Z</dcterms:created>
  <dcterms:modified xsi:type="dcterms:W3CDTF">2026-03-01T02:39:14Z</dcterms:modified>
</cp:coreProperties>
</file>