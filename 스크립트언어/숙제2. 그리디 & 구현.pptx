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1"/>
  </p:notesMasterIdLst>
  <p:sldIdLst>
    <p:sldId id="258" r:id="rId2"/>
    <p:sldId id="269" r:id="rId3"/>
    <p:sldId id="335" r:id="rId4"/>
    <p:sldId id="259" r:id="rId5"/>
    <p:sldId id="336" r:id="rId6"/>
    <p:sldId id="337" r:id="rId7"/>
    <p:sldId id="339" r:id="rId8"/>
    <p:sldId id="340" r:id="rId9"/>
    <p:sldId id="341" r:id="rId10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1" autoAdjust="0"/>
    <p:restoredTop sz="94660"/>
  </p:normalViewPr>
  <p:slideViewPr>
    <p:cSldViewPr>
      <p:cViewPr varScale="1">
        <p:scale>
          <a:sx n="87" d="100"/>
          <a:sy n="87" d="100"/>
        </p:scale>
        <p:origin x="60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2026-03-01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6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1EF1-E9DF-8DD8-6BD7-C8A34CB1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111B76-D485-1E66-9285-3C6CA801F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9C60FE-910F-FE1F-EBB4-4A99E1F3A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627192-1C93-BADE-3D34-02904F58F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474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2. </a:t>
            </a:r>
            <a:r>
              <a:rPr lang="ko-KR" altLang="en-US" b="1" dirty="0" err="1">
                <a:solidFill>
                  <a:srgbClr val="0000FF"/>
                </a:solidFill>
              </a:rPr>
              <a:t>그리디</a:t>
            </a:r>
            <a:r>
              <a:rPr lang="ko-KR" altLang="en-US" b="1" dirty="0">
                <a:solidFill>
                  <a:srgbClr val="0000FF"/>
                </a:solidFill>
              </a:rPr>
              <a:t> </a:t>
            </a:r>
            <a:r>
              <a:rPr lang="en-US" altLang="ko-KR" b="1" dirty="0">
                <a:solidFill>
                  <a:srgbClr val="0000FF"/>
                </a:solidFill>
              </a:rPr>
              <a:t>&amp; </a:t>
            </a:r>
            <a:r>
              <a:rPr lang="ko-KR" altLang="en-US" b="1" dirty="0">
                <a:solidFill>
                  <a:srgbClr val="0000FF"/>
                </a:solidFill>
              </a:rPr>
              <a:t>구현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동전 </a:t>
            </a:r>
            <a:r>
              <a:rPr lang="en-US" altLang="ko-KR" sz="3200" dirty="0"/>
              <a:t>0(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 err="1"/>
              <a:t>그리디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https://www.acmicpc.net/problem/11047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준규가 가지고 있는 동전은 총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종류이고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각각의 동전을 매우 많이 가지고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동전을 적절히 사용해서 그 가치의 합을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K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로 만들려고 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이때 필요한 동전 개수의 최솟값을 구하는 프로그램을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62901E-857C-FAE8-E367-7EC88FA7E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800" y="2761837"/>
            <a:ext cx="6132512" cy="390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7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2. </a:t>
            </a:r>
            <a:r>
              <a:rPr lang="ko-KR" altLang="en-US" sz="3200" dirty="0" err="1"/>
              <a:t>블랙잭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en-US" altLang="ko-KR" sz="3200" dirty="0" err="1"/>
              <a:t>Bruteforce</a:t>
            </a:r>
            <a:r>
              <a:rPr lang="en-US" altLang="ko-KR" sz="3200" dirty="0"/>
              <a:t>, </a:t>
            </a:r>
            <a:r>
              <a:rPr lang="ko-KR" altLang="en-US" sz="3200" dirty="0"/>
              <a:t>조합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https://www.acmicpc.net/problem/2798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장의 카드에 써져 있는 숫자가 주어졌을 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을 넘지 않으면서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에 최대한 가까운 카드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장의 합을 구해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출력하시오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963C7B-844D-A169-D5F9-FEA2F0B50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708920"/>
            <a:ext cx="7452320" cy="189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5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3. </a:t>
            </a:r>
            <a:r>
              <a:rPr lang="ko-KR" altLang="en-US" sz="3200" dirty="0" err="1"/>
              <a:t>자산증감</a:t>
            </a:r>
            <a:r>
              <a:rPr lang="ko-KR" altLang="en-US" sz="3200" dirty="0"/>
              <a:t> 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구현</a:t>
            </a:r>
            <a:r>
              <a:rPr lang="en-US" altLang="ko-KR" sz="3200" dirty="0"/>
              <a:t>) </a:t>
            </a:r>
            <a:br>
              <a:rPr lang="en-US" altLang="ko-KR" sz="3200" dirty="0"/>
            </a:br>
            <a:r>
              <a:rPr lang="en-US" altLang="ko-KR" sz="3200" dirty="0"/>
              <a:t>http://210.93.60.51/problem/0067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일 동안 회사의 순자산이 어떻게 변했는지 나타내는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개의 문자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('+', '-'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및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'=')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문자열</a:t>
            </a:r>
            <a:endParaRPr lang="en-US" altLang="ko-KR" sz="20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자산증감을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 나타내는 문자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'.', '/', '\'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및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'_'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를 포함하는 최소 행렬을 출력한다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3EF3E5-9BA3-02A1-8128-00E95BFAB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212976"/>
            <a:ext cx="8005430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A5642-9742-DB2E-8596-D53A2226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479E0-32A8-8019-C1E5-6961CFAA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4. </a:t>
            </a:r>
            <a:r>
              <a:rPr lang="ko-KR" altLang="en-US" sz="3200" dirty="0"/>
              <a:t>균형 잡힌 영양소 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조합</a:t>
            </a:r>
            <a:r>
              <a:rPr lang="en-US" altLang="ko-KR" sz="3200" dirty="0"/>
              <a:t>) </a:t>
            </a:r>
            <a:br>
              <a:rPr lang="en-US" altLang="ko-KR" sz="3200" dirty="0"/>
            </a:br>
            <a:r>
              <a:rPr lang="en-US" altLang="ko-KR" sz="3200" dirty="0"/>
              <a:t>http://210.93.60.51/problem/0099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CB0224-82D0-B771-1585-7FB1EE082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식단은 음식을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3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가지까지 포함할 수 있음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탄수화물 합이 기준치 이하</a:t>
            </a:r>
            <a:endParaRPr lang="en-US" altLang="ko-KR" sz="20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단백질 합이 기준치 이상</a:t>
            </a:r>
            <a:endParaRPr lang="en-US" altLang="ko-KR" sz="20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지방 합이 기준치 이하</a:t>
            </a:r>
            <a:endParaRPr lang="en-US" altLang="ko-KR" sz="20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열량 합이 기준치 이하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(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열량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=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탄수화물 *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4 +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단백질 *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4 +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지방 *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9)</a:t>
            </a:r>
          </a:p>
          <a:p>
            <a:pPr algn="just"/>
            <a:r>
              <a:rPr lang="ko-KR" altLang="en-US" sz="2000" dirty="0"/>
              <a:t>기준치에 맞게 조합하여 만들 수 있는 식단의 가짓수 </a:t>
            </a:r>
            <a:r>
              <a:rPr lang="en-US" altLang="ko-KR" sz="2000" dirty="0"/>
              <a:t>(</a:t>
            </a:r>
            <a:r>
              <a:rPr lang="ko-KR" altLang="en-US" sz="2000" dirty="0"/>
              <a:t>정수</a:t>
            </a:r>
            <a:r>
              <a:rPr lang="en-US" altLang="ko-KR" sz="2000" dirty="0"/>
              <a:t>) </a:t>
            </a:r>
            <a:r>
              <a:rPr lang="ko-KR" altLang="en-US" sz="2000" dirty="0"/>
              <a:t>출력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829A30-A769-2181-FA67-4E42B50C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C2F244-8E2C-632A-28C7-02BFEDE65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99" y="3717032"/>
            <a:ext cx="7305473" cy="275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405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5. </a:t>
            </a:r>
            <a:r>
              <a:rPr lang="ko-KR" altLang="en-US" sz="3200" dirty="0"/>
              <a:t>체육복 </a:t>
            </a:r>
            <a:r>
              <a:rPr lang="en-US" altLang="ko-KR" sz="3200" dirty="0"/>
              <a:t>(Programmers, </a:t>
            </a:r>
            <a:r>
              <a:rPr lang="ko-KR" altLang="en-US" sz="3200" dirty="0" err="1"/>
              <a:t>그리디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2000" dirty="0"/>
              <a:t>https://school.programmers.co.kr/learn/courses/30/lessons/42862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일부 학생이 체육복을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도난당했습니다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다행히 여벌 체육복이 있는 학생이 이들에게 체육복을 빌려주려 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학생들의 번호는 체격 순으로 매겨져 있어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바로 앞번호의 학생이나 바로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뒷번호의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 학생에게만 체육복을 빌려줄 수 있습니다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dirty="0"/>
              <a:t>전체 학생의 수 </a:t>
            </a:r>
            <a:r>
              <a:rPr lang="en-US" altLang="ko-KR" sz="1800" dirty="0"/>
              <a:t>n, </a:t>
            </a:r>
            <a:r>
              <a:rPr lang="ko-KR" altLang="en-US" sz="1800" dirty="0"/>
              <a:t>체육복을 도난당한 학생들의 번호가 담긴 배열 </a:t>
            </a:r>
            <a:r>
              <a:rPr lang="en-US" altLang="ko-KR" sz="1800" dirty="0"/>
              <a:t>lost, </a:t>
            </a:r>
            <a:r>
              <a:rPr lang="ko-KR" altLang="en-US" sz="1800" dirty="0"/>
              <a:t>여벌의 체육복을 가져온 학생들의 번호가 담긴 배열 </a:t>
            </a:r>
            <a:r>
              <a:rPr lang="en-US" altLang="ko-KR" sz="1800" dirty="0"/>
              <a:t>reserve</a:t>
            </a:r>
            <a:r>
              <a:rPr lang="ko-KR" altLang="en-US" sz="1800" dirty="0"/>
              <a:t>가 매개변수로 주어질 때</a:t>
            </a:r>
            <a:r>
              <a:rPr lang="en-US" altLang="ko-KR" sz="1800" dirty="0"/>
              <a:t>, </a:t>
            </a:r>
            <a:r>
              <a:rPr lang="ko-KR" altLang="en-US" sz="1800" dirty="0"/>
              <a:t>체육수업을 들을 수 있는 학생의 최댓값을 </a:t>
            </a:r>
            <a:r>
              <a:rPr lang="en-US" altLang="ko-KR" sz="1800" dirty="0"/>
              <a:t>return </a:t>
            </a:r>
            <a:r>
              <a:rPr lang="ko-KR" altLang="en-US" sz="1800" dirty="0"/>
              <a:t>하도록 </a:t>
            </a:r>
            <a:r>
              <a:rPr lang="en-US" altLang="ko-KR" sz="1800" dirty="0"/>
              <a:t>solution </a:t>
            </a:r>
            <a:r>
              <a:rPr lang="ko-KR" altLang="en-US" sz="1800" dirty="0"/>
              <a:t>함수를 작성해주세요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10704C9-7E47-FC05-7246-E89392918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3720889"/>
            <a:ext cx="416242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4485</TotalTime>
  <Words>410</Words>
  <Application>Microsoft Office PowerPoint</Application>
  <PresentationFormat>화면 슬라이드 쇼(4:3)</PresentationFormat>
  <Paragraphs>46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굴림</vt:lpstr>
      <vt:lpstr>맑은 고딕</vt:lpstr>
      <vt:lpstr>맑은 고딕</vt:lpstr>
      <vt:lpstr>Arial</vt:lpstr>
      <vt:lpstr>Open Sans</vt:lpstr>
      <vt:lpstr>Office 테마</vt:lpstr>
      <vt:lpstr>숙제2. 그리디 &amp; 구현</vt:lpstr>
      <vt:lpstr>백준 온라인저지  https://www.acmicpc.net/</vt:lpstr>
      <vt:lpstr>TUKorea 온라인저지  http://210.93.60.51/</vt:lpstr>
      <vt:lpstr>Programmers https://school.programmers.co.kr/</vt:lpstr>
      <vt:lpstr>1. 동전 0(백준, 그리디) https://www.acmicpc.net/problem/11047</vt:lpstr>
      <vt:lpstr>2. 블랙잭(백준, Bruteforce, 조합) https://www.acmicpc.net/problem/2798</vt:lpstr>
      <vt:lpstr>3. 자산증감 (TUKorea, 구현)  http://210.93.60.51/problem/0067</vt:lpstr>
      <vt:lpstr>4. 균형 잡힌 영양소 (TUKorea, 조합)  http://210.93.60.51/problem/0099</vt:lpstr>
      <vt:lpstr>5. 체육복 (Programmers, 그리디) https://school.programmers.co.kr/learn/courses/30/lessons/42862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Youngsik Kim</cp:lastModifiedBy>
  <cp:revision>222</cp:revision>
  <cp:lastPrinted>2023-07-23T09:30:34Z</cp:lastPrinted>
  <dcterms:created xsi:type="dcterms:W3CDTF">2008-03-02T04:39:19Z</dcterms:created>
  <dcterms:modified xsi:type="dcterms:W3CDTF">2026-03-01T02:38:44Z</dcterms:modified>
</cp:coreProperties>
</file>