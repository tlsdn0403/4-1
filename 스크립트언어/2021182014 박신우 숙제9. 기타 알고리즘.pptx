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9"/>
  </p:notesMasterIdLst>
  <p:sldIdLst>
    <p:sldId id="258" r:id="rId2"/>
    <p:sldId id="269" r:id="rId3"/>
    <p:sldId id="335" r:id="rId4"/>
    <p:sldId id="259" r:id="rId5"/>
    <p:sldId id="339" r:id="rId6"/>
    <p:sldId id="348" r:id="rId7"/>
    <p:sldId id="341" r:id="rId8"/>
    <p:sldId id="349" r:id="rId9"/>
    <p:sldId id="342" r:id="rId10"/>
    <p:sldId id="352" r:id="rId11"/>
    <p:sldId id="343" r:id="rId12"/>
    <p:sldId id="350" r:id="rId13"/>
    <p:sldId id="344" r:id="rId14"/>
    <p:sldId id="345" r:id="rId15"/>
    <p:sldId id="346" r:id="rId16"/>
    <p:sldId id="347" r:id="rId17"/>
    <p:sldId id="351" r:id="rId18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6" d="100"/>
          <a:sy n="96" d="100"/>
        </p:scale>
        <p:origin x="45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5905-9421-8F95-57D2-36A21A95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9D7F44-93D4-55D4-C4B5-E8CB43B06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B5A0B7-CC05-CA92-0DCA-2BC1E4427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DAE5C7-F6D1-7CDC-FB04-7BE88DECB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170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13E0-95E8-C9AE-1AC5-E0464998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0A6035-B30A-F988-0FB4-4479EEC8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88B05B-634E-BBF5-4B84-E0D66BBFC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0BA3A-EC41-2F69-0726-4BA264EDA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783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674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463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345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857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7544" y="2130425"/>
            <a:ext cx="8424936" cy="1470025"/>
          </a:xfrm>
        </p:spPr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9. </a:t>
            </a:r>
            <a:r>
              <a:rPr lang="ko-KR" altLang="en-US" b="1" dirty="0">
                <a:solidFill>
                  <a:srgbClr val="0000FF"/>
                </a:solidFill>
              </a:rPr>
              <a:t>기타 알고리즘</a:t>
            </a:r>
            <a:br>
              <a:rPr lang="en-US" altLang="ko-KR" b="1" dirty="0">
                <a:solidFill>
                  <a:srgbClr val="0000FF"/>
                </a:solidFill>
              </a:rPr>
            </a:br>
            <a:r>
              <a:rPr lang="en-US" altLang="ko-KR" b="1" dirty="0">
                <a:solidFill>
                  <a:srgbClr val="0000FF"/>
                </a:solidFill>
              </a:rPr>
              <a:t>(</a:t>
            </a:r>
            <a:r>
              <a:rPr lang="ko-KR" altLang="en-US" b="1" dirty="0">
                <a:solidFill>
                  <a:srgbClr val="0000FF"/>
                </a:solidFill>
              </a:rPr>
              <a:t>소수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>
                <a:solidFill>
                  <a:srgbClr val="0000FF"/>
                </a:solidFill>
              </a:rPr>
              <a:t>투 포인터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누적합</a:t>
            </a:r>
            <a:r>
              <a:rPr lang="en-US" altLang="ko-KR" b="1" dirty="0">
                <a:solidFill>
                  <a:srgbClr val="0000FF"/>
                </a:solidFill>
              </a:rPr>
              <a:t>)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023961"/>
          </a:xfrm>
        </p:spPr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두수의합 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투포인터</a:t>
            </a:r>
            <a:r>
              <a:rPr lang="en-US" altLang="ko-KR" sz="3200" dirty="0"/>
              <a:t>, </a:t>
            </a:r>
            <a:r>
              <a:rPr lang="ko-KR" altLang="en-US" sz="3200" dirty="0"/>
              <a:t>정렬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000" dirty="0"/>
              <a:t>http://210.93.60.51/problem/0192</a:t>
            </a:r>
            <a:br>
              <a:rPr lang="en-US" altLang="ko-KR" sz="2000" dirty="0"/>
            </a:br>
            <a:r>
              <a:rPr lang="en-US" altLang="ko-KR" sz="2000" dirty="0"/>
              <a:t>https://www.acmicpc.net/problem/3273</a:t>
            </a:r>
            <a:endParaRPr lang="ko-KR" altLang="en-US" sz="2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4C168B-1008-54BA-8A93-3C20CDA93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16507"/>
            <a:ext cx="7812360" cy="18242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2295C63-16FD-BECB-411F-9EB952D28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3958621"/>
            <a:ext cx="6804248" cy="185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87A35-40D8-B12C-CC72-BD947DC0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CC2345E-A418-6EDE-F3DE-258AF027B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45232" y="274638"/>
            <a:ext cx="8229600" cy="977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3CEE97-631F-7E09-E716-4BE4D3605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861CB7-BB23-8F2A-1DE6-EE5CD612A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58B51FA-F80F-0475-FBE8-6B9EC382E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1288137"/>
            <a:ext cx="2749114" cy="508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413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 </a:t>
            </a:r>
            <a:r>
              <a:rPr lang="ko-KR" altLang="en-US" sz="3200" dirty="0" err="1"/>
              <a:t>소수회문</a:t>
            </a:r>
            <a:r>
              <a:rPr lang="ko-KR" altLang="en-US" sz="3200" dirty="0"/>
              <a:t> 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소수</a:t>
            </a:r>
            <a:r>
              <a:rPr lang="en-US" altLang="ko-KR" sz="3200" dirty="0"/>
              <a:t>, </a:t>
            </a:r>
            <a:r>
              <a:rPr lang="ko-KR" altLang="en-US" sz="3200" dirty="0"/>
              <a:t>구현</a:t>
            </a:r>
            <a:r>
              <a:rPr lang="en-US" altLang="ko-KR" sz="3200" dirty="0"/>
              <a:t>) </a:t>
            </a:r>
            <a:br>
              <a:rPr lang="en-US" altLang="ko-KR" sz="3200" dirty="0"/>
            </a:br>
            <a:r>
              <a:rPr lang="en-US" altLang="ko-KR" sz="2000" dirty="0"/>
              <a:t>http://210.93.60.51/problem/0001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주어진 정수와 그 정수를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reverse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한 정수가 서로 같으면 그 정수는 회문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(Palindrome)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이라고 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예를 들어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79197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및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324423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Palindrome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입니다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정수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N(1 ≤ N ≤ 1000000)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하나 주어지고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 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소수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(prime number)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이고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Palindrome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되는 가장 작은 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정수 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M (M ≥ N)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을 찾습니다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i="0" dirty="0">
              <a:solidFill>
                <a:srgbClr val="0000FF"/>
              </a:solidFill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소수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(prime number)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이므로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으로만 나누어 떨어져야 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예를 들어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이면 답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101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입니다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은 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보다 크거나 같습니다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.</a:t>
            </a:r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Palindrome</a:t>
            </a:r>
            <a:r>
              <a:rPr lang="ko-KR" altLang="en-US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을 먼저 검사해야 시간초과에 걸리지 않습니다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.</a:t>
            </a:r>
            <a:endParaRPr lang="ko-KR" altLang="en-US" sz="1800" b="1" i="0" dirty="0">
              <a:solidFill>
                <a:srgbClr val="0000FF"/>
              </a:solidFill>
              <a:effectLst/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433A9-D355-DF98-7A6A-B677E6213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2BF28CC-D510-BBE6-9A90-E7A511101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560" y="290188"/>
            <a:ext cx="5688632" cy="1843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E09EC5-37BE-9CB9-85A2-96BECECA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23161F-F939-820D-E4CC-844338183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29241FF-98EC-52BD-A192-E57DE6BF4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2115750"/>
            <a:ext cx="2848784" cy="453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16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2B20-4B16-B621-1878-D805E707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A739D-B2C9-7045-1763-959F8AD6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3. b</a:t>
            </a:r>
            <a:r>
              <a:rPr lang="ko-KR" altLang="en-US" sz="3200" dirty="0"/>
              <a:t>진법 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구현</a:t>
            </a:r>
            <a:r>
              <a:rPr lang="en-US" altLang="ko-KR" sz="32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http://210.93.60.51/problem/0015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2360B-F912-2D91-961D-82AA60C5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F3B8B4-350A-50A3-AE91-CB80AA09D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기수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 숫자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제공되면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A × B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의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b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 숫자를 출력한다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3312 (4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= 246 (10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30 (4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= 12 (10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  11  10 (12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빈 공간을 사용하여 숫자 구분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= 430 (10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  0  2 (12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= 434 (10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3312 (4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 x 30 (4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 = 232020 (4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2  2  10  10 (12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 x 3 0 2 (12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 = 8  11  11  11  8 (12</a:t>
            </a:r>
            <a:r>
              <a:rPr lang="ko-KR" altLang="en-US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진수</a:t>
            </a:r>
            <a:r>
              <a:rPr lang="en-US" altLang="ko-KR" sz="1800" b="1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)</a:t>
            </a:r>
          </a:p>
          <a:p>
            <a:pPr algn="just"/>
            <a:endParaRPr lang="en-US" altLang="ko-KR" sz="1800" b="1" dirty="0">
              <a:solidFill>
                <a:srgbClr val="0000FF"/>
              </a:solidFill>
              <a:latin typeface="Open Sans" panose="020F0502020204030204" pitchFamily="34" charset="0"/>
            </a:endParaRP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266035-7E61-F4D4-060E-1BCAEE4D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B335C68-F4FB-3EAD-BB1E-435AAA70C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45" y="4509120"/>
            <a:ext cx="7449773" cy="201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92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AFF7AD-322E-7471-15E9-1EECA5CF4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74CDD6E-D9E7-0EC0-194A-9AECF4E49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560" y="188640"/>
            <a:ext cx="5941640" cy="1932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FD73A-4956-0431-77BF-16496084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66F234-83BF-0C41-53F1-F669967A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070D27D-F97B-EFA8-09ED-21EB4BA99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121193"/>
            <a:ext cx="2674099" cy="415189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2519FCA-7C42-684C-FD36-16013EEC2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44" y="2708920"/>
            <a:ext cx="4105011" cy="330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57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D464-ABF4-2534-91B9-7A4E1C34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699D2-E1C4-C3CB-3E1E-95ED4F07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82154"/>
          </a:xfrm>
        </p:spPr>
        <p:txBody>
          <a:bodyPr/>
          <a:lstStyle/>
          <a:p>
            <a:r>
              <a:rPr lang="en-US" altLang="ko-KR" sz="3200" dirty="0"/>
              <a:t>4. </a:t>
            </a:r>
            <a:r>
              <a:rPr lang="ko-KR" altLang="en-US" sz="3200" dirty="0"/>
              <a:t>목재총량 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누적합</a:t>
            </a:r>
            <a:r>
              <a:rPr lang="en-US" altLang="ko-KR" sz="3200" dirty="0"/>
              <a:t>, DP)</a:t>
            </a:r>
            <a:br>
              <a:rPr lang="en-US" altLang="ko-KR" sz="3200" dirty="0"/>
            </a:br>
            <a:r>
              <a:rPr lang="en-US" altLang="ko-KR" sz="2000" dirty="0"/>
              <a:t>http://210.93.60.51/problem/0044</a:t>
            </a:r>
            <a:br>
              <a:rPr lang="en-US" altLang="ko-KR" sz="2000" dirty="0"/>
            </a:br>
            <a:r>
              <a:rPr lang="en-US" altLang="ko-KR" sz="2000" dirty="0"/>
              <a:t>https://www.acmicpc.net/problem/2167</a:t>
            </a:r>
            <a:br>
              <a:rPr lang="en-US" altLang="ko-KR" sz="2400" dirty="0"/>
            </a:b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C0934D-9D8D-8BDD-1B5F-8368C579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D1A740D-35B8-5DF0-0995-BB402FE01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412776"/>
            <a:ext cx="8640960" cy="4713387"/>
          </a:xfrm>
        </p:spPr>
        <p:txBody>
          <a:bodyPr/>
          <a:lstStyle/>
          <a:p>
            <a:r>
              <a:rPr lang="ko-KR" altLang="en-US" sz="2000" dirty="0"/>
              <a:t>입력의 첫 번째 줄에는 숲의 나무 행과 열을 나타내는 두 개의 정수 </a:t>
            </a:r>
            <a:r>
              <a:rPr lang="en-US" altLang="ko-KR" sz="2000" dirty="0"/>
              <a:t>M</a:t>
            </a:r>
            <a:r>
              <a:rPr lang="ko-KR" altLang="en-US" sz="2000" dirty="0"/>
              <a:t>과 </a:t>
            </a:r>
            <a:r>
              <a:rPr lang="en-US" altLang="ko-KR" sz="2000" dirty="0"/>
              <a:t>N</a:t>
            </a:r>
          </a:p>
          <a:p>
            <a:r>
              <a:rPr lang="ko-KR" altLang="en-US" sz="2000" dirty="0"/>
              <a:t>다음 </a:t>
            </a:r>
            <a:r>
              <a:rPr lang="en-US" altLang="ko-KR" sz="2000" dirty="0"/>
              <a:t>M</a:t>
            </a:r>
            <a:r>
              <a:rPr lang="ko-KR" altLang="en-US" sz="2000" dirty="0"/>
              <a:t>개 줄에는 각각 </a:t>
            </a:r>
            <a:r>
              <a:rPr lang="en-US" altLang="ko-KR" sz="2000" dirty="0"/>
              <a:t>N</a:t>
            </a:r>
            <a:r>
              <a:rPr lang="ko-KR" altLang="en-US" sz="2000" dirty="0"/>
              <a:t>개의 정수가 있습니다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M+2</a:t>
            </a:r>
            <a:r>
              <a:rPr lang="ko-KR" altLang="en-US" sz="2000" dirty="0"/>
              <a:t>번째 줄에는 목재 총량을 계산해야 하는 </a:t>
            </a:r>
            <a:r>
              <a:rPr lang="ko-KR" altLang="en-US" sz="2000" b="1" dirty="0">
                <a:solidFill>
                  <a:srgbClr val="0000FF"/>
                </a:solidFill>
              </a:rPr>
              <a:t>직사각형 토지의 개수 </a:t>
            </a:r>
            <a:r>
              <a:rPr lang="en-US" altLang="ko-KR" sz="2000" b="1" dirty="0">
                <a:solidFill>
                  <a:srgbClr val="0000FF"/>
                </a:solidFill>
              </a:rPr>
              <a:t>C</a:t>
            </a:r>
            <a:r>
              <a:rPr lang="ko-KR" altLang="en-US" sz="2000" dirty="0"/>
              <a:t>를 나타냅니다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이어지는 </a:t>
            </a:r>
            <a:r>
              <a:rPr lang="en-US" altLang="ko-KR" sz="2000" dirty="0"/>
              <a:t>C</a:t>
            </a:r>
            <a:r>
              <a:rPr lang="ko-KR" altLang="en-US" sz="2000" dirty="0"/>
              <a:t>개 줄 </a:t>
            </a:r>
            <a:r>
              <a:rPr lang="en-US" altLang="ko-KR" sz="2000" dirty="0"/>
              <a:t>(M+2+1</a:t>
            </a:r>
            <a:r>
              <a:rPr lang="ko-KR" altLang="en-US" sz="2000" dirty="0"/>
              <a:t>번째 줄 </a:t>
            </a:r>
            <a:r>
              <a:rPr lang="en-US" altLang="ko-KR" sz="2000" dirty="0"/>
              <a:t>... M+2+C</a:t>
            </a:r>
            <a:r>
              <a:rPr lang="ko-KR" altLang="en-US" sz="2000" dirty="0"/>
              <a:t>번째 줄</a:t>
            </a:r>
            <a:r>
              <a:rPr lang="en-US" altLang="ko-KR" sz="2000" dirty="0"/>
              <a:t>)</a:t>
            </a:r>
            <a:r>
              <a:rPr lang="ko-KR" altLang="en-US" sz="2000" dirty="0"/>
              <a:t>에는 </a:t>
            </a:r>
            <a:r>
              <a:rPr lang="en-US" altLang="ko-KR" sz="2000" dirty="0"/>
              <a:t>4</a:t>
            </a:r>
            <a:r>
              <a:rPr lang="ko-KR" altLang="en-US" sz="2000" dirty="0"/>
              <a:t>개의 정수 </a:t>
            </a:r>
            <a:r>
              <a:rPr lang="en-US" altLang="ko-KR" sz="2000" dirty="0"/>
              <a:t>r1, c1, r2, c2 (r1≤r2, c1≤c2)</a:t>
            </a:r>
            <a:r>
              <a:rPr lang="ko-KR" altLang="en-US" sz="2000" dirty="0"/>
              <a:t>가 직사각형의 </a:t>
            </a:r>
            <a:r>
              <a:rPr lang="en-US" altLang="ko-KR" sz="2000" dirty="0"/>
              <a:t>2</a:t>
            </a:r>
            <a:r>
              <a:rPr lang="ko-KR" altLang="en-US" sz="2000" dirty="0"/>
              <a:t>개 모서리를 나타냅니다</a:t>
            </a:r>
            <a:r>
              <a:rPr lang="en-US" altLang="ko-KR" sz="2000" dirty="0"/>
              <a:t>.</a:t>
            </a:r>
          </a:p>
          <a:p>
            <a:r>
              <a:rPr lang="ko-KR" altLang="en-US" sz="2000" b="1" dirty="0">
                <a:solidFill>
                  <a:srgbClr val="0000FF"/>
                </a:solidFill>
              </a:rPr>
              <a:t>목재 총량을 계산해야 하는 직사각형 토지 개수 </a:t>
            </a:r>
            <a:r>
              <a:rPr lang="en-US" altLang="ko-KR" sz="2000" b="1" dirty="0">
                <a:solidFill>
                  <a:srgbClr val="0000FF"/>
                </a:solidFill>
              </a:rPr>
              <a:t>C</a:t>
            </a:r>
            <a:r>
              <a:rPr lang="ko-KR" altLang="en-US" sz="2000" b="1" dirty="0">
                <a:solidFill>
                  <a:srgbClr val="0000FF"/>
                </a:solidFill>
              </a:rPr>
              <a:t>가 매우 큰 수 입니다</a:t>
            </a:r>
            <a:r>
              <a:rPr lang="en-US" altLang="ko-KR" sz="2000" b="1" dirty="0">
                <a:solidFill>
                  <a:srgbClr val="0000FF"/>
                </a:solidFill>
              </a:rPr>
              <a:t>.</a:t>
            </a:r>
          </a:p>
          <a:p>
            <a:endParaRPr lang="en-US" altLang="ko-KR" sz="2000" dirty="0"/>
          </a:p>
          <a:p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0D24A8-AB50-5DE5-FDA6-73B8A0C5D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1" y="4149080"/>
            <a:ext cx="5212609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53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48E56-4B4F-9359-8BC3-99F7CB2D7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B8C26EF-5B10-24CF-EB5C-5427CA729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560" y="260168"/>
            <a:ext cx="7283152" cy="2182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F6B95D-044B-81C0-2298-3709D482A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5411EA-D0F0-4943-867B-A695532F0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0784041-6457-91CC-99FC-2DA34AEEC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7" y="2468147"/>
            <a:ext cx="3456384" cy="40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19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74637"/>
            <a:ext cx="9144000" cy="989177"/>
          </a:xfrm>
        </p:spPr>
        <p:txBody>
          <a:bodyPr/>
          <a:lstStyle/>
          <a:p>
            <a:r>
              <a:rPr lang="en-US" altLang="ko-KR" sz="2800" dirty="0"/>
              <a:t>5.</a:t>
            </a:r>
            <a:r>
              <a:rPr lang="ko-KR" altLang="en-US" sz="2800" dirty="0" err="1"/>
              <a:t>이분탐색</a:t>
            </a:r>
            <a:r>
              <a:rPr lang="ko-KR" altLang="en-US" sz="2800" dirty="0"/>
              <a:t> 사회적 </a:t>
            </a:r>
            <a:r>
              <a:rPr lang="ko-KR" altLang="en-US" sz="2800" dirty="0" err="1"/>
              <a:t>거리두기</a:t>
            </a:r>
            <a:r>
              <a:rPr lang="ko-KR" altLang="en-US" sz="2800" dirty="0"/>
              <a:t> </a:t>
            </a:r>
            <a:r>
              <a:rPr lang="en-US" altLang="ko-KR" sz="2800" dirty="0"/>
              <a:t>III</a:t>
            </a:r>
            <a:r>
              <a:rPr lang="ko-KR" altLang="en-US" sz="2800" dirty="0"/>
              <a:t>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dirty="0"/>
              <a:t>http://210.93.60.51/problem/0037</a:t>
            </a:r>
            <a:br>
              <a:rPr lang="en-US" altLang="ko-KR" sz="2000" dirty="0"/>
            </a:br>
            <a:r>
              <a:rPr lang="en-US" altLang="ko-KR" sz="2000" dirty="0"/>
              <a:t>https://www.acmicpc.net/problem/18877</a:t>
            </a:r>
            <a:endParaRPr lang="en-US" altLang="ko-KR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363272" cy="4840303"/>
          </a:xfrm>
        </p:spPr>
        <p:txBody>
          <a:bodyPr/>
          <a:lstStyle/>
          <a:p>
            <a:r>
              <a:rPr lang="ko-KR" altLang="en-US" dirty="0"/>
              <a:t>가장 가까운 학생간의 거리</a:t>
            </a:r>
            <a:r>
              <a:rPr lang="en-US" altLang="ko-KR" dirty="0"/>
              <a:t> D</a:t>
            </a:r>
            <a:r>
              <a:rPr lang="ko-KR" altLang="en-US" dirty="0"/>
              <a:t>가 최대가 되도록 </a:t>
            </a:r>
            <a:r>
              <a:rPr lang="en-US" altLang="ko-KR" dirty="0"/>
              <a:t>N</a:t>
            </a:r>
            <a:r>
              <a:rPr lang="ko-KR" altLang="en-US" dirty="0"/>
              <a:t>명의 학생들을 배치</a:t>
            </a:r>
            <a:endParaRPr lang="en-US" altLang="ko-KR" dirty="0"/>
          </a:p>
          <a:p>
            <a:r>
              <a:rPr lang="en-US" altLang="ko-KR" dirty="0"/>
              <a:t>N=5 </a:t>
            </a:r>
            <a:r>
              <a:rPr lang="ko-KR" altLang="en-US" dirty="0"/>
              <a:t>학생수</a:t>
            </a:r>
            <a:r>
              <a:rPr lang="en-US" altLang="ko-KR" dirty="0"/>
              <a:t>, M=3 </a:t>
            </a:r>
            <a:r>
              <a:rPr lang="ko-KR" altLang="en-US" dirty="0"/>
              <a:t>책상 </a:t>
            </a:r>
            <a:r>
              <a:rPr lang="ko-KR" altLang="en-US" dirty="0" err="1"/>
              <a:t>그룹핑</a:t>
            </a:r>
            <a:r>
              <a:rPr lang="ko-KR" altLang="en-US" dirty="0"/>
              <a:t> 수</a:t>
            </a:r>
            <a:endParaRPr lang="en-US" altLang="ko-KR" dirty="0"/>
          </a:p>
          <a:p>
            <a:r>
              <a:rPr lang="en-US" altLang="ko-KR" dirty="0"/>
              <a:t>5 3</a:t>
            </a:r>
          </a:p>
          <a:p>
            <a:r>
              <a:rPr lang="en-US" altLang="ko-KR" dirty="0"/>
              <a:t>0 2</a:t>
            </a:r>
          </a:p>
          <a:p>
            <a:r>
              <a:rPr lang="en-US" altLang="ko-KR" dirty="0"/>
              <a:t>4 7</a:t>
            </a:r>
          </a:p>
          <a:p>
            <a:r>
              <a:rPr lang="en-US" altLang="ko-KR" dirty="0"/>
              <a:t>9 9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923928" y="3501008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923928" y="3787900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923928" y="4074792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923928" y="4623958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923928" y="4910850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923928" y="5195766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923928" y="5482658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923928" y="6065055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628194" y="350100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628194" y="378790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628194" y="4074792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28194" y="4337066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628194" y="462395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628194" y="491085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28194" y="5195766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628194" y="548265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628194" y="576955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628194" y="6065055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오른쪽 중괄호 27"/>
          <p:cNvSpPr/>
          <p:nvPr/>
        </p:nvSpPr>
        <p:spPr>
          <a:xfrm>
            <a:off x="4644008" y="3501008"/>
            <a:ext cx="432048" cy="8618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오른쪽 중괄호 28"/>
          <p:cNvSpPr/>
          <p:nvPr/>
        </p:nvSpPr>
        <p:spPr>
          <a:xfrm>
            <a:off x="4716016" y="4620842"/>
            <a:ext cx="432048" cy="11487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오른쪽 중괄호 29"/>
          <p:cNvSpPr/>
          <p:nvPr/>
        </p:nvSpPr>
        <p:spPr>
          <a:xfrm>
            <a:off x="4734508" y="6065055"/>
            <a:ext cx="432048" cy="2880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221444" y="3787900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221444" y="4957031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275818" y="6043011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804248" y="3497453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799188" y="4005249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099983" y="3497453"/>
            <a:ext cx="11077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학생배치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125956" y="4005249"/>
            <a:ext cx="9744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빈책상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313576" y="3575176"/>
            <a:ext cx="1204479" cy="616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FF"/>
                </a:solidFill>
              </a:rPr>
              <a:t>D </a:t>
            </a:r>
            <a:r>
              <a:rPr lang="ko-KR" altLang="en-US" dirty="0">
                <a:solidFill>
                  <a:srgbClr val="0000FF"/>
                </a:solidFill>
              </a:rPr>
              <a:t>최대값</a:t>
            </a:r>
            <a:endParaRPr lang="en-US" altLang="ko-KR" dirty="0">
              <a:solidFill>
                <a:srgbClr val="0000FF"/>
              </a:solidFill>
            </a:endParaRPr>
          </a:p>
          <a:p>
            <a:pPr algn="ctr"/>
            <a:r>
              <a:rPr lang="ko-KR" altLang="en-US" dirty="0">
                <a:solidFill>
                  <a:srgbClr val="0000FF"/>
                </a:solidFill>
              </a:rPr>
              <a:t> </a:t>
            </a:r>
            <a:r>
              <a:rPr lang="en-US" altLang="ko-KR" dirty="0">
                <a:solidFill>
                  <a:srgbClr val="0000FF"/>
                </a:solidFill>
              </a:rPr>
              <a:t>= 2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39" name="오른쪽 중괄호 38"/>
          <p:cNvSpPr/>
          <p:nvPr/>
        </p:nvSpPr>
        <p:spPr>
          <a:xfrm rot="10800000">
            <a:off x="3258217" y="3645023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오른쪽 중괄호 39"/>
          <p:cNvSpPr/>
          <p:nvPr/>
        </p:nvSpPr>
        <p:spPr>
          <a:xfrm rot="10800000">
            <a:off x="3239852" y="4233352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오른쪽 중괄호 40"/>
          <p:cNvSpPr/>
          <p:nvPr/>
        </p:nvSpPr>
        <p:spPr>
          <a:xfrm rot="10800000">
            <a:off x="3239166" y="4858005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오른쪽 중괄호 41"/>
          <p:cNvSpPr/>
          <p:nvPr/>
        </p:nvSpPr>
        <p:spPr>
          <a:xfrm rot="10800000">
            <a:off x="3239166" y="5457208"/>
            <a:ext cx="432048" cy="873834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091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363272" cy="4840303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N=5 </a:t>
            </a:r>
            <a:r>
              <a:rPr lang="ko-KR" altLang="en-US" dirty="0"/>
              <a:t>학생수</a:t>
            </a:r>
            <a:r>
              <a:rPr lang="en-US" altLang="ko-KR" dirty="0"/>
              <a:t>, M=3 </a:t>
            </a:r>
            <a:r>
              <a:rPr lang="ko-KR" altLang="en-US" dirty="0"/>
              <a:t>책상 </a:t>
            </a:r>
            <a:r>
              <a:rPr lang="ko-KR" altLang="en-US" dirty="0" err="1"/>
              <a:t>그룹핑</a:t>
            </a:r>
            <a:r>
              <a:rPr lang="ko-KR" altLang="en-US" dirty="0"/>
              <a:t> 수</a:t>
            </a:r>
            <a:endParaRPr lang="en-US" altLang="ko-KR" dirty="0"/>
          </a:p>
          <a:p>
            <a:r>
              <a:rPr lang="en-US" altLang="ko-KR" dirty="0"/>
              <a:t>5 3</a:t>
            </a:r>
          </a:p>
          <a:p>
            <a:r>
              <a:rPr lang="en-US" altLang="ko-KR" dirty="0"/>
              <a:t>0 2</a:t>
            </a:r>
          </a:p>
          <a:p>
            <a:r>
              <a:rPr lang="en-US" altLang="ko-KR" dirty="0"/>
              <a:t>4 7</a:t>
            </a:r>
          </a:p>
          <a:p>
            <a:r>
              <a:rPr lang="en-US" altLang="ko-KR" dirty="0"/>
              <a:t>9 9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923928" y="3501008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923928" y="3787900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923928" y="4074792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923928" y="4623958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923928" y="4910850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923928" y="5195766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3923928" y="5482658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923928" y="6065055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628194" y="350100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628194" y="378790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628194" y="4074792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28194" y="4337066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628194" y="462395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628194" y="491085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28194" y="5195766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628194" y="5482658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628194" y="5769550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628194" y="6065055"/>
            <a:ext cx="288032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오른쪽 중괄호 27"/>
          <p:cNvSpPr/>
          <p:nvPr/>
        </p:nvSpPr>
        <p:spPr>
          <a:xfrm>
            <a:off x="4644008" y="3501008"/>
            <a:ext cx="432048" cy="8618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오른쪽 중괄호 28"/>
          <p:cNvSpPr/>
          <p:nvPr/>
        </p:nvSpPr>
        <p:spPr>
          <a:xfrm>
            <a:off x="4716016" y="4620842"/>
            <a:ext cx="432048" cy="11487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오른쪽 중괄호 29"/>
          <p:cNvSpPr/>
          <p:nvPr/>
        </p:nvSpPr>
        <p:spPr>
          <a:xfrm>
            <a:off x="4734508" y="6065055"/>
            <a:ext cx="432048" cy="2880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5221444" y="3787900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221444" y="4957031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275818" y="6043011"/>
            <a:ext cx="934731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그룹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804248" y="3497453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799188" y="4005249"/>
            <a:ext cx="288032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099983" y="3497453"/>
            <a:ext cx="11077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학생배치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125956" y="4005249"/>
            <a:ext cx="9744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빈책상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313576" y="3575176"/>
            <a:ext cx="1204479" cy="616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0000FF"/>
                </a:solidFill>
              </a:rPr>
              <a:t>D </a:t>
            </a:r>
            <a:r>
              <a:rPr lang="ko-KR" altLang="en-US" dirty="0">
                <a:solidFill>
                  <a:srgbClr val="0000FF"/>
                </a:solidFill>
              </a:rPr>
              <a:t>최대값</a:t>
            </a:r>
            <a:endParaRPr lang="en-US" altLang="ko-KR" dirty="0">
              <a:solidFill>
                <a:srgbClr val="0000FF"/>
              </a:solidFill>
            </a:endParaRPr>
          </a:p>
          <a:p>
            <a:pPr algn="ctr"/>
            <a:r>
              <a:rPr lang="ko-KR" altLang="en-US" dirty="0">
                <a:solidFill>
                  <a:srgbClr val="0000FF"/>
                </a:solidFill>
              </a:rPr>
              <a:t> </a:t>
            </a:r>
            <a:r>
              <a:rPr lang="en-US" altLang="ko-KR" dirty="0">
                <a:solidFill>
                  <a:srgbClr val="0000FF"/>
                </a:solidFill>
              </a:rPr>
              <a:t>= 2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39" name="오른쪽 중괄호 38"/>
          <p:cNvSpPr/>
          <p:nvPr/>
        </p:nvSpPr>
        <p:spPr>
          <a:xfrm rot="10800000">
            <a:off x="3258217" y="3645023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오른쪽 중괄호 39"/>
          <p:cNvSpPr/>
          <p:nvPr/>
        </p:nvSpPr>
        <p:spPr>
          <a:xfrm rot="10800000">
            <a:off x="3239852" y="4233352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오른쪽 중괄호 40"/>
          <p:cNvSpPr/>
          <p:nvPr/>
        </p:nvSpPr>
        <p:spPr>
          <a:xfrm rot="10800000">
            <a:off x="3239166" y="4858005"/>
            <a:ext cx="432048" cy="546359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오른쪽 중괄호 41"/>
          <p:cNvSpPr/>
          <p:nvPr/>
        </p:nvSpPr>
        <p:spPr>
          <a:xfrm rot="10800000">
            <a:off x="3239166" y="5457208"/>
            <a:ext cx="432048" cy="873834"/>
          </a:xfrm>
          <a:prstGeom prst="rightBrace">
            <a:avLst>
              <a:gd name="adj1" fmla="val 8333"/>
              <a:gd name="adj2" fmla="val 49027"/>
            </a:avLst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96" y="1344432"/>
            <a:ext cx="8709007" cy="1317052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05AD9B06-16CC-8E66-ADB0-0C7B765C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ko-KR" sz="2800" dirty="0"/>
              <a:t>5.</a:t>
            </a:r>
            <a:r>
              <a:rPr lang="ko-KR" altLang="en-US" sz="2800" dirty="0" err="1"/>
              <a:t>이분탐색</a:t>
            </a:r>
            <a:r>
              <a:rPr lang="ko-KR" altLang="en-US" sz="2800" dirty="0"/>
              <a:t> 사회적 </a:t>
            </a:r>
            <a:r>
              <a:rPr lang="ko-KR" altLang="en-US" sz="2800" dirty="0" err="1"/>
              <a:t>거리두기</a:t>
            </a:r>
            <a:r>
              <a:rPr lang="ko-KR" altLang="en-US" sz="2800" dirty="0"/>
              <a:t> </a:t>
            </a:r>
            <a:r>
              <a:rPr lang="en-US" altLang="ko-KR" sz="2800" dirty="0"/>
              <a:t>III</a:t>
            </a:r>
            <a:r>
              <a:rPr lang="ko-KR" altLang="en-US" sz="2800" dirty="0"/>
              <a:t>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dirty="0"/>
              <a:t>http://210.93.60.51/problem/0037</a:t>
            </a:r>
            <a:br>
              <a:rPr lang="en-US" altLang="ko-KR" sz="2000" dirty="0"/>
            </a:br>
            <a:r>
              <a:rPr lang="en-US" altLang="ko-KR" sz="2000" dirty="0"/>
              <a:t>https://www.acmicpc.net/problem/18877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661338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20" y="1253823"/>
            <a:ext cx="8707760" cy="4938910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A1864D71-A1A1-802F-3320-23D91583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ko-KR" sz="2800" dirty="0"/>
              <a:t>5.</a:t>
            </a:r>
            <a:r>
              <a:rPr lang="ko-KR" altLang="en-US" sz="2800" dirty="0" err="1"/>
              <a:t>이분탐색</a:t>
            </a:r>
            <a:r>
              <a:rPr lang="ko-KR" altLang="en-US" sz="2800" dirty="0"/>
              <a:t> 사회적 </a:t>
            </a:r>
            <a:r>
              <a:rPr lang="ko-KR" altLang="en-US" sz="2800" dirty="0" err="1"/>
              <a:t>거리두기</a:t>
            </a:r>
            <a:r>
              <a:rPr lang="ko-KR" altLang="en-US" sz="2800" dirty="0"/>
              <a:t> </a:t>
            </a:r>
            <a:r>
              <a:rPr lang="en-US" altLang="ko-KR" sz="2800" dirty="0"/>
              <a:t>III</a:t>
            </a:r>
            <a:r>
              <a:rPr lang="ko-KR" altLang="en-US" sz="2800" dirty="0"/>
              <a:t>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dirty="0"/>
              <a:t>http://210.93.60.51/problem/0037</a:t>
            </a:r>
            <a:br>
              <a:rPr lang="en-US" altLang="ko-KR" sz="2000" dirty="0"/>
            </a:br>
            <a:r>
              <a:rPr lang="en-US" altLang="ko-KR" sz="2000" dirty="0"/>
              <a:t>https://www.acmicpc.net/problem/18877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570752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1340768"/>
            <a:ext cx="8591550" cy="4314825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A1CE1536-EA6C-038A-87CF-AE9538AD8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ko-KR" sz="2800" dirty="0"/>
              <a:t>5.</a:t>
            </a:r>
            <a:r>
              <a:rPr lang="ko-KR" altLang="en-US" sz="2800" dirty="0" err="1"/>
              <a:t>이분탐색</a:t>
            </a:r>
            <a:r>
              <a:rPr lang="ko-KR" altLang="en-US" sz="2800" dirty="0"/>
              <a:t> 사회적 </a:t>
            </a:r>
            <a:r>
              <a:rPr lang="ko-KR" altLang="en-US" sz="2800" dirty="0" err="1"/>
              <a:t>거리두기</a:t>
            </a:r>
            <a:r>
              <a:rPr lang="ko-KR" altLang="en-US" sz="2800" dirty="0"/>
              <a:t> </a:t>
            </a:r>
            <a:r>
              <a:rPr lang="en-US" altLang="ko-KR" sz="2800" dirty="0"/>
              <a:t>III</a:t>
            </a:r>
            <a:r>
              <a:rPr lang="ko-KR" altLang="en-US" sz="2800" dirty="0"/>
              <a:t>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dirty="0"/>
              <a:t>http://210.93.60.51/problem/0037</a:t>
            </a:r>
            <a:br>
              <a:rPr lang="en-US" altLang="ko-KR" sz="2000" dirty="0"/>
            </a:br>
            <a:r>
              <a:rPr lang="en-US" altLang="ko-KR" sz="2000" dirty="0"/>
              <a:t>https://www.acmicpc.net/problem/18877</a:t>
            </a:r>
            <a:endParaRPr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1453698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C9F9F4-D236-5178-3BEC-B6A1F324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2A1B7E3-7B64-0ECE-D0A4-079DBB0CF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75656" y="136525"/>
            <a:ext cx="5400600" cy="1744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613583-2CFF-179F-97EF-124575E5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1D4D75-05FC-73EA-3DC4-1344D7E39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7421159-3731-A04C-279C-4DDA940F9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882106"/>
            <a:ext cx="2703359" cy="42930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D0136DF-9778-0CB7-B71E-DB931887A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212" y="2005750"/>
            <a:ext cx="2346758" cy="42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90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5160</TotalTime>
  <Words>811</Words>
  <Application>Microsoft Office PowerPoint</Application>
  <PresentationFormat>화면 슬라이드 쇼(4:3)</PresentationFormat>
  <Paragraphs>124</Paragraphs>
  <Slides>17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굴림</vt:lpstr>
      <vt:lpstr>malgun gothic</vt:lpstr>
      <vt:lpstr>malgun gothic</vt:lpstr>
      <vt:lpstr>Arial</vt:lpstr>
      <vt:lpstr>Open Sans</vt:lpstr>
      <vt:lpstr>Office 테마</vt:lpstr>
      <vt:lpstr>숙제9. 기타 알고리즘 (소수, 투 포인터, 누적합) </vt:lpstr>
      <vt:lpstr>백준 온라인저지  https://www.acmicpc.net/</vt:lpstr>
      <vt:lpstr>TUKorea 온라인저지  http://210.93.60.51/</vt:lpstr>
      <vt:lpstr>Programmers https://school.programmers.co.kr/</vt:lpstr>
      <vt:lpstr>1. 두수의합 (TUKorea, 백준, 투포인터, 정렬) http://210.93.60.51/problem/0192 https://www.acmicpc.net/problem/3273</vt:lpstr>
      <vt:lpstr>PowerPoint 프레젠테이션</vt:lpstr>
      <vt:lpstr>2. 소수회문 (TUKorea, 소수, 구현)  http://210.93.60.51/problem/0001</vt:lpstr>
      <vt:lpstr>PowerPoint 프레젠테이션</vt:lpstr>
      <vt:lpstr>3. b진법 (TUKorea, 구현)  http://210.93.60.51/problem/0015</vt:lpstr>
      <vt:lpstr>PowerPoint 프레젠테이션</vt:lpstr>
      <vt:lpstr>4. 목재총량 (TUKorea, 백준, 누적합, DP) http://210.93.60.51/problem/0044 https://www.acmicpc.net/problem/2167 </vt:lpstr>
      <vt:lpstr>PowerPoint 프레젠테이션</vt:lpstr>
      <vt:lpstr>5.이분탐색 사회적 거리두기 III (TUKorea, 백준) http://210.93.60.51/problem/0037 https://www.acmicpc.net/problem/18877</vt:lpstr>
      <vt:lpstr>5.이분탐색 사회적 거리두기 III (TUKorea, 백준) http://210.93.60.51/problem/0037 https://www.acmicpc.net/problem/18877</vt:lpstr>
      <vt:lpstr>5.이분탐색 사회적 거리두기 III (TUKorea, 백준) http://210.93.60.51/problem/0037 https://www.acmicpc.net/problem/18877</vt:lpstr>
      <vt:lpstr>5.이분탐색 사회적 거리두기 III (TUKorea, 백준) http://210.93.60.51/problem/0037 https://www.acmicpc.net/problem/18877</vt:lpstr>
      <vt:lpstr>PowerPoint 프레젠테이션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292</cp:revision>
  <cp:lastPrinted>2023-07-23T09:30:34Z</cp:lastPrinted>
  <dcterms:created xsi:type="dcterms:W3CDTF">2008-03-02T04:39:19Z</dcterms:created>
  <dcterms:modified xsi:type="dcterms:W3CDTF">2026-06-10T13:11:06Z</dcterms:modified>
</cp:coreProperties>
</file>