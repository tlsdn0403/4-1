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f160cc42a4c34" /><Relationship Type="http://schemas.openxmlformats.org/officeDocument/2006/relationships/extended-properties" Target="/docProps/app.xml" Id="R8360dff92de44282" /><Relationship Type="http://schemas.openxmlformats.org/officeDocument/2006/relationships/officeDocument" Target="/ppt/presentation.xml" Id="R19268c65f1884c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1d5457a3940f2"/>
  </p:sldMasterIdLst>
  <p:notesMasterIdLst>
    <p:notesMasterId xmlns:r="http://schemas.openxmlformats.org/officeDocument/2006/relationships" r:id="Ra786e4e91c1340be"/>
  </p:notesMasterIdLst>
  <p:sldIdLst>
    <p:sldId xmlns:r="http://schemas.openxmlformats.org/officeDocument/2006/relationships" id="256" r:id="R8867c4cb906645a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1d5457a3940f2" /><Relationship Type="http://schemas.openxmlformats.org/officeDocument/2006/relationships/theme" Target="/ppt/theme/theme1.xml" Id="R1937466c58684ddf" /><Relationship Type="http://schemas.openxmlformats.org/officeDocument/2006/relationships/notesMaster" Target="/ppt/notesMasters/notesMaster1.xml" Id="Ra786e4e91c1340be" /><Relationship Type="http://schemas.openxmlformats.org/officeDocument/2006/relationships/presProps" Target="/ppt/presProps.xml" Id="R085c2d3a5c5649b8" /><Relationship Type="http://schemas.openxmlformats.org/officeDocument/2006/relationships/viewProps" Target="/ppt/viewProps.xml" Id="R9c9b420354c7425d" /><Relationship Type="http://schemas.openxmlformats.org/officeDocument/2006/relationships/tableStyles" Target="/ppt/tableStyles.xml" Id="Rd79a9137d9f94d5a" /><Relationship Type="http://schemas.openxmlformats.org/officeDocument/2006/relationships/slide" Target="/ppt/slides/slide1.xml" Id="R8867c4cb906645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1432c2c131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a0443e018c4ef9" /><Relationship Type="http://schemas.openxmlformats.org/officeDocument/2006/relationships/notesMaster" Target="/ppt/notesMasters/notesMaster1.xml" Id="Rcd367aa1282045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2482aeba04e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b12b096d5ac4f89" /><Relationship Type="http://schemas.openxmlformats.org/officeDocument/2006/relationships/slideLayout" Target="/ppt/slideLayouts/slideLayout2.xml" Id="R0e5937ee97fa48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5937ee97fa48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9e2de595a84348" /><Relationship Type="http://schemas.openxmlformats.org/officeDocument/2006/relationships/notesSlide" Target="/ppt/notesSlides/notesSlide1.xml" Id="R44fbd7af715842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04AF8-6AD3-4E84-8F78-EFD5D417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DCE99-2140-47AC-93A0-DB99BF02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23812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??? ????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9530E-DCB0-493A-B3BE-C2E2475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800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CBD5E1"/>
                </a:solidFill>
              </a:defRPr>
            </a:pPr>
            <a:r>
              <a:rPr sz="2700">
                <a:solidFill>
                  <a:srgbClr val="CBD5E1"/>
                </a:solidFill>
              </a:rPr>
              <a:t>?????</a:t>
            </a:r>
          </a:p>
        </p:txBody>
      </p:sp>
    </p:spTree>
    <p:extLst>
      <p:ext uri="{BB962C8B-B14F-4D97-AF65-F5344CB8AC3E}">
        <p14:creationId xmlns:p14="http://schemas.microsoft.com/office/powerpoint/2010/main" val="1736843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2026-05-20T13:22:02.0280000Z</dcterms:created>
  <dcterms:modified xsi:type="dcterms:W3CDTF">2026-05-20T13:22:02.0280000Z</dcterms:modified>
</coreProperties>
</file>